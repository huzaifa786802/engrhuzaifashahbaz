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B6A0FE-025C-430E-8303-B79382B29049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0E550E-E9DF-479B-A4CF-BDA996487BAA}">
      <dgm:prSet/>
      <dgm:spPr/>
      <dgm:t>
        <a:bodyPr/>
        <a:lstStyle/>
        <a:p>
          <a:r>
            <a:rPr lang="en-US"/>
            <a:t>WHAT IS VACCUM WORLD?</a:t>
          </a:r>
        </a:p>
      </dgm:t>
    </dgm:pt>
    <dgm:pt modelId="{CB142860-2D2C-4F08-AA8F-66D244D6DA42}" type="parTrans" cxnId="{997AEA9D-D28A-486E-A970-4F8040E30449}">
      <dgm:prSet/>
      <dgm:spPr/>
      <dgm:t>
        <a:bodyPr/>
        <a:lstStyle/>
        <a:p>
          <a:endParaRPr lang="en-US"/>
        </a:p>
      </dgm:t>
    </dgm:pt>
    <dgm:pt modelId="{537327A3-B1BC-42C9-B30F-FE0B6317F7ED}" type="sibTrans" cxnId="{997AEA9D-D28A-486E-A970-4F8040E30449}">
      <dgm:prSet/>
      <dgm:spPr/>
      <dgm:t>
        <a:bodyPr/>
        <a:lstStyle/>
        <a:p>
          <a:endParaRPr lang="en-US"/>
        </a:p>
      </dgm:t>
    </dgm:pt>
    <dgm:pt modelId="{B4D41044-4F1B-4CF5-9B6E-50CA59660DE7}">
      <dgm:prSet/>
      <dgm:spPr/>
      <dgm:t>
        <a:bodyPr/>
        <a:lstStyle/>
        <a:p>
          <a:r>
            <a:rPr lang="en-US"/>
            <a:t>COMPONENTS OF SINGLE STATE VACCUM WORLD</a:t>
          </a:r>
        </a:p>
      </dgm:t>
    </dgm:pt>
    <dgm:pt modelId="{3B59313B-A26A-454A-8566-946378CBAB0A}" type="parTrans" cxnId="{63B5A50C-0689-4422-850E-526655A63849}">
      <dgm:prSet/>
      <dgm:spPr/>
      <dgm:t>
        <a:bodyPr/>
        <a:lstStyle/>
        <a:p>
          <a:endParaRPr lang="en-US"/>
        </a:p>
      </dgm:t>
    </dgm:pt>
    <dgm:pt modelId="{F2849D2A-8819-42BB-904E-F09914E8682C}" type="sibTrans" cxnId="{63B5A50C-0689-4422-850E-526655A63849}">
      <dgm:prSet/>
      <dgm:spPr/>
      <dgm:t>
        <a:bodyPr/>
        <a:lstStyle/>
        <a:p>
          <a:endParaRPr lang="en-US"/>
        </a:p>
      </dgm:t>
    </dgm:pt>
    <dgm:pt modelId="{EE790B06-BB08-47A6-92A1-8DF0C605F608}">
      <dgm:prSet/>
      <dgm:spPr/>
      <dgm:t>
        <a:bodyPr/>
        <a:lstStyle/>
        <a:p>
          <a:r>
            <a:rPr lang="en-US"/>
            <a:t>WORKING OF VACCUM WORLD AGENT</a:t>
          </a:r>
        </a:p>
      </dgm:t>
    </dgm:pt>
    <dgm:pt modelId="{42CCE798-7224-4A1F-B64E-AD0D6774A000}" type="parTrans" cxnId="{ED01BBBF-F0B5-4BE9-9A2C-E20B75EEDA91}">
      <dgm:prSet/>
      <dgm:spPr/>
      <dgm:t>
        <a:bodyPr/>
        <a:lstStyle/>
        <a:p>
          <a:endParaRPr lang="en-US"/>
        </a:p>
      </dgm:t>
    </dgm:pt>
    <dgm:pt modelId="{8B86D00C-2195-4905-9CA8-182DFAB1806B}" type="sibTrans" cxnId="{ED01BBBF-F0B5-4BE9-9A2C-E20B75EEDA91}">
      <dgm:prSet/>
      <dgm:spPr/>
      <dgm:t>
        <a:bodyPr/>
        <a:lstStyle/>
        <a:p>
          <a:endParaRPr lang="en-US"/>
        </a:p>
      </dgm:t>
    </dgm:pt>
    <dgm:pt modelId="{9C6927D2-8A3D-437F-9F36-A68D44122F62}">
      <dgm:prSet/>
      <dgm:spPr/>
      <dgm:t>
        <a:bodyPr/>
        <a:lstStyle/>
        <a:p>
          <a:r>
            <a:rPr lang="en-US"/>
            <a:t>STATE SPACE ANALYSIS</a:t>
          </a:r>
        </a:p>
      </dgm:t>
    </dgm:pt>
    <dgm:pt modelId="{6B2C1E10-866C-48B8-A1D3-7E00EE427D7A}" type="parTrans" cxnId="{11D49EDC-EF2E-4A76-95C0-4C5A9D636FB1}">
      <dgm:prSet/>
      <dgm:spPr/>
      <dgm:t>
        <a:bodyPr/>
        <a:lstStyle/>
        <a:p>
          <a:endParaRPr lang="en-US"/>
        </a:p>
      </dgm:t>
    </dgm:pt>
    <dgm:pt modelId="{D28744A4-9F6C-4623-B4AA-AE2B96B7BC77}" type="sibTrans" cxnId="{11D49EDC-EF2E-4A76-95C0-4C5A9D636FB1}">
      <dgm:prSet/>
      <dgm:spPr/>
      <dgm:t>
        <a:bodyPr/>
        <a:lstStyle/>
        <a:p>
          <a:endParaRPr lang="en-US"/>
        </a:p>
      </dgm:t>
    </dgm:pt>
    <dgm:pt modelId="{2B1BB95D-F559-4516-87D1-5C3999CF7319}">
      <dgm:prSet/>
      <dgm:spPr/>
      <dgm:t>
        <a:bodyPr/>
        <a:lstStyle/>
        <a:p>
          <a:r>
            <a:rPr lang="en-US"/>
            <a:t>EXAMPLE </a:t>
          </a:r>
        </a:p>
      </dgm:t>
    </dgm:pt>
    <dgm:pt modelId="{B4D43260-B28C-4DB9-9DD6-A0CF60FEBF33}" type="parTrans" cxnId="{A285AB22-37E0-4748-92A5-1AF03FEF8AB8}">
      <dgm:prSet/>
      <dgm:spPr/>
      <dgm:t>
        <a:bodyPr/>
        <a:lstStyle/>
        <a:p>
          <a:endParaRPr lang="en-US"/>
        </a:p>
      </dgm:t>
    </dgm:pt>
    <dgm:pt modelId="{CE6A7AE8-A859-4CB0-937B-EBFD96873E04}" type="sibTrans" cxnId="{A285AB22-37E0-4748-92A5-1AF03FEF8AB8}">
      <dgm:prSet/>
      <dgm:spPr/>
      <dgm:t>
        <a:bodyPr/>
        <a:lstStyle/>
        <a:p>
          <a:endParaRPr lang="en-US"/>
        </a:p>
      </dgm:t>
    </dgm:pt>
    <dgm:pt modelId="{523AB097-20F2-4312-8725-DBAFFA53B2AD}">
      <dgm:prSet/>
      <dgm:spPr/>
      <dgm:t>
        <a:bodyPr/>
        <a:lstStyle/>
        <a:p>
          <a:r>
            <a:rPr lang="en-US"/>
            <a:t>APPLICATIONS OF VACCUM WORLD </a:t>
          </a:r>
        </a:p>
      </dgm:t>
    </dgm:pt>
    <dgm:pt modelId="{6FD7FAB6-0A88-4667-A36D-1EC30EEB5C55}" type="parTrans" cxnId="{D9CE8850-CF68-403E-B07A-4B9219058DF4}">
      <dgm:prSet/>
      <dgm:spPr/>
      <dgm:t>
        <a:bodyPr/>
        <a:lstStyle/>
        <a:p>
          <a:endParaRPr lang="en-US"/>
        </a:p>
      </dgm:t>
    </dgm:pt>
    <dgm:pt modelId="{CA0CC20D-ED35-463F-80ED-BF572B9D4DBC}" type="sibTrans" cxnId="{D9CE8850-CF68-403E-B07A-4B9219058DF4}">
      <dgm:prSet/>
      <dgm:spPr/>
      <dgm:t>
        <a:bodyPr/>
        <a:lstStyle/>
        <a:p>
          <a:endParaRPr lang="en-US"/>
        </a:p>
      </dgm:t>
    </dgm:pt>
    <dgm:pt modelId="{D63A6126-1C9F-4DC8-8BD3-3C5D933C715E}" type="pres">
      <dgm:prSet presAssocID="{E3B6A0FE-025C-430E-8303-B79382B29049}" presName="diagram" presStyleCnt="0">
        <dgm:presLayoutVars>
          <dgm:dir/>
          <dgm:resizeHandles val="exact"/>
        </dgm:presLayoutVars>
      </dgm:prSet>
      <dgm:spPr/>
    </dgm:pt>
    <dgm:pt modelId="{7B3485A7-343B-401A-87C8-281396FE9BB4}" type="pres">
      <dgm:prSet presAssocID="{430E550E-E9DF-479B-A4CF-BDA996487BAA}" presName="node" presStyleLbl="node1" presStyleIdx="0" presStyleCnt="6">
        <dgm:presLayoutVars>
          <dgm:bulletEnabled val="1"/>
        </dgm:presLayoutVars>
      </dgm:prSet>
      <dgm:spPr/>
    </dgm:pt>
    <dgm:pt modelId="{E9222927-7FF2-4094-8DC7-F0205F46202B}" type="pres">
      <dgm:prSet presAssocID="{537327A3-B1BC-42C9-B30F-FE0B6317F7ED}" presName="sibTrans" presStyleCnt="0"/>
      <dgm:spPr/>
    </dgm:pt>
    <dgm:pt modelId="{484FF252-7253-4DC7-A000-1738B68DABC8}" type="pres">
      <dgm:prSet presAssocID="{B4D41044-4F1B-4CF5-9B6E-50CA59660DE7}" presName="node" presStyleLbl="node1" presStyleIdx="1" presStyleCnt="6">
        <dgm:presLayoutVars>
          <dgm:bulletEnabled val="1"/>
        </dgm:presLayoutVars>
      </dgm:prSet>
      <dgm:spPr/>
    </dgm:pt>
    <dgm:pt modelId="{12A4C4E8-216B-4EE2-AAFD-87308748206C}" type="pres">
      <dgm:prSet presAssocID="{F2849D2A-8819-42BB-904E-F09914E8682C}" presName="sibTrans" presStyleCnt="0"/>
      <dgm:spPr/>
    </dgm:pt>
    <dgm:pt modelId="{1B7A2485-A072-4763-A451-2DAC676EA49A}" type="pres">
      <dgm:prSet presAssocID="{EE790B06-BB08-47A6-92A1-8DF0C605F608}" presName="node" presStyleLbl="node1" presStyleIdx="2" presStyleCnt="6">
        <dgm:presLayoutVars>
          <dgm:bulletEnabled val="1"/>
        </dgm:presLayoutVars>
      </dgm:prSet>
      <dgm:spPr/>
    </dgm:pt>
    <dgm:pt modelId="{158A1D95-0BB7-4638-997B-694CB16D175D}" type="pres">
      <dgm:prSet presAssocID="{8B86D00C-2195-4905-9CA8-182DFAB1806B}" presName="sibTrans" presStyleCnt="0"/>
      <dgm:spPr/>
    </dgm:pt>
    <dgm:pt modelId="{0992EA5B-8321-4FB2-BD83-CE96822EE0E7}" type="pres">
      <dgm:prSet presAssocID="{9C6927D2-8A3D-437F-9F36-A68D44122F62}" presName="node" presStyleLbl="node1" presStyleIdx="3" presStyleCnt="6">
        <dgm:presLayoutVars>
          <dgm:bulletEnabled val="1"/>
        </dgm:presLayoutVars>
      </dgm:prSet>
      <dgm:spPr/>
    </dgm:pt>
    <dgm:pt modelId="{41FB9B3B-DC19-490F-A8C6-7BE7E9B71A9E}" type="pres">
      <dgm:prSet presAssocID="{D28744A4-9F6C-4623-B4AA-AE2B96B7BC77}" presName="sibTrans" presStyleCnt="0"/>
      <dgm:spPr/>
    </dgm:pt>
    <dgm:pt modelId="{53EF36C6-4A11-4790-A1F3-2E788A5527BF}" type="pres">
      <dgm:prSet presAssocID="{2B1BB95D-F559-4516-87D1-5C3999CF7319}" presName="node" presStyleLbl="node1" presStyleIdx="4" presStyleCnt="6">
        <dgm:presLayoutVars>
          <dgm:bulletEnabled val="1"/>
        </dgm:presLayoutVars>
      </dgm:prSet>
      <dgm:spPr/>
    </dgm:pt>
    <dgm:pt modelId="{4A9F2905-E1DE-4224-AB03-9DA992D5426F}" type="pres">
      <dgm:prSet presAssocID="{CE6A7AE8-A859-4CB0-937B-EBFD96873E04}" presName="sibTrans" presStyleCnt="0"/>
      <dgm:spPr/>
    </dgm:pt>
    <dgm:pt modelId="{574D4931-BF76-467A-B187-7FF579C0B885}" type="pres">
      <dgm:prSet presAssocID="{523AB097-20F2-4312-8725-DBAFFA53B2AD}" presName="node" presStyleLbl="node1" presStyleIdx="5" presStyleCnt="6">
        <dgm:presLayoutVars>
          <dgm:bulletEnabled val="1"/>
        </dgm:presLayoutVars>
      </dgm:prSet>
      <dgm:spPr/>
    </dgm:pt>
  </dgm:ptLst>
  <dgm:cxnLst>
    <dgm:cxn modelId="{63B5A50C-0689-4422-850E-526655A63849}" srcId="{E3B6A0FE-025C-430E-8303-B79382B29049}" destId="{B4D41044-4F1B-4CF5-9B6E-50CA59660DE7}" srcOrd="1" destOrd="0" parTransId="{3B59313B-A26A-454A-8566-946378CBAB0A}" sibTransId="{F2849D2A-8819-42BB-904E-F09914E8682C}"/>
    <dgm:cxn modelId="{12E53E13-1BF8-418D-916A-56A8E6550C71}" type="presOf" srcId="{E3B6A0FE-025C-430E-8303-B79382B29049}" destId="{D63A6126-1C9F-4DC8-8BD3-3C5D933C715E}" srcOrd="0" destOrd="0" presId="urn:microsoft.com/office/officeart/2005/8/layout/default"/>
    <dgm:cxn modelId="{A285AB22-37E0-4748-92A5-1AF03FEF8AB8}" srcId="{E3B6A0FE-025C-430E-8303-B79382B29049}" destId="{2B1BB95D-F559-4516-87D1-5C3999CF7319}" srcOrd="4" destOrd="0" parTransId="{B4D43260-B28C-4DB9-9DD6-A0CF60FEBF33}" sibTransId="{CE6A7AE8-A859-4CB0-937B-EBFD96873E04}"/>
    <dgm:cxn modelId="{65F8BE2D-BA3E-4FCA-A52D-4D7684596561}" type="presOf" srcId="{9C6927D2-8A3D-437F-9F36-A68D44122F62}" destId="{0992EA5B-8321-4FB2-BD83-CE96822EE0E7}" srcOrd="0" destOrd="0" presId="urn:microsoft.com/office/officeart/2005/8/layout/default"/>
    <dgm:cxn modelId="{FCBA7C67-4363-4651-8C8F-401F7FFE96B2}" type="presOf" srcId="{523AB097-20F2-4312-8725-DBAFFA53B2AD}" destId="{574D4931-BF76-467A-B187-7FF579C0B885}" srcOrd="0" destOrd="0" presId="urn:microsoft.com/office/officeart/2005/8/layout/default"/>
    <dgm:cxn modelId="{D9CE8850-CF68-403E-B07A-4B9219058DF4}" srcId="{E3B6A0FE-025C-430E-8303-B79382B29049}" destId="{523AB097-20F2-4312-8725-DBAFFA53B2AD}" srcOrd="5" destOrd="0" parTransId="{6FD7FAB6-0A88-4667-A36D-1EC30EEB5C55}" sibTransId="{CA0CC20D-ED35-463F-80ED-BF572B9D4DBC}"/>
    <dgm:cxn modelId="{DE48BE7C-33F1-4BFF-AF35-8865984E0704}" type="presOf" srcId="{EE790B06-BB08-47A6-92A1-8DF0C605F608}" destId="{1B7A2485-A072-4763-A451-2DAC676EA49A}" srcOrd="0" destOrd="0" presId="urn:microsoft.com/office/officeart/2005/8/layout/default"/>
    <dgm:cxn modelId="{87111F8F-AA88-47F3-9851-E820C3F71148}" type="presOf" srcId="{B4D41044-4F1B-4CF5-9B6E-50CA59660DE7}" destId="{484FF252-7253-4DC7-A000-1738B68DABC8}" srcOrd="0" destOrd="0" presId="urn:microsoft.com/office/officeart/2005/8/layout/default"/>
    <dgm:cxn modelId="{70BDFB97-C217-4450-BB3C-3631ED31E2B4}" type="presOf" srcId="{2B1BB95D-F559-4516-87D1-5C3999CF7319}" destId="{53EF36C6-4A11-4790-A1F3-2E788A5527BF}" srcOrd="0" destOrd="0" presId="urn:microsoft.com/office/officeart/2005/8/layout/default"/>
    <dgm:cxn modelId="{997AEA9D-D28A-486E-A970-4F8040E30449}" srcId="{E3B6A0FE-025C-430E-8303-B79382B29049}" destId="{430E550E-E9DF-479B-A4CF-BDA996487BAA}" srcOrd="0" destOrd="0" parTransId="{CB142860-2D2C-4F08-AA8F-66D244D6DA42}" sibTransId="{537327A3-B1BC-42C9-B30F-FE0B6317F7ED}"/>
    <dgm:cxn modelId="{A5020CA8-1E24-4417-871A-095A277ED774}" type="presOf" srcId="{430E550E-E9DF-479B-A4CF-BDA996487BAA}" destId="{7B3485A7-343B-401A-87C8-281396FE9BB4}" srcOrd="0" destOrd="0" presId="urn:microsoft.com/office/officeart/2005/8/layout/default"/>
    <dgm:cxn modelId="{ED01BBBF-F0B5-4BE9-9A2C-E20B75EEDA91}" srcId="{E3B6A0FE-025C-430E-8303-B79382B29049}" destId="{EE790B06-BB08-47A6-92A1-8DF0C605F608}" srcOrd="2" destOrd="0" parTransId="{42CCE798-7224-4A1F-B64E-AD0D6774A000}" sibTransId="{8B86D00C-2195-4905-9CA8-182DFAB1806B}"/>
    <dgm:cxn modelId="{11D49EDC-EF2E-4A76-95C0-4C5A9D636FB1}" srcId="{E3B6A0FE-025C-430E-8303-B79382B29049}" destId="{9C6927D2-8A3D-437F-9F36-A68D44122F62}" srcOrd="3" destOrd="0" parTransId="{6B2C1E10-866C-48B8-A1D3-7E00EE427D7A}" sibTransId="{D28744A4-9F6C-4623-B4AA-AE2B96B7BC77}"/>
    <dgm:cxn modelId="{91577E73-C66E-447B-8D8E-7B52858CE5E4}" type="presParOf" srcId="{D63A6126-1C9F-4DC8-8BD3-3C5D933C715E}" destId="{7B3485A7-343B-401A-87C8-281396FE9BB4}" srcOrd="0" destOrd="0" presId="urn:microsoft.com/office/officeart/2005/8/layout/default"/>
    <dgm:cxn modelId="{972255CC-AEFC-4388-9FB6-6F4A9D7E15E8}" type="presParOf" srcId="{D63A6126-1C9F-4DC8-8BD3-3C5D933C715E}" destId="{E9222927-7FF2-4094-8DC7-F0205F46202B}" srcOrd="1" destOrd="0" presId="urn:microsoft.com/office/officeart/2005/8/layout/default"/>
    <dgm:cxn modelId="{118FC55B-6F13-414D-B614-FFCFC1C7DF19}" type="presParOf" srcId="{D63A6126-1C9F-4DC8-8BD3-3C5D933C715E}" destId="{484FF252-7253-4DC7-A000-1738B68DABC8}" srcOrd="2" destOrd="0" presId="urn:microsoft.com/office/officeart/2005/8/layout/default"/>
    <dgm:cxn modelId="{B3658187-2E02-4C50-9660-3D1CF03B1B7E}" type="presParOf" srcId="{D63A6126-1C9F-4DC8-8BD3-3C5D933C715E}" destId="{12A4C4E8-216B-4EE2-AAFD-87308748206C}" srcOrd="3" destOrd="0" presId="urn:microsoft.com/office/officeart/2005/8/layout/default"/>
    <dgm:cxn modelId="{1BC95917-79F7-4565-9D5E-FEABED3F8CFA}" type="presParOf" srcId="{D63A6126-1C9F-4DC8-8BD3-3C5D933C715E}" destId="{1B7A2485-A072-4763-A451-2DAC676EA49A}" srcOrd="4" destOrd="0" presId="urn:microsoft.com/office/officeart/2005/8/layout/default"/>
    <dgm:cxn modelId="{E1DF757D-C7D4-4D14-A7EC-A7BAB9245119}" type="presParOf" srcId="{D63A6126-1C9F-4DC8-8BD3-3C5D933C715E}" destId="{158A1D95-0BB7-4638-997B-694CB16D175D}" srcOrd="5" destOrd="0" presId="urn:microsoft.com/office/officeart/2005/8/layout/default"/>
    <dgm:cxn modelId="{C211A1D0-5A32-4D2B-AED3-DF6E5656DBDB}" type="presParOf" srcId="{D63A6126-1C9F-4DC8-8BD3-3C5D933C715E}" destId="{0992EA5B-8321-4FB2-BD83-CE96822EE0E7}" srcOrd="6" destOrd="0" presId="urn:microsoft.com/office/officeart/2005/8/layout/default"/>
    <dgm:cxn modelId="{06E3485B-C03C-4B42-8BFB-A27690C1C8A0}" type="presParOf" srcId="{D63A6126-1C9F-4DC8-8BD3-3C5D933C715E}" destId="{41FB9B3B-DC19-490F-A8C6-7BE7E9B71A9E}" srcOrd="7" destOrd="0" presId="urn:microsoft.com/office/officeart/2005/8/layout/default"/>
    <dgm:cxn modelId="{2BF14ECA-AB65-4ABF-B199-54E1DF4A148B}" type="presParOf" srcId="{D63A6126-1C9F-4DC8-8BD3-3C5D933C715E}" destId="{53EF36C6-4A11-4790-A1F3-2E788A5527BF}" srcOrd="8" destOrd="0" presId="urn:microsoft.com/office/officeart/2005/8/layout/default"/>
    <dgm:cxn modelId="{9E5B05E9-CD24-4AED-988C-DB253A85788E}" type="presParOf" srcId="{D63A6126-1C9F-4DC8-8BD3-3C5D933C715E}" destId="{4A9F2905-E1DE-4224-AB03-9DA992D5426F}" srcOrd="9" destOrd="0" presId="urn:microsoft.com/office/officeart/2005/8/layout/default"/>
    <dgm:cxn modelId="{871D2D5C-32E7-4882-9A5B-160975336BE8}" type="presParOf" srcId="{D63A6126-1C9F-4DC8-8BD3-3C5D933C715E}" destId="{574D4931-BF76-467A-B187-7FF579C0B88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0C4FB7-05E4-43CA-8609-381C750C842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7258146-2366-4197-81C5-473E9FF5E638}">
      <dgm:prSet/>
      <dgm:spPr/>
      <dgm:t>
        <a:bodyPr/>
        <a:lstStyle/>
        <a:p>
          <a:r>
            <a:rPr lang="en-US" dirty="0"/>
            <a:t>PROBLEM STATEMENT</a:t>
          </a:r>
        </a:p>
      </dgm:t>
    </dgm:pt>
    <dgm:pt modelId="{B3D8AFB1-81B1-4F53-BAB0-5D764B861490}" type="parTrans" cxnId="{521A49A6-B047-47AF-8974-B4ABC5B6434D}">
      <dgm:prSet/>
      <dgm:spPr/>
      <dgm:t>
        <a:bodyPr/>
        <a:lstStyle/>
        <a:p>
          <a:endParaRPr lang="en-US"/>
        </a:p>
      </dgm:t>
    </dgm:pt>
    <dgm:pt modelId="{35AA473A-314F-4548-A0B2-2505D203362E}" type="sibTrans" cxnId="{521A49A6-B047-47AF-8974-B4ABC5B6434D}">
      <dgm:prSet/>
      <dgm:spPr/>
      <dgm:t>
        <a:bodyPr/>
        <a:lstStyle/>
        <a:p>
          <a:endParaRPr lang="en-US"/>
        </a:p>
      </dgm:t>
    </dgm:pt>
    <dgm:pt modelId="{F312C576-112C-44F7-8421-B4530EA7CEC7}">
      <dgm:prSet/>
      <dgm:spPr/>
      <dgm:t>
        <a:bodyPr/>
        <a:lstStyle/>
        <a:p>
          <a:r>
            <a:rPr lang="en-US"/>
            <a:t>STATE REPRESENTATION</a:t>
          </a:r>
        </a:p>
      </dgm:t>
    </dgm:pt>
    <dgm:pt modelId="{9A5FF314-7A47-4C0D-ACD0-489C6234F28E}" type="parTrans" cxnId="{E44E0972-10FD-4E4C-B0EF-D2E1E0D11D93}">
      <dgm:prSet/>
      <dgm:spPr/>
      <dgm:t>
        <a:bodyPr/>
        <a:lstStyle/>
        <a:p>
          <a:endParaRPr lang="en-US"/>
        </a:p>
      </dgm:t>
    </dgm:pt>
    <dgm:pt modelId="{1ADA1026-39A2-4859-8D52-735FCAE3CC99}" type="sibTrans" cxnId="{E44E0972-10FD-4E4C-B0EF-D2E1E0D11D93}">
      <dgm:prSet/>
      <dgm:spPr/>
      <dgm:t>
        <a:bodyPr/>
        <a:lstStyle/>
        <a:p>
          <a:endParaRPr lang="en-US"/>
        </a:p>
      </dgm:t>
    </dgm:pt>
    <dgm:pt modelId="{0881F652-7976-4CF6-8F77-7BE151E846E5}">
      <dgm:prSet/>
      <dgm:spPr/>
      <dgm:t>
        <a:bodyPr/>
        <a:lstStyle/>
        <a:p>
          <a:r>
            <a:rPr lang="en-US"/>
            <a:t>CONSTRAINTS</a:t>
          </a:r>
        </a:p>
      </dgm:t>
    </dgm:pt>
    <dgm:pt modelId="{2CAF97BC-58CB-4A8A-98AE-2BE4CCB11E58}" type="parTrans" cxnId="{24874EB1-B287-4324-85EE-396132869BFE}">
      <dgm:prSet/>
      <dgm:spPr/>
      <dgm:t>
        <a:bodyPr/>
        <a:lstStyle/>
        <a:p>
          <a:endParaRPr lang="en-US"/>
        </a:p>
      </dgm:t>
    </dgm:pt>
    <dgm:pt modelId="{4810179C-A233-4E54-B87D-0D9196DE5190}" type="sibTrans" cxnId="{24874EB1-B287-4324-85EE-396132869BFE}">
      <dgm:prSet/>
      <dgm:spPr/>
      <dgm:t>
        <a:bodyPr/>
        <a:lstStyle/>
        <a:p>
          <a:endParaRPr lang="en-US"/>
        </a:p>
      </dgm:t>
    </dgm:pt>
    <dgm:pt modelId="{85F3E058-59A5-478E-A804-EB7F69B7E369}">
      <dgm:prSet/>
      <dgm:spPr/>
      <dgm:t>
        <a:bodyPr/>
        <a:lstStyle/>
        <a:p>
          <a:r>
            <a:rPr lang="en-US"/>
            <a:t>SOLUTION PROCESS</a:t>
          </a:r>
        </a:p>
      </dgm:t>
    </dgm:pt>
    <dgm:pt modelId="{13E2C150-D5DD-4E30-AB6D-2A58DAD72380}" type="parTrans" cxnId="{A539A686-F450-4800-B589-C2F7FFBE03B7}">
      <dgm:prSet/>
      <dgm:spPr/>
      <dgm:t>
        <a:bodyPr/>
        <a:lstStyle/>
        <a:p>
          <a:endParaRPr lang="en-US"/>
        </a:p>
      </dgm:t>
    </dgm:pt>
    <dgm:pt modelId="{044622FF-40BA-4F1B-B105-E4B5D6DF21A3}" type="sibTrans" cxnId="{A539A686-F450-4800-B589-C2F7FFBE03B7}">
      <dgm:prSet/>
      <dgm:spPr/>
      <dgm:t>
        <a:bodyPr/>
        <a:lstStyle/>
        <a:p>
          <a:endParaRPr lang="en-US"/>
        </a:p>
      </dgm:t>
    </dgm:pt>
    <dgm:pt modelId="{208A3965-E88E-40B4-8223-E88AC1A2E8BB}">
      <dgm:prSet/>
      <dgm:spPr/>
      <dgm:t>
        <a:bodyPr/>
        <a:lstStyle/>
        <a:p>
          <a:r>
            <a:rPr lang="en-US"/>
            <a:t>EXAMPLE </a:t>
          </a:r>
        </a:p>
      </dgm:t>
    </dgm:pt>
    <dgm:pt modelId="{C26D9CC1-4B8A-40E2-A19E-ED0DDFEA3990}" type="parTrans" cxnId="{2BEB8E6B-5DED-40FE-BF07-B8ACD6778424}">
      <dgm:prSet/>
      <dgm:spPr/>
      <dgm:t>
        <a:bodyPr/>
        <a:lstStyle/>
        <a:p>
          <a:endParaRPr lang="en-US"/>
        </a:p>
      </dgm:t>
    </dgm:pt>
    <dgm:pt modelId="{1046DF1A-5032-4558-BC65-52DE4AEAC42D}" type="sibTrans" cxnId="{2BEB8E6B-5DED-40FE-BF07-B8ACD6778424}">
      <dgm:prSet/>
      <dgm:spPr/>
      <dgm:t>
        <a:bodyPr/>
        <a:lstStyle/>
        <a:p>
          <a:endParaRPr lang="en-US"/>
        </a:p>
      </dgm:t>
    </dgm:pt>
    <dgm:pt modelId="{B0BE5DC5-22D2-4027-9FBD-A89F93EBCF4E}">
      <dgm:prSet/>
      <dgm:spPr/>
      <dgm:t>
        <a:bodyPr/>
        <a:lstStyle/>
        <a:p>
          <a:r>
            <a:rPr lang="en-US"/>
            <a:t>APPLICATIONS OF </a:t>
          </a:r>
          <a:r>
            <a:rPr lang="en-US" b="1"/>
            <a:t> </a:t>
          </a:r>
          <a:r>
            <a:rPr lang="en-US"/>
            <a:t>MISSIONARIES AND CANNIBALS' PROBLEM</a:t>
          </a:r>
        </a:p>
      </dgm:t>
    </dgm:pt>
    <dgm:pt modelId="{03EEEFB2-5D44-4BD8-8C05-1411E1AD4E8B}" type="parTrans" cxnId="{D50D12CC-2092-449F-91F9-8B4789BDC50D}">
      <dgm:prSet/>
      <dgm:spPr/>
      <dgm:t>
        <a:bodyPr/>
        <a:lstStyle/>
        <a:p>
          <a:endParaRPr lang="en-US"/>
        </a:p>
      </dgm:t>
    </dgm:pt>
    <dgm:pt modelId="{2F1741EA-C27D-4AFA-9864-43819CCC37B3}" type="sibTrans" cxnId="{D50D12CC-2092-449F-91F9-8B4789BDC50D}">
      <dgm:prSet/>
      <dgm:spPr/>
      <dgm:t>
        <a:bodyPr/>
        <a:lstStyle/>
        <a:p>
          <a:endParaRPr lang="en-US"/>
        </a:p>
      </dgm:t>
    </dgm:pt>
    <dgm:pt modelId="{F53B8CCF-6931-4EC5-9955-8AD93369CD33}" type="pres">
      <dgm:prSet presAssocID="{880C4FB7-05E4-43CA-8609-381C750C8422}" presName="diagram" presStyleCnt="0">
        <dgm:presLayoutVars>
          <dgm:dir/>
          <dgm:resizeHandles val="exact"/>
        </dgm:presLayoutVars>
      </dgm:prSet>
      <dgm:spPr/>
    </dgm:pt>
    <dgm:pt modelId="{68CF68F6-C1EB-4D48-A9E7-01C39904F924}" type="pres">
      <dgm:prSet presAssocID="{57258146-2366-4197-81C5-473E9FF5E638}" presName="node" presStyleLbl="node1" presStyleIdx="0" presStyleCnt="6">
        <dgm:presLayoutVars>
          <dgm:bulletEnabled val="1"/>
        </dgm:presLayoutVars>
      </dgm:prSet>
      <dgm:spPr/>
    </dgm:pt>
    <dgm:pt modelId="{6A900106-3199-46B2-B4B9-51456135BE25}" type="pres">
      <dgm:prSet presAssocID="{35AA473A-314F-4548-A0B2-2505D203362E}" presName="sibTrans" presStyleCnt="0"/>
      <dgm:spPr/>
    </dgm:pt>
    <dgm:pt modelId="{1275AD5F-4376-4F11-B75B-55A1C517C0F4}" type="pres">
      <dgm:prSet presAssocID="{F312C576-112C-44F7-8421-B4530EA7CEC7}" presName="node" presStyleLbl="node1" presStyleIdx="1" presStyleCnt="6">
        <dgm:presLayoutVars>
          <dgm:bulletEnabled val="1"/>
        </dgm:presLayoutVars>
      </dgm:prSet>
      <dgm:spPr/>
    </dgm:pt>
    <dgm:pt modelId="{1D95AFE2-B131-4099-A0F4-F37AF7F41539}" type="pres">
      <dgm:prSet presAssocID="{1ADA1026-39A2-4859-8D52-735FCAE3CC99}" presName="sibTrans" presStyleCnt="0"/>
      <dgm:spPr/>
    </dgm:pt>
    <dgm:pt modelId="{6249B052-451F-4A92-B9DF-BA5CF1ECD8F9}" type="pres">
      <dgm:prSet presAssocID="{0881F652-7976-4CF6-8F77-7BE151E846E5}" presName="node" presStyleLbl="node1" presStyleIdx="2" presStyleCnt="6">
        <dgm:presLayoutVars>
          <dgm:bulletEnabled val="1"/>
        </dgm:presLayoutVars>
      </dgm:prSet>
      <dgm:spPr/>
    </dgm:pt>
    <dgm:pt modelId="{D229FD0C-A1E6-450D-A9B3-9BBF8AD2F44C}" type="pres">
      <dgm:prSet presAssocID="{4810179C-A233-4E54-B87D-0D9196DE5190}" presName="sibTrans" presStyleCnt="0"/>
      <dgm:spPr/>
    </dgm:pt>
    <dgm:pt modelId="{6A6AA556-740D-4E3A-9BE0-43918D311168}" type="pres">
      <dgm:prSet presAssocID="{85F3E058-59A5-478E-A804-EB7F69B7E369}" presName="node" presStyleLbl="node1" presStyleIdx="3" presStyleCnt="6">
        <dgm:presLayoutVars>
          <dgm:bulletEnabled val="1"/>
        </dgm:presLayoutVars>
      </dgm:prSet>
      <dgm:spPr/>
    </dgm:pt>
    <dgm:pt modelId="{B4CF2753-A22A-487E-993D-A1253F680B96}" type="pres">
      <dgm:prSet presAssocID="{044622FF-40BA-4F1B-B105-E4B5D6DF21A3}" presName="sibTrans" presStyleCnt="0"/>
      <dgm:spPr/>
    </dgm:pt>
    <dgm:pt modelId="{C9F5A36C-5743-41AB-B927-FF8A88FE822F}" type="pres">
      <dgm:prSet presAssocID="{208A3965-E88E-40B4-8223-E88AC1A2E8BB}" presName="node" presStyleLbl="node1" presStyleIdx="4" presStyleCnt="6">
        <dgm:presLayoutVars>
          <dgm:bulletEnabled val="1"/>
        </dgm:presLayoutVars>
      </dgm:prSet>
      <dgm:spPr/>
    </dgm:pt>
    <dgm:pt modelId="{6771330F-F889-4E86-AC3B-A7F742E53E5B}" type="pres">
      <dgm:prSet presAssocID="{1046DF1A-5032-4558-BC65-52DE4AEAC42D}" presName="sibTrans" presStyleCnt="0"/>
      <dgm:spPr/>
    </dgm:pt>
    <dgm:pt modelId="{D2175846-6D77-4CC7-82A6-A349938088D7}" type="pres">
      <dgm:prSet presAssocID="{B0BE5DC5-22D2-4027-9FBD-A89F93EBCF4E}" presName="node" presStyleLbl="node1" presStyleIdx="5" presStyleCnt="6">
        <dgm:presLayoutVars>
          <dgm:bulletEnabled val="1"/>
        </dgm:presLayoutVars>
      </dgm:prSet>
      <dgm:spPr/>
    </dgm:pt>
  </dgm:ptLst>
  <dgm:cxnLst>
    <dgm:cxn modelId="{73639A1B-DB11-4274-AF9B-270E1B37055C}" type="presOf" srcId="{880C4FB7-05E4-43CA-8609-381C750C8422}" destId="{F53B8CCF-6931-4EC5-9955-8AD93369CD33}" srcOrd="0" destOrd="0" presId="urn:microsoft.com/office/officeart/2005/8/layout/default"/>
    <dgm:cxn modelId="{82AED02F-4062-4E8D-AE60-1E949F6F4403}" type="presOf" srcId="{208A3965-E88E-40B4-8223-E88AC1A2E8BB}" destId="{C9F5A36C-5743-41AB-B927-FF8A88FE822F}" srcOrd="0" destOrd="0" presId="urn:microsoft.com/office/officeart/2005/8/layout/default"/>
    <dgm:cxn modelId="{91419F42-4D26-497F-AFD5-FA407E7C531F}" type="presOf" srcId="{0881F652-7976-4CF6-8F77-7BE151E846E5}" destId="{6249B052-451F-4A92-B9DF-BA5CF1ECD8F9}" srcOrd="0" destOrd="0" presId="urn:microsoft.com/office/officeart/2005/8/layout/default"/>
    <dgm:cxn modelId="{64AA866B-16D8-45F9-B711-0A1101A86734}" type="presOf" srcId="{85F3E058-59A5-478E-A804-EB7F69B7E369}" destId="{6A6AA556-740D-4E3A-9BE0-43918D311168}" srcOrd="0" destOrd="0" presId="urn:microsoft.com/office/officeart/2005/8/layout/default"/>
    <dgm:cxn modelId="{2BEB8E6B-5DED-40FE-BF07-B8ACD6778424}" srcId="{880C4FB7-05E4-43CA-8609-381C750C8422}" destId="{208A3965-E88E-40B4-8223-E88AC1A2E8BB}" srcOrd="4" destOrd="0" parTransId="{C26D9CC1-4B8A-40E2-A19E-ED0DDFEA3990}" sibTransId="{1046DF1A-5032-4558-BC65-52DE4AEAC42D}"/>
    <dgm:cxn modelId="{E44E0972-10FD-4E4C-B0EF-D2E1E0D11D93}" srcId="{880C4FB7-05E4-43CA-8609-381C750C8422}" destId="{F312C576-112C-44F7-8421-B4530EA7CEC7}" srcOrd="1" destOrd="0" parTransId="{9A5FF314-7A47-4C0D-ACD0-489C6234F28E}" sibTransId="{1ADA1026-39A2-4859-8D52-735FCAE3CC99}"/>
    <dgm:cxn modelId="{A539A686-F450-4800-B589-C2F7FFBE03B7}" srcId="{880C4FB7-05E4-43CA-8609-381C750C8422}" destId="{85F3E058-59A5-478E-A804-EB7F69B7E369}" srcOrd="3" destOrd="0" parTransId="{13E2C150-D5DD-4E30-AB6D-2A58DAD72380}" sibTransId="{044622FF-40BA-4F1B-B105-E4B5D6DF21A3}"/>
    <dgm:cxn modelId="{38B02CA4-27BB-4BCA-8146-1B06AF4809E5}" type="presOf" srcId="{B0BE5DC5-22D2-4027-9FBD-A89F93EBCF4E}" destId="{D2175846-6D77-4CC7-82A6-A349938088D7}" srcOrd="0" destOrd="0" presId="urn:microsoft.com/office/officeart/2005/8/layout/default"/>
    <dgm:cxn modelId="{521A49A6-B047-47AF-8974-B4ABC5B6434D}" srcId="{880C4FB7-05E4-43CA-8609-381C750C8422}" destId="{57258146-2366-4197-81C5-473E9FF5E638}" srcOrd="0" destOrd="0" parTransId="{B3D8AFB1-81B1-4F53-BAB0-5D764B861490}" sibTransId="{35AA473A-314F-4548-A0B2-2505D203362E}"/>
    <dgm:cxn modelId="{24874EB1-B287-4324-85EE-396132869BFE}" srcId="{880C4FB7-05E4-43CA-8609-381C750C8422}" destId="{0881F652-7976-4CF6-8F77-7BE151E846E5}" srcOrd="2" destOrd="0" parTransId="{2CAF97BC-58CB-4A8A-98AE-2BE4CCB11E58}" sibTransId="{4810179C-A233-4E54-B87D-0D9196DE5190}"/>
    <dgm:cxn modelId="{D50D12CC-2092-449F-91F9-8B4789BDC50D}" srcId="{880C4FB7-05E4-43CA-8609-381C750C8422}" destId="{B0BE5DC5-22D2-4027-9FBD-A89F93EBCF4E}" srcOrd="5" destOrd="0" parTransId="{03EEEFB2-5D44-4BD8-8C05-1411E1AD4E8B}" sibTransId="{2F1741EA-C27D-4AFA-9864-43819CCC37B3}"/>
    <dgm:cxn modelId="{5AB60BDD-1BA8-48D0-9DC7-CF8BE252F9EB}" type="presOf" srcId="{F312C576-112C-44F7-8421-B4530EA7CEC7}" destId="{1275AD5F-4376-4F11-B75B-55A1C517C0F4}" srcOrd="0" destOrd="0" presId="urn:microsoft.com/office/officeart/2005/8/layout/default"/>
    <dgm:cxn modelId="{D515CEF8-926E-4A42-A7A4-8C17F4EC6CCC}" type="presOf" srcId="{57258146-2366-4197-81C5-473E9FF5E638}" destId="{68CF68F6-C1EB-4D48-A9E7-01C39904F924}" srcOrd="0" destOrd="0" presId="urn:microsoft.com/office/officeart/2005/8/layout/default"/>
    <dgm:cxn modelId="{9DB067C8-55DF-4F2F-9331-BE21F420A46D}" type="presParOf" srcId="{F53B8CCF-6931-4EC5-9955-8AD93369CD33}" destId="{68CF68F6-C1EB-4D48-A9E7-01C39904F924}" srcOrd="0" destOrd="0" presId="urn:microsoft.com/office/officeart/2005/8/layout/default"/>
    <dgm:cxn modelId="{DDDDFDBA-2C00-417D-B93A-D0FBFEAAEBDD}" type="presParOf" srcId="{F53B8CCF-6931-4EC5-9955-8AD93369CD33}" destId="{6A900106-3199-46B2-B4B9-51456135BE25}" srcOrd="1" destOrd="0" presId="urn:microsoft.com/office/officeart/2005/8/layout/default"/>
    <dgm:cxn modelId="{884B832E-9881-4B0F-9D97-8CEF918C4175}" type="presParOf" srcId="{F53B8CCF-6931-4EC5-9955-8AD93369CD33}" destId="{1275AD5F-4376-4F11-B75B-55A1C517C0F4}" srcOrd="2" destOrd="0" presId="urn:microsoft.com/office/officeart/2005/8/layout/default"/>
    <dgm:cxn modelId="{5424EF22-AB86-46F5-9575-CEDA6134DD74}" type="presParOf" srcId="{F53B8CCF-6931-4EC5-9955-8AD93369CD33}" destId="{1D95AFE2-B131-4099-A0F4-F37AF7F41539}" srcOrd="3" destOrd="0" presId="urn:microsoft.com/office/officeart/2005/8/layout/default"/>
    <dgm:cxn modelId="{B0CBE61B-BD62-4AF8-B00C-748888F92136}" type="presParOf" srcId="{F53B8CCF-6931-4EC5-9955-8AD93369CD33}" destId="{6249B052-451F-4A92-B9DF-BA5CF1ECD8F9}" srcOrd="4" destOrd="0" presId="urn:microsoft.com/office/officeart/2005/8/layout/default"/>
    <dgm:cxn modelId="{C5846C3E-A5F0-4B30-851A-403FE79AF101}" type="presParOf" srcId="{F53B8CCF-6931-4EC5-9955-8AD93369CD33}" destId="{D229FD0C-A1E6-450D-A9B3-9BBF8AD2F44C}" srcOrd="5" destOrd="0" presId="urn:microsoft.com/office/officeart/2005/8/layout/default"/>
    <dgm:cxn modelId="{9BF49431-C795-4A69-AD5E-78B73DA69C53}" type="presParOf" srcId="{F53B8CCF-6931-4EC5-9955-8AD93369CD33}" destId="{6A6AA556-740D-4E3A-9BE0-43918D311168}" srcOrd="6" destOrd="0" presId="urn:microsoft.com/office/officeart/2005/8/layout/default"/>
    <dgm:cxn modelId="{2615CB9A-1AAB-4F17-8899-40EC7DF692AC}" type="presParOf" srcId="{F53B8CCF-6931-4EC5-9955-8AD93369CD33}" destId="{B4CF2753-A22A-487E-993D-A1253F680B96}" srcOrd="7" destOrd="0" presId="urn:microsoft.com/office/officeart/2005/8/layout/default"/>
    <dgm:cxn modelId="{19FAE418-B718-472B-B552-A0F210877AE6}" type="presParOf" srcId="{F53B8CCF-6931-4EC5-9955-8AD93369CD33}" destId="{C9F5A36C-5743-41AB-B927-FF8A88FE822F}" srcOrd="8" destOrd="0" presId="urn:microsoft.com/office/officeart/2005/8/layout/default"/>
    <dgm:cxn modelId="{4D0D4B81-F3FB-4779-BC95-B6F8287BD96C}" type="presParOf" srcId="{F53B8CCF-6931-4EC5-9955-8AD93369CD33}" destId="{6771330F-F889-4E86-AC3B-A7F742E53E5B}" srcOrd="9" destOrd="0" presId="urn:microsoft.com/office/officeart/2005/8/layout/default"/>
    <dgm:cxn modelId="{5C477CAD-DFD4-434F-B3D9-F194D87F62C9}" type="presParOf" srcId="{F53B8CCF-6931-4EC5-9955-8AD93369CD33}" destId="{D2175846-6D77-4CC7-82A6-A349938088D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B1435C-A2E7-43DE-A4DE-AE5A136D3B0F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EF4CF8-EA18-478F-AE5B-8B6A1C27A678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777230CD-88AD-439B-B4F1-FAB2C98DC5A5}" type="parTrans" cxnId="{FC6DD5DA-F6FB-4729-87AF-4CC3D9907423}">
      <dgm:prSet/>
      <dgm:spPr/>
      <dgm:t>
        <a:bodyPr/>
        <a:lstStyle/>
        <a:p>
          <a:endParaRPr lang="en-US"/>
        </a:p>
      </dgm:t>
    </dgm:pt>
    <dgm:pt modelId="{C90B2400-B8C1-4C98-B57E-96F32129DCF4}" type="sibTrans" cxnId="{FC6DD5DA-F6FB-4729-87AF-4CC3D9907423}">
      <dgm:prSet/>
      <dgm:spPr/>
      <dgm:t>
        <a:bodyPr/>
        <a:lstStyle/>
        <a:p>
          <a:endParaRPr lang="en-US"/>
        </a:p>
      </dgm:t>
    </dgm:pt>
    <dgm:pt modelId="{26314F25-FCB2-4D7F-9C71-C436140F8767}">
      <dgm:prSet/>
      <dgm:spPr/>
      <dgm:t>
        <a:bodyPr/>
        <a:lstStyle/>
        <a:p>
          <a:r>
            <a:rPr lang="en-US" dirty="0"/>
            <a:t>STATE REPRESENTATION</a:t>
          </a:r>
        </a:p>
      </dgm:t>
    </dgm:pt>
    <dgm:pt modelId="{333BA094-7ADF-45A6-9D72-15F926E272C3}" type="parTrans" cxnId="{45230140-3D7C-45FA-9778-1A7A10FEDE84}">
      <dgm:prSet/>
      <dgm:spPr/>
      <dgm:t>
        <a:bodyPr/>
        <a:lstStyle/>
        <a:p>
          <a:endParaRPr lang="en-US"/>
        </a:p>
      </dgm:t>
    </dgm:pt>
    <dgm:pt modelId="{06E30CBD-A50B-4177-84FA-23F879774D80}" type="sibTrans" cxnId="{45230140-3D7C-45FA-9778-1A7A10FEDE84}">
      <dgm:prSet/>
      <dgm:spPr/>
      <dgm:t>
        <a:bodyPr/>
        <a:lstStyle/>
        <a:p>
          <a:endParaRPr lang="en-US"/>
        </a:p>
      </dgm:t>
    </dgm:pt>
    <dgm:pt modelId="{2B1B2030-9F40-46A4-81F1-99EF0C63A8C2}">
      <dgm:prSet/>
      <dgm:spPr/>
      <dgm:t>
        <a:bodyPr/>
        <a:lstStyle/>
        <a:p>
          <a:r>
            <a:rPr lang="en-US"/>
            <a:t>CONSTRAINTS</a:t>
          </a:r>
        </a:p>
      </dgm:t>
    </dgm:pt>
    <dgm:pt modelId="{3295A0D3-9EF9-4724-ABB5-AEA45762908B}" type="parTrans" cxnId="{603379E9-7E1F-4A72-B402-8B700C7E21AC}">
      <dgm:prSet/>
      <dgm:spPr/>
      <dgm:t>
        <a:bodyPr/>
        <a:lstStyle/>
        <a:p>
          <a:endParaRPr lang="en-US"/>
        </a:p>
      </dgm:t>
    </dgm:pt>
    <dgm:pt modelId="{5388B867-30EA-43B2-A275-63618570FB59}" type="sibTrans" cxnId="{603379E9-7E1F-4A72-B402-8B700C7E21AC}">
      <dgm:prSet/>
      <dgm:spPr/>
      <dgm:t>
        <a:bodyPr/>
        <a:lstStyle/>
        <a:p>
          <a:endParaRPr lang="en-US"/>
        </a:p>
      </dgm:t>
    </dgm:pt>
    <dgm:pt modelId="{C984C6C5-864D-42EF-8DF8-61A2766CC214}">
      <dgm:prSet/>
      <dgm:spPr/>
      <dgm:t>
        <a:bodyPr/>
        <a:lstStyle/>
        <a:p>
          <a:r>
            <a:rPr lang="en-US" dirty="0"/>
            <a:t>SOLUTION APPROACHES</a:t>
          </a:r>
        </a:p>
      </dgm:t>
    </dgm:pt>
    <dgm:pt modelId="{CB108C26-C947-460C-AC38-F6611E0C762A}" type="parTrans" cxnId="{2D7E974B-571B-4527-8789-68730578CDDA}">
      <dgm:prSet/>
      <dgm:spPr/>
      <dgm:t>
        <a:bodyPr/>
        <a:lstStyle/>
        <a:p>
          <a:endParaRPr lang="en-US"/>
        </a:p>
      </dgm:t>
    </dgm:pt>
    <dgm:pt modelId="{2EDE34E3-3EE6-427D-95BB-008A1C982390}" type="sibTrans" cxnId="{2D7E974B-571B-4527-8789-68730578CDDA}">
      <dgm:prSet/>
      <dgm:spPr/>
      <dgm:t>
        <a:bodyPr/>
        <a:lstStyle/>
        <a:p>
          <a:endParaRPr lang="en-US"/>
        </a:p>
      </dgm:t>
    </dgm:pt>
    <dgm:pt modelId="{65A2E6BB-DEA5-4AEF-A460-9917E07C776F}">
      <dgm:prSet/>
      <dgm:spPr/>
      <dgm:t>
        <a:bodyPr/>
        <a:lstStyle/>
        <a:p>
          <a:r>
            <a:rPr lang="en-US"/>
            <a:t>EXAMPLE</a:t>
          </a:r>
        </a:p>
      </dgm:t>
    </dgm:pt>
    <dgm:pt modelId="{4ADF23EF-D957-4D0F-8620-8B67388ACB8E}" type="parTrans" cxnId="{0188EF05-8551-4045-9523-5315B91647EA}">
      <dgm:prSet/>
      <dgm:spPr/>
      <dgm:t>
        <a:bodyPr/>
        <a:lstStyle/>
        <a:p>
          <a:endParaRPr lang="en-US"/>
        </a:p>
      </dgm:t>
    </dgm:pt>
    <dgm:pt modelId="{863E7AE6-2694-4EE9-975A-A5720A66B22B}" type="sibTrans" cxnId="{0188EF05-8551-4045-9523-5315B91647EA}">
      <dgm:prSet/>
      <dgm:spPr/>
      <dgm:t>
        <a:bodyPr/>
        <a:lstStyle/>
        <a:p>
          <a:endParaRPr lang="en-US"/>
        </a:p>
      </dgm:t>
    </dgm:pt>
    <dgm:pt modelId="{3405EA43-A2D3-45C8-9869-B4CEA1A560D3}">
      <dgm:prSet/>
      <dgm:spPr/>
      <dgm:t>
        <a:bodyPr/>
        <a:lstStyle/>
        <a:p>
          <a:r>
            <a:rPr lang="en-US"/>
            <a:t>APPLICATIONS</a:t>
          </a:r>
        </a:p>
      </dgm:t>
    </dgm:pt>
    <dgm:pt modelId="{410A81A8-79C2-4944-B5FD-26CE335BBD19}" type="parTrans" cxnId="{6ED85F64-E1A8-48A9-A85A-B24B90078D11}">
      <dgm:prSet/>
      <dgm:spPr/>
      <dgm:t>
        <a:bodyPr/>
        <a:lstStyle/>
        <a:p>
          <a:endParaRPr lang="en-US"/>
        </a:p>
      </dgm:t>
    </dgm:pt>
    <dgm:pt modelId="{BF05C226-6AB4-4BB1-BF42-BAB1CF4F3B65}" type="sibTrans" cxnId="{6ED85F64-E1A8-48A9-A85A-B24B90078D11}">
      <dgm:prSet/>
      <dgm:spPr/>
      <dgm:t>
        <a:bodyPr/>
        <a:lstStyle/>
        <a:p>
          <a:endParaRPr lang="en-US"/>
        </a:p>
      </dgm:t>
    </dgm:pt>
    <dgm:pt modelId="{2FB363BB-914D-4854-8CFC-1DBF5BB5BC66}" type="pres">
      <dgm:prSet presAssocID="{65B1435C-A2E7-43DE-A4DE-AE5A136D3B0F}" presName="diagram" presStyleCnt="0">
        <dgm:presLayoutVars>
          <dgm:dir/>
          <dgm:resizeHandles val="exact"/>
        </dgm:presLayoutVars>
      </dgm:prSet>
      <dgm:spPr/>
    </dgm:pt>
    <dgm:pt modelId="{EB7CDC51-623D-441C-9AFB-867E4B48A725}" type="pres">
      <dgm:prSet presAssocID="{19EF4CF8-EA18-478F-AE5B-8B6A1C27A678}" presName="node" presStyleLbl="node1" presStyleIdx="0" presStyleCnt="6">
        <dgm:presLayoutVars>
          <dgm:bulletEnabled val="1"/>
        </dgm:presLayoutVars>
      </dgm:prSet>
      <dgm:spPr/>
    </dgm:pt>
    <dgm:pt modelId="{BA206DFB-DC53-4CCE-BAE6-0282B0AC5EEA}" type="pres">
      <dgm:prSet presAssocID="{C90B2400-B8C1-4C98-B57E-96F32129DCF4}" presName="sibTrans" presStyleCnt="0"/>
      <dgm:spPr/>
    </dgm:pt>
    <dgm:pt modelId="{444A6016-DADE-4CC1-94FE-222735285B81}" type="pres">
      <dgm:prSet presAssocID="{26314F25-FCB2-4D7F-9C71-C436140F8767}" presName="node" presStyleLbl="node1" presStyleIdx="1" presStyleCnt="6">
        <dgm:presLayoutVars>
          <dgm:bulletEnabled val="1"/>
        </dgm:presLayoutVars>
      </dgm:prSet>
      <dgm:spPr/>
    </dgm:pt>
    <dgm:pt modelId="{1DD11E43-AD35-439A-B784-6249E8A4D1C7}" type="pres">
      <dgm:prSet presAssocID="{06E30CBD-A50B-4177-84FA-23F879774D80}" presName="sibTrans" presStyleCnt="0"/>
      <dgm:spPr/>
    </dgm:pt>
    <dgm:pt modelId="{6FB7DEA5-5943-45BD-88CF-F2A12CAD4860}" type="pres">
      <dgm:prSet presAssocID="{2B1B2030-9F40-46A4-81F1-99EF0C63A8C2}" presName="node" presStyleLbl="node1" presStyleIdx="2" presStyleCnt="6">
        <dgm:presLayoutVars>
          <dgm:bulletEnabled val="1"/>
        </dgm:presLayoutVars>
      </dgm:prSet>
      <dgm:spPr/>
    </dgm:pt>
    <dgm:pt modelId="{7FDE5B8C-8CC5-4894-9C4A-1F48825548D2}" type="pres">
      <dgm:prSet presAssocID="{5388B867-30EA-43B2-A275-63618570FB59}" presName="sibTrans" presStyleCnt="0"/>
      <dgm:spPr/>
    </dgm:pt>
    <dgm:pt modelId="{D13F1496-3649-495E-BC33-7A05537F07C3}" type="pres">
      <dgm:prSet presAssocID="{C984C6C5-864D-42EF-8DF8-61A2766CC214}" presName="node" presStyleLbl="node1" presStyleIdx="3" presStyleCnt="6">
        <dgm:presLayoutVars>
          <dgm:bulletEnabled val="1"/>
        </dgm:presLayoutVars>
      </dgm:prSet>
      <dgm:spPr/>
    </dgm:pt>
    <dgm:pt modelId="{62A8383C-0FA0-440C-9822-706A020AB0BB}" type="pres">
      <dgm:prSet presAssocID="{2EDE34E3-3EE6-427D-95BB-008A1C982390}" presName="sibTrans" presStyleCnt="0"/>
      <dgm:spPr/>
    </dgm:pt>
    <dgm:pt modelId="{B8F7422B-CAF2-4B59-AAD3-92CCC58BF525}" type="pres">
      <dgm:prSet presAssocID="{65A2E6BB-DEA5-4AEF-A460-9917E07C776F}" presName="node" presStyleLbl="node1" presStyleIdx="4" presStyleCnt="6">
        <dgm:presLayoutVars>
          <dgm:bulletEnabled val="1"/>
        </dgm:presLayoutVars>
      </dgm:prSet>
      <dgm:spPr/>
    </dgm:pt>
    <dgm:pt modelId="{A0537683-1DC0-4378-AE49-10DB7BEB7611}" type="pres">
      <dgm:prSet presAssocID="{863E7AE6-2694-4EE9-975A-A5720A66B22B}" presName="sibTrans" presStyleCnt="0"/>
      <dgm:spPr/>
    </dgm:pt>
    <dgm:pt modelId="{AA6C3322-628D-4D86-8E00-66FE0E9424BF}" type="pres">
      <dgm:prSet presAssocID="{3405EA43-A2D3-45C8-9869-B4CEA1A560D3}" presName="node" presStyleLbl="node1" presStyleIdx="5" presStyleCnt="6">
        <dgm:presLayoutVars>
          <dgm:bulletEnabled val="1"/>
        </dgm:presLayoutVars>
      </dgm:prSet>
      <dgm:spPr/>
    </dgm:pt>
  </dgm:ptLst>
  <dgm:cxnLst>
    <dgm:cxn modelId="{0188EF05-8551-4045-9523-5315B91647EA}" srcId="{65B1435C-A2E7-43DE-A4DE-AE5A136D3B0F}" destId="{65A2E6BB-DEA5-4AEF-A460-9917E07C776F}" srcOrd="4" destOrd="0" parTransId="{4ADF23EF-D957-4D0F-8620-8B67388ACB8E}" sibTransId="{863E7AE6-2694-4EE9-975A-A5720A66B22B}"/>
    <dgm:cxn modelId="{780F6C1A-1389-4A70-BBCA-FF6419CDEF96}" type="presOf" srcId="{3405EA43-A2D3-45C8-9869-B4CEA1A560D3}" destId="{AA6C3322-628D-4D86-8E00-66FE0E9424BF}" srcOrd="0" destOrd="0" presId="urn:microsoft.com/office/officeart/2005/8/layout/default"/>
    <dgm:cxn modelId="{C5788F36-DD1B-48BF-A4CB-27BF7408DABB}" type="presOf" srcId="{65B1435C-A2E7-43DE-A4DE-AE5A136D3B0F}" destId="{2FB363BB-914D-4854-8CFC-1DBF5BB5BC66}" srcOrd="0" destOrd="0" presId="urn:microsoft.com/office/officeart/2005/8/layout/default"/>
    <dgm:cxn modelId="{45230140-3D7C-45FA-9778-1A7A10FEDE84}" srcId="{65B1435C-A2E7-43DE-A4DE-AE5A136D3B0F}" destId="{26314F25-FCB2-4D7F-9C71-C436140F8767}" srcOrd="1" destOrd="0" parTransId="{333BA094-7ADF-45A6-9D72-15F926E272C3}" sibTransId="{06E30CBD-A50B-4177-84FA-23F879774D80}"/>
    <dgm:cxn modelId="{6ED85F64-E1A8-48A9-A85A-B24B90078D11}" srcId="{65B1435C-A2E7-43DE-A4DE-AE5A136D3B0F}" destId="{3405EA43-A2D3-45C8-9869-B4CEA1A560D3}" srcOrd="5" destOrd="0" parTransId="{410A81A8-79C2-4944-B5FD-26CE335BBD19}" sibTransId="{BF05C226-6AB4-4BB1-BF42-BAB1CF4F3B65}"/>
    <dgm:cxn modelId="{2D7E974B-571B-4527-8789-68730578CDDA}" srcId="{65B1435C-A2E7-43DE-A4DE-AE5A136D3B0F}" destId="{C984C6C5-864D-42EF-8DF8-61A2766CC214}" srcOrd="3" destOrd="0" parTransId="{CB108C26-C947-460C-AC38-F6611E0C762A}" sibTransId="{2EDE34E3-3EE6-427D-95BB-008A1C982390}"/>
    <dgm:cxn modelId="{7799DF8F-68DB-498F-8B06-AFBB3404D9C9}" type="presOf" srcId="{26314F25-FCB2-4D7F-9C71-C436140F8767}" destId="{444A6016-DADE-4CC1-94FE-222735285B81}" srcOrd="0" destOrd="0" presId="urn:microsoft.com/office/officeart/2005/8/layout/default"/>
    <dgm:cxn modelId="{7E915192-26E5-4434-B377-CF6D8187C530}" type="presOf" srcId="{2B1B2030-9F40-46A4-81F1-99EF0C63A8C2}" destId="{6FB7DEA5-5943-45BD-88CF-F2A12CAD4860}" srcOrd="0" destOrd="0" presId="urn:microsoft.com/office/officeart/2005/8/layout/default"/>
    <dgm:cxn modelId="{7F5DB193-38F0-4289-AA82-E32C8AF9949F}" type="presOf" srcId="{C984C6C5-864D-42EF-8DF8-61A2766CC214}" destId="{D13F1496-3649-495E-BC33-7A05537F07C3}" srcOrd="0" destOrd="0" presId="urn:microsoft.com/office/officeart/2005/8/layout/default"/>
    <dgm:cxn modelId="{BC348ED0-C870-41BB-9132-FE2207F5CE21}" type="presOf" srcId="{19EF4CF8-EA18-478F-AE5B-8B6A1C27A678}" destId="{EB7CDC51-623D-441C-9AFB-867E4B48A725}" srcOrd="0" destOrd="0" presId="urn:microsoft.com/office/officeart/2005/8/layout/default"/>
    <dgm:cxn modelId="{FC6DD5DA-F6FB-4729-87AF-4CC3D9907423}" srcId="{65B1435C-A2E7-43DE-A4DE-AE5A136D3B0F}" destId="{19EF4CF8-EA18-478F-AE5B-8B6A1C27A678}" srcOrd="0" destOrd="0" parTransId="{777230CD-88AD-439B-B4F1-FAB2C98DC5A5}" sibTransId="{C90B2400-B8C1-4C98-B57E-96F32129DCF4}"/>
    <dgm:cxn modelId="{8106FFE5-73D6-488D-9109-1353BD72A26D}" type="presOf" srcId="{65A2E6BB-DEA5-4AEF-A460-9917E07C776F}" destId="{B8F7422B-CAF2-4B59-AAD3-92CCC58BF525}" srcOrd="0" destOrd="0" presId="urn:microsoft.com/office/officeart/2005/8/layout/default"/>
    <dgm:cxn modelId="{603379E9-7E1F-4A72-B402-8B700C7E21AC}" srcId="{65B1435C-A2E7-43DE-A4DE-AE5A136D3B0F}" destId="{2B1B2030-9F40-46A4-81F1-99EF0C63A8C2}" srcOrd="2" destOrd="0" parTransId="{3295A0D3-9EF9-4724-ABB5-AEA45762908B}" sibTransId="{5388B867-30EA-43B2-A275-63618570FB59}"/>
    <dgm:cxn modelId="{DA2BDBEE-C97B-4D89-A2B5-AD87EEBE61DD}" type="presParOf" srcId="{2FB363BB-914D-4854-8CFC-1DBF5BB5BC66}" destId="{EB7CDC51-623D-441C-9AFB-867E4B48A725}" srcOrd="0" destOrd="0" presId="urn:microsoft.com/office/officeart/2005/8/layout/default"/>
    <dgm:cxn modelId="{18F8102C-A08A-48F3-B213-13F274988BAB}" type="presParOf" srcId="{2FB363BB-914D-4854-8CFC-1DBF5BB5BC66}" destId="{BA206DFB-DC53-4CCE-BAE6-0282B0AC5EEA}" srcOrd="1" destOrd="0" presId="urn:microsoft.com/office/officeart/2005/8/layout/default"/>
    <dgm:cxn modelId="{D804BE3E-D40E-4A23-801F-D3BB51677F34}" type="presParOf" srcId="{2FB363BB-914D-4854-8CFC-1DBF5BB5BC66}" destId="{444A6016-DADE-4CC1-94FE-222735285B81}" srcOrd="2" destOrd="0" presId="urn:microsoft.com/office/officeart/2005/8/layout/default"/>
    <dgm:cxn modelId="{3A983122-8DE5-4894-BBEE-0A7280067E8C}" type="presParOf" srcId="{2FB363BB-914D-4854-8CFC-1DBF5BB5BC66}" destId="{1DD11E43-AD35-439A-B784-6249E8A4D1C7}" srcOrd="3" destOrd="0" presId="urn:microsoft.com/office/officeart/2005/8/layout/default"/>
    <dgm:cxn modelId="{9A9BFC04-7FF8-4493-8C3E-75680475B43C}" type="presParOf" srcId="{2FB363BB-914D-4854-8CFC-1DBF5BB5BC66}" destId="{6FB7DEA5-5943-45BD-88CF-F2A12CAD4860}" srcOrd="4" destOrd="0" presId="urn:microsoft.com/office/officeart/2005/8/layout/default"/>
    <dgm:cxn modelId="{936137DB-9A7B-4042-9F99-5859856DFC9D}" type="presParOf" srcId="{2FB363BB-914D-4854-8CFC-1DBF5BB5BC66}" destId="{7FDE5B8C-8CC5-4894-9C4A-1F48825548D2}" srcOrd="5" destOrd="0" presId="urn:microsoft.com/office/officeart/2005/8/layout/default"/>
    <dgm:cxn modelId="{2F4BB9F0-1A2F-45FD-950C-2EDFC9E8BAF2}" type="presParOf" srcId="{2FB363BB-914D-4854-8CFC-1DBF5BB5BC66}" destId="{D13F1496-3649-495E-BC33-7A05537F07C3}" srcOrd="6" destOrd="0" presId="urn:microsoft.com/office/officeart/2005/8/layout/default"/>
    <dgm:cxn modelId="{96DC4B5C-DA52-4DA7-9292-82692ABB9CC0}" type="presParOf" srcId="{2FB363BB-914D-4854-8CFC-1DBF5BB5BC66}" destId="{62A8383C-0FA0-440C-9822-706A020AB0BB}" srcOrd="7" destOrd="0" presId="urn:microsoft.com/office/officeart/2005/8/layout/default"/>
    <dgm:cxn modelId="{5C626BA9-578E-4E34-9E5C-0D939DEB037C}" type="presParOf" srcId="{2FB363BB-914D-4854-8CFC-1DBF5BB5BC66}" destId="{B8F7422B-CAF2-4B59-AAD3-92CCC58BF525}" srcOrd="8" destOrd="0" presId="urn:microsoft.com/office/officeart/2005/8/layout/default"/>
    <dgm:cxn modelId="{0DF1E170-76A7-4254-A195-ED87EEB43C1B}" type="presParOf" srcId="{2FB363BB-914D-4854-8CFC-1DBF5BB5BC66}" destId="{A0537683-1DC0-4378-AE49-10DB7BEB7611}" srcOrd="9" destOrd="0" presId="urn:microsoft.com/office/officeart/2005/8/layout/default"/>
    <dgm:cxn modelId="{509816CE-C26F-4D4B-A01C-1809263F54E2}" type="presParOf" srcId="{2FB363BB-914D-4854-8CFC-1DBF5BB5BC66}" destId="{AA6C3322-628D-4D86-8E00-66FE0E9424B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97941E-4F30-4F95-A22A-F4FF2DE6ECB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BD48B6-4A3E-43C0-B694-8BFDF637A80B}">
      <dgm:prSet/>
      <dgm:spPr/>
      <dgm:t>
        <a:bodyPr/>
        <a:lstStyle/>
        <a:p>
          <a:r>
            <a:rPr lang="en-US"/>
            <a:t>A simple environment for testing agent programs</a:t>
          </a:r>
        </a:p>
      </dgm:t>
    </dgm:pt>
    <dgm:pt modelId="{6A200624-0235-447B-89D9-D3166896BA39}" type="parTrans" cxnId="{FAD616D4-C5D2-4544-ABD0-F65697CE50DB}">
      <dgm:prSet/>
      <dgm:spPr/>
      <dgm:t>
        <a:bodyPr/>
        <a:lstStyle/>
        <a:p>
          <a:endParaRPr lang="en-US"/>
        </a:p>
      </dgm:t>
    </dgm:pt>
    <dgm:pt modelId="{A00BAC6D-ACCE-41E6-A591-630F7C300DBE}" type="sibTrans" cxnId="{FAD616D4-C5D2-4544-ABD0-F65697CE50DB}">
      <dgm:prSet/>
      <dgm:spPr/>
      <dgm:t>
        <a:bodyPr/>
        <a:lstStyle/>
        <a:p>
          <a:endParaRPr lang="en-US"/>
        </a:p>
      </dgm:t>
    </dgm:pt>
    <dgm:pt modelId="{45EADE2C-B0BA-48D3-AF7C-70C94ABD0508}">
      <dgm:prSet/>
      <dgm:spPr/>
      <dgm:t>
        <a:bodyPr/>
        <a:lstStyle/>
        <a:p>
          <a:r>
            <a:rPr lang="en-US"/>
            <a:t>Contains a grid with two or more squares</a:t>
          </a:r>
        </a:p>
      </dgm:t>
    </dgm:pt>
    <dgm:pt modelId="{59F9EF83-7E92-4864-A782-13CC24B5B229}" type="parTrans" cxnId="{249ED9F8-758C-46EA-80A1-90769BB5FC9E}">
      <dgm:prSet/>
      <dgm:spPr/>
      <dgm:t>
        <a:bodyPr/>
        <a:lstStyle/>
        <a:p>
          <a:endParaRPr lang="en-US"/>
        </a:p>
      </dgm:t>
    </dgm:pt>
    <dgm:pt modelId="{007AFB92-F1A9-4C02-B8F2-CFBCB367E5C1}" type="sibTrans" cxnId="{249ED9F8-758C-46EA-80A1-90769BB5FC9E}">
      <dgm:prSet/>
      <dgm:spPr/>
      <dgm:t>
        <a:bodyPr/>
        <a:lstStyle/>
        <a:p>
          <a:endParaRPr lang="en-US"/>
        </a:p>
      </dgm:t>
    </dgm:pt>
    <dgm:pt modelId="{58B15E5D-C255-4D2F-9504-3CE95889B271}">
      <dgm:prSet/>
      <dgm:spPr/>
      <dgm:t>
        <a:bodyPr/>
        <a:lstStyle/>
        <a:p>
          <a:r>
            <a:rPr lang="en-US"/>
            <a:t>Each square can be either clean or dirty</a:t>
          </a:r>
        </a:p>
      </dgm:t>
    </dgm:pt>
    <dgm:pt modelId="{BBB887B4-4944-4056-95C5-3F566888CA69}" type="parTrans" cxnId="{9317A6BC-03D4-4BEE-9CAA-C9618F333ADB}">
      <dgm:prSet/>
      <dgm:spPr/>
      <dgm:t>
        <a:bodyPr/>
        <a:lstStyle/>
        <a:p>
          <a:endParaRPr lang="en-US"/>
        </a:p>
      </dgm:t>
    </dgm:pt>
    <dgm:pt modelId="{A3D502C6-5D23-40B1-ACB4-3C67C9A009EB}" type="sibTrans" cxnId="{9317A6BC-03D4-4BEE-9CAA-C9618F333ADB}">
      <dgm:prSet/>
      <dgm:spPr/>
      <dgm:t>
        <a:bodyPr/>
        <a:lstStyle/>
        <a:p>
          <a:endParaRPr lang="en-US"/>
        </a:p>
      </dgm:t>
    </dgm:pt>
    <dgm:pt modelId="{0396F01F-8333-460E-B48D-80733D3E0A02}">
      <dgm:prSet/>
      <dgm:spPr/>
      <dgm:t>
        <a:bodyPr/>
        <a:lstStyle/>
        <a:p>
          <a:r>
            <a:rPr lang="en-US"/>
            <a:t>Agent can move between squares and clean dirty squares </a:t>
          </a:r>
        </a:p>
      </dgm:t>
    </dgm:pt>
    <dgm:pt modelId="{7D702980-D746-469B-BA8F-F407F491B909}" type="parTrans" cxnId="{CBBC933D-5695-4913-A189-C3485C8D6093}">
      <dgm:prSet/>
      <dgm:spPr/>
      <dgm:t>
        <a:bodyPr/>
        <a:lstStyle/>
        <a:p>
          <a:endParaRPr lang="en-US"/>
        </a:p>
      </dgm:t>
    </dgm:pt>
    <dgm:pt modelId="{C2AC18EC-F86A-448A-9F16-52AA87895286}" type="sibTrans" cxnId="{CBBC933D-5695-4913-A189-C3485C8D6093}">
      <dgm:prSet/>
      <dgm:spPr/>
      <dgm:t>
        <a:bodyPr/>
        <a:lstStyle/>
        <a:p>
          <a:endParaRPr lang="en-US"/>
        </a:p>
      </dgm:t>
    </dgm:pt>
    <dgm:pt modelId="{B9D988B9-EB8A-4A1F-8494-5F6391064B65}" type="pres">
      <dgm:prSet presAssocID="{5F97941E-4F30-4F95-A22A-F4FF2DE6EC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195DC06-4508-4C84-981F-9F4EBEAF5964}" type="pres">
      <dgm:prSet presAssocID="{DBBD48B6-4A3E-43C0-B694-8BFDF637A80B}" presName="hierRoot1" presStyleCnt="0"/>
      <dgm:spPr/>
    </dgm:pt>
    <dgm:pt modelId="{3F71D157-8FDB-49D4-B366-D89DD83E5A91}" type="pres">
      <dgm:prSet presAssocID="{DBBD48B6-4A3E-43C0-B694-8BFDF637A80B}" presName="composite" presStyleCnt="0"/>
      <dgm:spPr/>
    </dgm:pt>
    <dgm:pt modelId="{E58D9BCB-2ED7-4CAA-802C-97E6B9701BD4}" type="pres">
      <dgm:prSet presAssocID="{DBBD48B6-4A3E-43C0-B694-8BFDF637A80B}" presName="background" presStyleLbl="node0" presStyleIdx="0" presStyleCnt="4"/>
      <dgm:spPr/>
    </dgm:pt>
    <dgm:pt modelId="{0214A88E-624E-42DC-840D-68EA3D926BE4}" type="pres">
      <dgm:prSet presAssocID="{DBBD48B6-4A3E-43C0-B694-8BFDF637A80B}" presName="text" presStyleLbl="fgAcc0" presStyleIdx="0" presStyleCnt="4">
        <dgm:presLayoutVars>
          <dgm:chPref val="3"/>
        </dgm:presLayoutVars>
      </dgm:prSet>
      <dgm:spPr/>
    </dgm:pt>
    <dgm:pt modelId="{2B481F98-8EF1-4FC5-852C-0C441716689B}" type="pres">
      <dgm:prSet presAssocID="{DBBD48B6-4A3E-43C0-B694-8BFDF637A80B}" presName="hierChild2" presStyleCnt="0"/>
      <dgm:spPr/>
    </dgm:pt>
    <dgm:pt modelId="{0288D758-1C32-4F26-A1A0-F33FF3E60907}" type="pres">
      <dgm:prSet presAssocID="{45EADE2C-B0BA-48D3-AF7C-70C94ABD0508}" presName="hierRoot1" presStyleCnt="0"/>
      <dgm:spPr/>
    </dgm:pt>
    <dgm:pt modelId="{81FC7AFD-18EB-4B60-B36E-FAC041E45787}" type="pres">
      <dgm:prSet presAssocID="{45EADE2C-B0BA-48D3-AF7C-70C94ABD0508}" presName="composite" presStyleCnt="0"/>
      <dgm:spPr/>
    </dgm:pt>
    <dgm:pt modelId="{05C008E3-92B5-42EF-9636-13141E9B60F4}" type="pres">
      <dgm:prSet presAssocID="{45EADE2C-B0BA-48D3-AF7C-70C94ABD0508}" presName="background" presStyleLbl="node0" presStyleIdx="1" presStyleCnt="4"/>
      <dgm:spPr/>
    </dgm:pt>
    <dgm:pt modelId="{18DCC2F5-1AB0-43D1-BD76-1B7FA7412C8E}" type="pres">
      <dgm:prSet presAssocID="{45EADE2C-B0BA-48D3-AF7C-70C94ABD0508}" presName="text" presStyleLbl="fgAcc0" presStyleIdx="1" presStyleCnt="4">
        <dgm:presLayoutVars>
          <dgm:chPref val="3"/>
        </dgm:presLayoutVars>
      </dgm:prSet>
      <dgm:spPr/>
    </dgm:pt>
    <dgm:pt modelId="{ECDAEE51-A087-4C78-B6CE-9830E9C87576}" type="pres">
      <dgm:prSet presAssocID="{45EADE2C-B0BA-48D3-AF7C-70C94ABD0508}" presName="hierChild2" presStyleCnt="0"/>
      <dgm:spPr/>
    </dgm:pt>
    <dgm:pt modelId="{DE8AFC64-5B91-4060-9600-483C5ADD8923}" type="pres">
      <dgm:prSet presAssocID="{58B15E5D-C255-4D2F-9504-3CE95889B271}" presName="hierRoot1" presStyleCnt="0"/>
      <dgm:spPr/>
    </dgm:pt>
    <dgm:pt modelId="{E721482C-3F92-4655-92C9-E82D44C52F10}" type="pres">
      <dgm:prSet presAssocID="{58B15E5D-C255-4D2F-9504-3CE95889B271}" presName="composite" presStyleCnt="0"/>
      <dgm:spPr/>
    </dgm:pt>
    <dgm:pt modelId="{37F519A9-8DF5-4C2B-9A44-AABC5EC2105B}" type="pres">
      <dgm:prSet presAssocID="{58B15E5D-C255-4D2F-9504-3CE95889B271}" presName="background" presStyleLbl="node0" presStyleIdx="2" presStyleCnt="4"/>
      <dgm:spPr/>
    </dgm:pt>
    <dgm:pt modelId="{C58248EF-88B0-40F9-B0F1-BD7BC644C41D}" type="pres">
      <dgm:prSet presAssocID="{58B15E5D-C255-4D2F-9504-3CE95889B271}" presName="text" presStyleLbl="fgAcc0" presStyleIdx="2" presStyleCnt="4">
        <dgm:presLayoutVars>
          <dgm:chPref val="3"/>
        </dgm:presLayoutVars>
      </dgm:prSet>
      <dgm:spPr/>
    </dgm:pt>
    <dgm:pt modelId="{0EA1C2E5-42E4-4A70-A809-7AE33B0A0B6A}" type="pres">
      <dgm:prSet presAssocID="{58B15E5D-C255-4D2F-9504-3CE95889B271}" presName="hierChild2" presStyleCnt="0"/>
      <dgm:spPr/>
    </dgm:pt>
    <dgm:pt modelId="{37146EE5-C681-40F6-8E07-CF8B740DF8B8}" type="pres">
      <dgm:prSet presAssocID="{0396F01F-8333-460E-B48D-80733D3E0A02}" presName="hierRoot1" presStyleCnt="0"/>
      <dgm:spPr/>
    </dgm:pt>
    <dgm:pt modelId="{967E9B9C-B492-4B82-8852-8E0F0C4923F9}" type="pres">
      <dgm:prSet presAssocID="{0396F01F-8333-460E-B48D-80733D3E0A02}" presName="composite" presStyleCnt="0"/>
      <dgm:spPr/>
    </dgm:pt>
    <dgm:pt modelId="{DF69B383-714E-4F94-B9AD-60C28C31279C}" type="pres">
      <dgm:prSet presAssocID="{0396F01F-8333-460E-B48D-80733D3E0A02}" presName="background" presStyleLbl="node0" presStyleIdx="3" presStyleCnt="4"/>
      <dgm:spPr/>
    </dgm:pt>
    <dgm:pt modelId="{98FF4796-2FA2-40A5-BF44-6C780DC1055B}" type="pres">
      <dgm:prSet presAssocID="{0396F01F-8333-460E-B48D-80733D3E0A02}" presName="text" presStyleLbl="fgAcc0" presStyleIdx="3" presStyleCnt="4">
        <dgm:presLayoutVars>
          <dgm:chPref val="3"/>
        </dgm:presLayoutVars>
      </dgm:prSet>
      <dgm:spPr/>
    </dgm:pt>
    <dgm:pt modelId="{C2511CC5-1874-4767-B986-C633C87CFDA0}" type="pres">
      <dgm:prSet presAssocID="{0396F01F-8333-460E-B48D-80733D3E0A02}" presName="hierChild2" presStyleCnt="0"/>
      <dgm:spPr/>
    </dgm:pt>
  </dgm:ptLst>
  <dgm:cxnLst>
    <dgm:cxn modelId="{A7E24E01-8494-4488-AB45-A0184F12F1A7}" type="presOf" srcId="{5F97941E-4F30-4F95-A22A-F4FF2DE6ECBF}" destId="{B9D988B9-EB8A-4A1F-8494-5F6391064B65}" srcOrd="0" destOrd="0" presId="urn:microsoft.com/office/officeart/2005/8/layout/hierarchy1"/>
    <dgm:cxn modelId="{430F5D35-C26D-4F9E-9E1C-87EAB3255B63}" type="presOf" srcId="{58B15E5D-C255-4D2F-9504-3CE95889B271}" destId="{C58248EF-88B0-40F9-B0F1-BD7BC644C41D}" srcOrd="0" destOrd="0" presId="urn:microsoft.com/office/officeart/2005/8/layout/hierarchy1"/>
    <dgm:cxn modelId="{CBBC933D-5695-4913-A189-C3485C8D6093}" srcId="{5F97941E-4F30-4F95-A22A-F4FF2DE6ECBF}" destId="{0396F01F-8333-460E-B48D-80733D3E0A02}" srcOrd="3" destOrd="0" parTransId="{7D702980-D746-469B-BA8F-F407F491B909}" sibTransId="{C2AC18EC-F86A-448A-9F16-52AA87895286}"/>
    <dgm:cxn modelId="{8FE66466-6B28-4FE5-9D63-A3A935F00EF0}" type="presOf" srcId="{DBBD48B6-4A3E-43C0-B694-8BFDF637A80B}" destId="{0214A88E-624E-42DC-840D-68EA3D926BE4}" srcOrd="0" destOrd="0" presId="urn:microsoft.com/office/officeart/2005/8/layout/hierarchy1"/>
    <dgm:cxn modelId="{2BEE2488-D372-419E-834C-31650703E3A1}" type="presOf" srcId="{45EADE2C-B0BA-48D3-AF7C-70C94ABD0508}" destId="{18DCC2F5-1AB0-43D1-BD76-1B7FA7412C8E}" srcOrd="0" destOrd="0" presId="urn:microsoft.com/office/officeart/2005/8/layout/hierarchy1"/>
    <dgm:cxn modelId="{9317A6BC-03D4-4BEE-9CAA-C9618F333ADB}" srcId="{5F97941E-4F30-4F95-A22A-F4FF2DE6ECBF}" destId="{58B15E5D-C255-4D2F-9504-3CE95889B271}" srcOrd="2" destOrd="0" parTransId="{BBB887B4-4944-4056-95C5-3F566888CA69}" sibTransId="{A3D502C6-5D23-40B1-ACB4-3C67C9A009EB}"/>
    <dgm:cxn modelId="{FAD616D4-C5D2-4544-ABD0-F65697CE50DB}" srcId="{5F97941E-4F30-4F95-A22A-F4FF2DE6ECBF}" destId="{DBBD48B6-4A3E-43C0-B694-8BFDF637A80B}" srcOrd="0" destOrd="0" parTransId="{6A200624-0235-447B-89D9-D3166896BA39}" sibTransId="{A00BAC6D-ACCE-41E6-A591-630F7C300DBE}"/>
    <dgm:cxn modelId="{F72B8FD8-EE64-4F78-8538-4D50548BB860}" type="presOf" srcId="{0396F01F-8333-460E-B48D-80733D3E0A02}" destId="{98FF4796-2FA2-40A5-BF44-6C780DC1055B}" srcOrd="0" destOrd="0" presId="urn:microsoft.com/office/officeart/2005/8/layout/hierarchy1"/>
    <dgm:cxn modelId="{249ED9F8-758C-46EA-80A1-90769BB5FC9E}" srcId="{5F97941E-4F30-4F95-A22A-F4FF2DE6ECBF}" destId="{45EADE2C-B0BA-48D3-AF7C-70C94ABD0508}" srcOrd="1" destOrd="0" parTransId="{59F9EF83-7E92-4864-A782-13CC24B5B229}" sibTransId="{007AFB92-F1A9-4C02-B8F2-CFBCB367E5C1}"/>
    <dgm:cxn modelId="{686A4A0E-373B-407A-9531-60C9A40AAE70}" type="presParOf" srcId="{B9D988B9-EB8A-4A1F-8494-5F6391064B65}" destId="{B195DC06-4508-4C84-981F-9F4EBEAF5964}" srcOrd="0" destOrd="0" presId="urn:microsoft.com/office/officeart/2005/8/layout/hierarchy1"/>
    <dgm:cxn modelId="{775B42A2-DE57-4C83-9C02-2D333C04C882}" type="presParOf" srcId="{B195DC06-4508-4C84-981F-9F4EBEAF5964}" destId="{3F71D157-8FDB-49D4-B366-D89DD83E5A91}" srcOrd="0" destOrd="0" presId="urn:microsoft.com/office/officeart/2005/8/layout/hierarchy1"/>
    <dgm:cxn modelId="{4523F672-A974-4A7F-B4B4-87F86A89BA02}" type="presParOf" srcId="{3F71D157-8FDB-49D4-B366-D89DD83E5A91}" destId="{E58D9BCB-2ED7-4CAA-802C-97E6B9701BD4}" srcOrd="0" destOrd="0" presId="urn:microsoft.com/office/officeart/2005/8/layout/hierarchy1"/>
    <dgm:cxn modelId="{0DFC8858-09A9-4945-831A-AB28D4C08710}" type="presParOf" srcId="{3F71D157-8FDB-49D4-B366-D89DD83E5A91}" destId="{0214A88E-624E-42DC-840D-68EA3D926BE4}" srcOrd="1" destOrd="0" presId="urn:microsoft.com/office/officeart/2005/8/layout/hierarchy1"/>
    <dgm:cxn modelId="{BB5ADEA0-37BD-410D-875F-EEA173E5BFAD}" type="presParOf" srcId="{B195DC06-4508-4C84-981F-9F4EBEAF5964}" destId="{2B481F98-8EF1-4FC5-852C-0C441716689B}" srcOrd="1" destOrd="0" presId="urn:microsoft.com/office/officeart/2005/8/layout/hierarchy1"/>
    <dgm:cxn modelId="{0E33B2B6-59E6-45CA-8493-805BACEC91E6}" type="presParOf" srcId="{B9D988B9-EB8A-4A1F-8494-5F6391064B65}" destId="{0288D758-1C32-4F26-A1A0-F33FF3E60907}" srcOrd="1" destOrd="0" presId="urn:microsoft.com/office/officeart/2005/8/layout/hierarchy1"/>
    <dgm:cxn modelId="{FB85D775-2F7C-4C26-B645-2CB4DF22E905}" type="presParOf" srcId="{0288D758-1C32-4F26-A1A0-F33FF3E60907}" destId="{81FC7AFD-18EB-4B60-B36E-FAC041E45787}" srcOrd="0" destOrd="0" presId="urn:microsoft.com/office/officeart/2005/8/layout/hierarchy1"/>
    <dgm:cxn modelId="{DAE3C08B-E05D-47E4-B590-733F7BA98F45}" type="presParOf" srcId="{81FC7AFD-18EB-4B60-B36E-FAC041E45787}" destId="{05C008E3-92B5-42EF-9636-13141E9B60F4}" srcOrd="0" destOrd="0" presId="urn:microsoft.com/office/officeart/2005/8/layout/hierarchy1"/>
    <dgm:cxn modelId="{633BE398-7F06-4FF1-BBEA-8AC4781FD3CA}" type="presParOf" srcId="{81FC7AFD-18EB-4B60-B36E-FAC041E45787}" destId="{18DCC2F5-1AB0-43D1-BD76-1B7FA7412C8E}" srcOrd="1" destOrd="0" presId="urn:microsoft.com/office/officeart/2005/8/layout/hierarchy1"/>
    <dgm:cxn modelId="{67AD59A6-9948-4BC7-8918-3557C045AFA1}" type="presParOf" srcId="{0288D758-1C32-4F26-A1A0-F33FF3E60907}" destId="{ECDAEE51-A087-4C78-B6CE-9830E9C87576}" srcOrd="1" destOrd="0" presId="urn:microsoft.com/office/officeart/2005/8/layout/hierarchy1"/>
    <dgm:cxn modelId="{1291A0FC-1E1D-4BB6-A45F-BB2B07F83EEA}" type="presParOf" srcId="{B9D988B9-EB8A-4A1F-8494-5F6391064B65}" destId="{DE8AFC64-5B91-4060-9600-483C5ADD8923}" srcOrd="2" destOrd="0" presId="urn:microsoft.com/office/officeart/2005/8/layout/hierarchy1"/>
    <dgm:cxn modelId="{1BC03AAE-3B1F-464F-AFB3-514F2058FCA0}" type="presParOf" srcId="{DE8AFC64-5B91-4060-9600-483C5ADD8923}" destId="{E721482C-3F92-4655-92C9-E82D44C52F10}" srcOrd="0" destOrd="0" presId="urn:microsoft.com/office/officeart/2005/8/layout/hierarchy1"/>
    <dgm:cxn modelId="{D4733953-40CB-4B33-B456-5E51237EC46F}" type="presParOf" srcId="{E721482C-3F92-4655-92C9-E82D44C52F10}" destId="{37F519A9-8DF5-4C2B-9A44-AABC5EC2105B}" srcOrd="0" destOrd="0" presId="urn:microsoft.com/office/officeart/2005/8/layout/hierarchy1"/>
    <dgm:cxn modelId="{F7AF35AE-4A30-48DB-B1D6-9966A2DDD723}" type="presParOf" srcId="{E721482C-3F92-4655-92C9-E82D44C52F10}" destId="{C58248EF-88B0-40F9-B0F1-BD7BC644C41D}" srcOrd="1" destOrd="0" presId="urn:microsoft.com/office/officeart/2005/8/layout/hierarchy1"/>
    <dgm:cxn modelId="{3ECE9782-580F-425E-9CDB-8E422A5B73AE}" type="presParOf" srcId="{DE8AFC64-5B91-4060-9600-483C5ADD8923}" destId="{0EA1C2E5-42E4-4A70-A809-7AE33B0A0B6A}" srcOrd="1" destOrd="0" presId="urn:microsoft.com/office/officeart/2005/8/layout/hierarchy1"/>
    <dgm:cxn modelId="{9F87A83D-A012-4183-AE3B-1361CFD6B5B5}" type="presParOf" srcId="{B9D988B9-EB8A-4A1F-8494-5F6391064B65}" destId="{37146EE5-C681-40F6-8E07-CF8B740DF8B8}" srcOrd="3" destOrd="0" presId="urn:microsoft.com/office/officeart/2005/8/layout/hierarchy1"/>
    <dgm:cxn modelId="{568661F1-7B4E-41EB-ABF5-A73F800793C6}" type="presParOf" srcId="{37146EE5-C681-40F6-8E07-CF8B740DF8B8}" destId="{967E9B9C-B492-4B82-8852-8E0F0C4923F9}" srcOrd="0" destOrd="0" presId="urn:microsoft.com/office/officeart/2005/8/layout/hierarchy1"/>
    <dgm:cxn modelId="{7C6B232C-D750-4486-ADC8-9E50AF9AED91}" type="presParOf" srcId="{967E9B9C-B492-4B82-8852-8E0F0C4923F9}" destId="{DF69B383-714E-4F94-B9AD-60C28C31279C}" srcOrd="0" destOrd="0" presId="urn:microsoft.com/office/officeart/2005/8/layout/hierarchy1"/>
    <dgm:cxn modelId="{E23308EB-84B6-4616-A136-FB863034102A}" type="presParOf" srcId="{967E9B9C-B492-4B82-8852-8E0F0C4923F9}" destId="{98FF4796-2FA2-40A5-BF44-6C780DC1055B}" srcOrd="1" destOrd="0" presId="urn:microsoft.com/office/officeart/2005/8/layout/hierarchy1"/>
    <dgm:cxn modelId="{D417A45C-324B-4951-AA41-2AFC6E4FA5C3}" type="presParOf" srcId="{37146EE5-C681-40F6-8E07-CF8B740DF8B8}" destId="{C2511CC5-1874-4767-B986-C633C87CFD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3363EC-10C6-46D9-A958-E1B5573976D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2CA2B3-50D4-4915-8EAF-4464C1DA004D}">
      <dgm:prSet/>
      <dgm:spPr/>
      <dgm:t>
        <a:bodyPr/>
        <a:lstStyle/>
        <a:p>
          <a:r>
            <a:rPr lang="en-US" b="1"/>
            <a:t>State   </a:t>
          </a:r>
          <a:r>
            <a:rPr lang="en-US"/>
            <a:t>The current location of the vacuum and the dirt status of each square</a:t>
          </a:r>
        </a:p>
      </dgm:t>
    </dgm:pt>
    <dgm:pt modelId="{C876279F-C5A0-46B0-AD04-DD5963573C67}" type="parTrans" cxnId="{102F901F-2186-4943-B329-7CA147987040}">
      <dgm:prSet/>
      <dgm:spPr/>
      <dgm:t>
        <a:bodyPr/>
        <a:lstStyle/>
        <a:p>
          <a:endParaRPr lang="en-US"/>
        </a:p>
      </dgm:t>
    </dgm:pt>
    <dgm:pt modelId="{B9A48C89-2773-49AC-8872-E8948F158661}" type="sibTrans" cxnId="{102F901F-2186-4943-B329-7CA147987040}">
      <dgm:prSet/>
      <dgm:spPr/>
      <dgm:t>
        <a:bodyPr/>
        <a:lstStyle/>
        <a:p>
          <a:endParaRPr lang="en-US"/>
        </a:p>
      </dgm:t>
    </dgm:pt>
    <dgm:pt modelId="{5DDF75FF-DCB0-4C2A-A782-ED68CBC6391E}">
      <dgm:prSet/>
      <dgm:spPr/>
      <dgm:t>
        <a:bodyPr/>
        <a:lstStyle/>
        <a:p>
          <a:r>
            <a:rPr lang="en-US" b="1"/>
            <a:t>Action </a:t>
          </a:r>
          <a:r>
            <a:rPr lang="en-US"/>
            <a:t>Move left, Move right, Clean</a:t>
          </a:r>
        </a:p>
      </dgm:t>
    </dgm:pt>
    <dgm:pt modelId="{0BA2DC92-B11E-4328-9865-0CBE7438AD91}" type="parTrans" cxnId="{77082DF1-875B-4F7E-9CA2-17D940E2E720}">
      <dgm:prSet/>
      <dgm:spPr/>
      <dgm:t>
        <a:bodyPr/>
        <a:lstStyle/>
        <a:p>
          <a:endParaRPr lang="en-US"/>
        </a:p>
      </dgm:t>
    </dgm:pt>
    <dgm:pt modelId="{8BFD8667-F80D-4AD3-844B-656F997D8942}" type="sibTrans" cxnId="{77082DF1-875B-4F7E-9CA2-17D940E2E720}">
      <dgm:prSet/>
      <dgm:spPr/>
      <dgm:t>
        <a:bodyPr/>
        <a:lstStyle/>
        <a:p>
          <a:endParaRPr lang="en-US"/>
        </a:p>
      </dgm:t>
    </dgm:pt>
    <dgm:pt modelId="{F7773B94-B20C-4489-BC69-25A1819F3042}">
      <dgm:prSet/>
      <dgm:spPr/>
      <dgm:t>
        <a:bodyPr/>
        <a:lstStyle/>
        <a:p>
          <a:r>
            <a:rPr lang="en-US" b="1"/>
            <a:t>Goal  </a:t>
          </a:r>
          <a:r>
            <a:rPr lang="en-US"/>
            <a:t>All squares are clean</a:t>
          </a:r>
        </a:p>
      </dgm:t>
    </dgm:pt>
    <dgm:pt modelId="{CA943267-A093-49F5-BF86-FE9C5D09173B}" type="parTrans" cxnId="{6A923AB0-B9EF-49AB-8EFF-E6BC2B483013}">
      <dgm:prSet/>
      <dgm:spPr/>
      <dgm:t>
        <a:bodyPr/>
        <a:lstStyle/>
        <a:p>
          <a:endParaRPr lang="en-US"/>
        </a:p>
      </dgm:t>
    </dgm:pt>
    <dgm:pt modelId="{12E7C4DC-BB34-4C6E-82B2-66580EB287C3}" type="sibTrans" cxnId="{6A923AB0-B9EF-49AB-8EFF-E6BC2B483013}">
      <dgm:prSet/>
      <dgm:spPr/>
      <dgm:t>
        <a:bodyPr/>
        <a:lstStyle/>
        <a:p>
          <a:endParaRPr lang="en-US"/>
        </a:p>
      </dgm:t>
    </dgm:pt>
    <dgm:pt modelId="{7C321F65-ABD0-4AB1-9AF0-38A79B2B7F4F}">
      <dgm:prSet/>
      <dgm:spPr/>
      <dgm:t>
        <a:bodyPr/>
        <a:lstStyle/>
        <a:p>
          <a:r>
            <a:rPr lang="en-US" b="1"/>
            <a:t>Performance measure </a:t>
          </a:r>
          <a:r>
            <a:rPr lang="en-US"/>
            <a:t>the number of clean squares ,energy used</a:t>
          </a:r>
        </a:p>
      </dgm:t>
    </dgm:pt>
    <dgm:pt modelId="{D470AD84-6727-41AC-8BF9-824EFB0B9D50}" type="parTrans" cxnId="{50435360-130A-4D47-83A5-AC97A6571CAD}">
      <dgm:prSet/>
      <dgm:spPr/>
      <dgm:t>
        <a:bodyPr/>
        <a:lstStyle/>
        <a:p>
          <a:endParaRPr lang="en-US"/>
        </a:p>
      </dgm:t>
    </dgm:pt>
    <dgm:pt modelId="{CFC35512-9E04-4991-9412-8234CF59A0BB}" type="sibTrans" cxnId="{50435360-130A-4D47-83A5-AC97A6571CAD}">
      <dgm:prSet/>
      <dgm:spPr/>
      <dgm:t>
        <a:bodyPr/>
        <a:lstStyle/>
        <a:p>
          <a:endParaRPr lang="en-US"/>
        </a:p>
      </dgm:t>
    </dgm:pt>
    <dgm:pt modelId="{FF6AB557-1E16-4C93-B7C9-A6D44D58A40D}" type="pres">
      <dgm:prSet presAssocID="{083363EC-10C6-46D9-A958-E1B5573976DE}" presName="root" presStyleCnt="0">
        <dgm:presLayoutVars>
          <dgm:dir/>
          <dgm:resizeHandles val="exact"/>
        </dgm:presLayoutVars>
      </dgm:prSet>
      <dgm:spPr/>
    </dgm:pt>
    <dgm:pt modelId="{45AC7EED-5FC8-41ED-975F-5863DFF87E37}" type="pres">
      <dgm:prSet presAssocID="{912CA2B3-50D4-4915-8EAF-4464C1DA004D}" presName="compNode" presStyleCnt="0"/>
      <dgm:spPr/>
    </dgm:pt>
    <dgm:pt modelId="{A29DA866-9992-4976-8D41-2B3DD9DBD8D7}" type="pres">
      <dgm:prSet presAssocID="{912CA2B3-50D4-4915-8EAF-4464C1DA004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81370E8-D675-47D1-8BC0-8D11A7C2EC0A}" type="pres">
      <dgm:prSet presAssocID="{912CA2B3-50D4-4915-8EAF-4464C1DA004D}" presName="spaceRect" presStyleCnt="0"/>
      <dgm:spPr/>
    </dgm:pt>
    <dgm:pt modelId="{C7D6D340-2386-4863-857D-AACADFFDFD78}" type="pres">
      <dgm:prSet presAssocID="{912CA2B3-50D4-4915-8EAF-4464C1DA004D}" presName="textRect" presStyleLbl="revTx" presStyleIdx="0" presStyleCnt="4">
        <dgm:presLayoutVars>
          <dgm:chMax val="1"/>
          <dgm:chPref val="1"/>
        </dgm:presLayoutVars>
      </dgm:prSet>
      <dgm:spPr/>
    </dgm:pt>
    <dgm:pt modelId="{9EEBBC7F-7CCC-4676-B197-C2AD112B2FB7}" type="pres">
      <dgm:prSet presAssocID="{B9A48C89-2773-49AC-8872-E8948F158661}" presName="sibTrans" presStyleCnt="0"/>
      <dgm:spPr/>
    </dgm:pt>
    <dgm:pt modelId="{846AE4E9-03E6-418B-BC49-3661A1E3A096}" type="pres">
      <dgm:prSet presAssocID="{5DDF75FF-DCB0-4C2A-A782-ED68CBC6391E}" presName="compNode" presStyleCnt="0"/>
      <dgm:spPr/>
    </dgm:pt>
    <dgm:pt modelId="{D200CDD1-6DDF-4904-8EF7-B4DD9C17E1C5}" type="pres">
      <dgm:prSet presAssocID="{5DDF75FF-DCB0-4C2A-A782-ED68CBC639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6AFE13E5-D379-47E0-AEBB-45013322EF06}" type="pres">
      <dgm:prSet presAssocID="{5DDF75FF-DCB0-4C2A-A782-ED68CBC6391E}" presName="spaceRect" presStyleCnt="0"/>
      <dgm:spPr/>
    </dgm:pt>
    <dgm:pt modelId="{F3D13584-8EE1-4D57-A192-AA24329D7163}" type="pres">
      <dgm:prSet presAssocID="{5DDF75FF-DCB0-4C2A-A782-ED68CBC6391E}" presName="textRect" presStyleLbl="revTx" presStyleIdx="1" presStyleCnt="4">
        <dgm:presLayoutVars>
          <dgm:chMax val="1"/>
          <dgm:chPref val="1"/>
        </dgm:presLayoutVars>
      </dgm:prSet>
      <dgm:spPr/>
    </dgm:pt>
    <dgm:pt modelId="{DDF36AE4-D4AC-43DF-948A-E5DD6D0C9088}" type="pres">
      <dgm:prSet presAssocID="{8BFD8667-F80D-4AD3-844B-656F997D8942}" presName="sibTrans" presStyleCnt="0"/>
      <dgm:spPr/>
    </dgm:pt>
    <dgm:pt modelId="{8FB3E260-DE85-4342-A0A1-E739F58B7C48}" type="pres">
      <dgm:prSet presAssocID="{F7773B94-B20C-4489-BC69-25A1819F3042}" presName="compNode" presStyleCnt="0"/>
      <dgm:spPr/>
    </dgm:pt>
    <dgm:pt modelId="{11BDC915-66AA-4472-92E6-1777BB663AEB}" type="pres">
      <dgm:prSet presAssocID="{F7773B94-B20C-4489-BC69-25A1819F30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A5575C2-0013-418E-A1B7-EF6F3F94E2B3}" type="pres">
      <dgm:prSet presAssocID="{F7773B94-B20C-4489-BC69-25A1819F3042}" presName="spaceRect" presStyleCnt="0"/>
      <dgm:spPr/>
    </dgm:pt>
    <dgm:pt modelId="{1A108115-4816-4E15-9DC8-29139C430935}" type="pres">
      <dgm:prSet presAssocID="{F7773B94-B20C-4489-BC69-25A1819F3042}" presName="textRect" presStyleLbl="revTx" presStyleIdx="2" presStyleCnt="4">
        <dgm:presLayoutVars>
          <dgm:chMax val="1"/>
          <dgm:chPref val="1"/>
        </dgm:presLayoutVars>
      </dgm:prSet>
      <dgm:spPr/>
    </dgm:pt>
    <dgm:pt modelId="{9DAE2F6E-DEE0-43A7-B674-CA4F1142E376}" type="pres">
      <dgm:prSet presAssocID="{12E7C4DC-BB34-4C6E-82B2-66580EB287C3}" presName="sibTrans" presStyleCnt="0"/>
      <dgm:spPr/>
    </dgm:pt>
    <dgm:pt modelId="{B428154E-8C9A-4828-B0DA-B1518897AC4B}" type="pres">
      <dgm:prSet presAssocID="{7C321F65-ABD0-4AB1-9AF0-38A79B2B7F4F}" presName="compNode" presStyleCnt="0"/>
      <dgm:spPr/>
    </dgm:pt>
    <dgm:pt modelId="{83A8978F-F361-4A31-AB9A-77F30A9A9B1C}" type="pres">
      <dgm:prSet presAssocID="{7C321F65-ABD0-4AB1-9AF0-38A79B2B7F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92DDEA80-9F87-4D45-B6EF-09F48967FD61}" type="pres">
      <dgm:prSet presAssocID="{7C321F65-ABD0-4AB1-9AF0-38A79B2B7F4F}" presName="spaceRect" presStyleCnt="0"/>
      <dgm:spPr/>
    </dgm:pt>
    <dgm:pt modelId="{85F90035-B12C-4D78-9DF5-2BA914FC631D}" type="pres">
      <dgm:prSet presAssocID="{7C321F65-ABD0-4AB1-9AF0-38A79B2B7F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2F901F-2186-4943-B329-7CA147987040}" srcId="{083363EC-10C6-46D9-A958-E1B5573976DE}" destId="{912CA2B3-50D4-4915-8EAF-4464C1DA004D}" srcOrd="0" destOrd="0" parTransId="{C876279F-C5A0-46B0-AD04-DD5963573C67}" sibTransId="{B9A48C89-2773-49AC-8872-E8948F158661}"/>
    <dgm:cxn modelId="{50435360-130A-4D47-83A5-AC97A6571CAD}" srcId="{083363EC-10C6-46D9-A958-E1B5573976DE}" destId="{7C321F65-ABD0-4AB1-9AF0-38A79B2B7F4F}" srcOrd="3" destOrd="0" parTransId="{D470AD84-6727-41AC-8BF9-824EFB0B9D50}" sibTransId="{CFC35512-9E04-4991-9412-8234CF59A0BB}"/>
    <dgm:cxn modelId="{47E83544-A1D4-45A3-8E77-7E2F4B058120}" type="presOf" srcId="{083363EC-10C6-46D9-A958-E1B5573976DE}" destId="{FF6AB557-1E16-4C93-B7C9-A6D44D58A40D}" srcOrd="0" destOrd="0" presId="urn:microsoft.com/office/officeart/2018/2/layout/IconLabelList"/>
    <dgm:cxn modelId="{57A3E044-39BB-48B7-8A21-38EAF6115AED}" type="presOf" srcId="{5DDF75FF-DCB0-4C2A-A782-ED68CBC6391E}" destId="{F3D13584-8EE1-4D57-A192-AA24329D7163}" srcOrd="0" destOrd="0" presId="urn:microsoft.com/office/officeart/2018/2/layout/IconLabelList"/>
    <dgm:cxn modelId="{6A923AB0-B9EF-49AB-8EFF-E6BC2B483013}" srcId="{083363EC-10C6-46D9-A958-E1B5573976DE}" destId="{F7773B94-B20C-4489-BC69-25A1819F3042}" srcOrd="2" destOrd="0" parTransId="{CA943267-A093-49F5-BF86-FE9C5D09173B}" sibTransId="{12E7C4DC-BB34-4C6E-82B2-66580EB287C3}"/>
    <dgm:cxn modelId="{8373CDC7-8ED1-4E79-8BCC-19B6D5B25D67}" type="presOf" srcId="{7C321F65-ABD0-4AB1-9AF0-38A79B2B7F4F}" destId="{85F90035-B12C-4D78-9DF5-2BA914FC631D}" srcOrd="0" destOrd="0" presId="urn:microsoft.com/office/officeart/2018/2/layout/IconLabelList"/>
    <dgm:cxn modelId="{B48BBFE7-C526-420F-A7C0-CAFAC228549D}" type="presOf" srcId="{F7773B94-B20C-4489-BC69-25A1819F3042}" destId="{1A108115-4816-4E15-9DC8-29139C430935}" srcOrd="0" destOrd="0" presId="urn:microsoft.com/office/officeart/2018/2/layout/IconLabelList"/>
    <dgm:cxn modelId="{AC84D7EA-0483-4F4F-AA4D-0FB3B9B9AB31}" type="presOf" srcId="{912CA2B3-50D4-4915-8EAF-4464C1DA004D}" destId="{C7D6D340-2386-4863-857D-AACADFFDFD78}" srcOrd="0" destOrd="0" presId="urn:microsoft.com/office/officeart/2018/2/layout/IconLabelList"/>
    <dgm:cxn modelId="{77082DF1-875B-4F7E-9CA2-17D940E2E720}" srcId="{083363EC-10C6-46D9-A958-E1B5573976DE}" destId="{5DDF75FF-DCB0-4C2A-A782-ED68CBC6391E}" srcOrd="1" destOrd="0" parTransId="{0BA2DC92-B11E-4328-9865-0CBE7438AD91}" sibTransId="{8BFD8667-F80D-4AD3-844B-656F997D8942}"/>
    <dgm:cxn modelId="{370AE31E-9683-459F-A41A-B0D93F8A8853}" type="presParOf" srcId="{FF6AB557-1E16-4C93-B7C9-A6D44D58A40D}" destId="{45AC7EED-5FC8-41ED-975F-5863DFF87E37}" srcOrd="0" destOrd="0" presId="urn:microsoft.com/office/officeart/2018/2/layout/IconLabelList"/>
    <dgm:cxn modelId="{A8E62C44-92F5-4099-BE3D-CC1501B4896A}" type="presParOf" srcId="{45AC7EED-5FC8-41ED-975F-5863DFF87E37}" destId="{A29DA866-9992-4976-8D41-2B3DD9DBD8D7}" srcOrd="0" destOrd="0" presId="urn:microsoft.com/office/officeart/2018/2/layout/IconLabelList"/>
    <dgm:cxn modelId="{C221AFD6-DD46-4CD5-8AED-514860D9C7AF}" type="presParOf" srcId="{45AC7EED-5FC8-41ED-975F-5863DFF87E37}" destId="{D81370E8-D675-47D1-8BC0-8D11A7C2EC0A}" srcOrd="1" destOrd="0" presId="urn:microsoft.com/office/officeart/2018/2/layout/IconLabelList"/>
    <dgm:cxn modelId="{E71DE636-D79B-4B7E-A3F8-2DF86313A72F}" type="presParOf" srcId="{45AC7EED-5FC8-41ED-975F-5863DFF87E37}" destId="{C7D6D340-2386-4863-857D-AACADFFDFD78}" srcOrd="2" destOrd="0" presId="urn:microsoft.com/office/officeart/2018/2/layout/IconLabelList"/>
    <dgm:cxn modelId="{AB676556-96F0-4B68-BF2E-8B91D94B6EE9}" type="presParOf" srcId="{FF6AB557-1E16-4C93-B7C9-A6D44D58A40D}" destId="{9EEBBC7F-7CCC-4676-B197-C2AD112B2FB7}" srcOrd="1" destOrd="0" presId="urn:microsoft.com/office/officeart/2018/2/layout/IconLabelList"/>
    <dgm:cxn modelId="{4F352388-21F7-4A6A-B568-2A44EDF13DE8}" type="presParOf" srcId="{FF6AB557-1E16-4C93-B7C9-A6D44D58A40D}" destId="{846AE4E9-03E6-418B-BC49-3661A1E3A096}" srcOrd="2" destOrd="0" presId="urn:microsoft.com/office/officeart/2018/2/layout/IconLabelList"/>
    <dgm:cxn modelId="{461936D3-354F-40B2-8A6F-D8D143E7027D}" type="presParOf" srcId="{846AE4E9-03E6-418B-BC49-3661A1E3A096}" destId="{D200CDD1-6DDF-4904-8EF7-B4DD9C17E1C5}" srcOrd="0" destOrd="0" presId="urn:microsoft.com/office/officeart/2018/2/layout/IconLabelList"/>
    <dgm:cxn modelId="{CFAA1CF7-4ADC-4238-9309-1B5418F9D48C}" type="presParOf" srcId="{846AE4E9-03E6-418B-BC49-3661A1E3A096}" destId="{6AFE13E5-D379-47E0-AEBB-45013322EF06}" srcOrd="1" destOrd="0" presId="urn:microsoft.com/office/officeart/2018/2/layout/IconLabelList"/>
    <dgm:cxn modelId="{04139C7C-9A2D-4FD4-960A-6F2B82C56598}" type="presParOf" srcId="{846AE4E9-03E6-418B-BC49-3661A1E3A096}" destId="{F3D13584-8EE1-4D57-A192-AA24329D7163}" srcOrd="2" destOrd="0" presId="urn:microsoft.com/office/officeart/2018/2/layout/IconLabelList"/>
    <dgm:cxn modelId="{0963A629-F47D-47C6-BB46-11B788AE3B44}" type="presParOf" srcId="{FF6AB557-1E16-4C93-B7C9-A6D44D58A40D}" destId="{DDF36AE4-D4AC-43DF-948A-E5DD6D0C9088}" srcOrd="3" destOrd="0" presId="urn:microsoft.com/office/officeart/2018/2/layout/IconLabelList"/>
    <dgm:cxn modelId="{6B685CE9-E3EC-44A3-B8D8-8B59F9AFEB42}" type="presParOf" srcId="{FF6AB557-1E16-4C93-B7C9-A6D44D58A40D}" destId="{8FB3E260-DE85-4342-A0A1-E739F58B7C48}" srcOrd="4" destOrd="0" presId="urn:microsoft.com/office/officeart/2018/2/layout/IconLabelList"/>
    <dgm:cxn modelId="{58160913-930A-4FE2-924A-99242B41CB3A}" type="presParOf" srcId="{8FB3E260-DE85-4342-A0A1-E739F58B7C48}" destId="{11BDC915-66AA-4472-92E6-1777BB663AEB}" srcOrd="0" destOrd="0" presId="urn:microsoft.com/office/officeart/2018/2/layout/IconLabelList"/>
    <dgm:cxn modelId="{735B75C6-9998-476E-B9CD-147C86C3FEC4}" type="presParOf" srcId="{8FB3E260-DE85-4342-A0A1-E739F58B7C48}" destId="{5A5575C2-0013-418E-A1B7-EF6F3F94E2B3}" srcOrd="1" destOrd="0" presId="urn:microsoft.com/office/officeart/2018/2/layout/IconLabelList"/>
    <dgm:cxn modelId="{192AC162-63FC-431B-BDCB-E9657F94971F}" type="presParOf" srcId="{8FB3E260-DE85-4342-A0A1-E739F58B7C48}" destId="{1A108115-4816-4E15-9DC8-29139C430935}" srcOrd="2" destOrd="0" presId="urn:microsoft.com/office/officeart/2018/2/layout/IconLabelList"/>
    <dgm:cxn modelId="{A149D6ED-8A26-4CEE-8D8C-29EFFE255EFB}" type="presParOf" srcId="{FF6AB557-1E16-4C93-B7C9-A6D44D58A40D}" destId="{9DAE2F6E-DEE0-43A7-B674-CA4F1142E376}" srcOrd="5" destOrd="0" presId="urn:microsoft.com/office/officeart/2018/2/layout/IconLabelList"/>
    <dgm:cxn modelId="{341E264B-8382-4E59-B926-DEFF3784EFC3}" type="presParOf" srcId="{FF6AB557-1E16-4C93-B7C9-A6D44D58A40D}" destId="{B428154E-8C9A-4828-B0DA-B1518897AC4B}" srcOrd="6" destOrd="0" presId="urn:microsoft.com/office/officeart/2018/2/layout/IconLabelList"/>
    <dgm:cxn modelId="{4ABE7402-C9DD-42F2-89E9-0A8A8031E65B}" type="presParOf" srcId="{B428154E-8C9A-4828-B0DA-B1518897AC4B}" destId="{83A8978F-F361-4A31-AB9A-77F30A9A9B1C}" srcOrd="0" destOrd="0" presId="urn:microsoft.com/office/officeart/2018/2/layout/IconLabelList"/>
    <dgm:cxn modelId="{87BDD86B-4AB3-47EF-92E9-442AF45843FF}" type="presParOf" srcId="{B428154E-8C9A-4828-B0DA-B1518897AC4B}" destId="{92DDEA80-9F87-4D45-B6EF-09F48967FD61}" srcOrd="1" destOrd="0" presId="urn:microsoft.com/office/officeart/2018/2/layout/IconLabelList"/>
    <dgm:cxn modelId="{617069C6-3CA5-4F4D-8598-74EFB4E3F63F}" type="presParOf" srcId="{B428154E-8C9A-4828-B0DA-B1518897AC4B}" destId="{85F90035-B12C-4D78-9DF5-2BA914FC631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854A24-5F38-4E9F-AFE1-B180BA25EB3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E61938-C93B-4272-B8AB-0873FFA632F9}">
      <dgm:prSet custT="1"/>
      <dgm:spPr/>
      <dgm:t>
        <a:bodyPr/>
        <a:lstStyle/>
        <a:p>
          <a:r>
            <a:rPr lang="en-US" sz="1600" dirty="0"/>
            <a:t>Percepts  current locations , status of current square(clean/dirty)</a:t>
          </a:r>
        </a:p>
      </dgm:t>
    </dgm:pt>
    <dgm:pt modelId="{B1BB5743-EFE6-45B9-A8EF-7468C2D44DF7}" type="parTrans" cxnId="{06636872-1C65-4FF4-8DAD-066AA8B7DE4D}">
      <dgm:prSet/>
      <dgm:spPr/>
      <dgm:t>
        <a:bodyPr/>
        <a:lstStyle/>
        <a:p>
          <a:endParaRPr lang="en-US"/>
        </a:p>
      </dgm:t>
    </dgm:pt>
    <dgm:pt modelId="{6F3AF2C3-51B6-4FB8-89EA-7EB276796877}" type="sibTrans" cxnId="{06636872-1C65-4FF4-8DAD-066AA8B7DE4D}">
      <dgm:prSet/>
      <dgm:spPr/>
      <dgm:t>
        <a:bodyPr/>
        <a:lstStyle/>
        <a:p>
          <a:endParaRPr lang="en-US"/>
        </a:p>
      </dgm:t>
    </dgm:pt>
    <dgm:pt modelId="{87A5264C-D5C7-4DC0-9CFD-272236C8D14D}">
      <dgm:prSet custT="1"/>
      <dgm:spPr/>
      <dgm:t>
        <a:bodyPr/>
        <a:lstStyle/>
        <a:p>
          <a:r>
            <a:rPr lang="en-US" sz="1800" dirty="0"/>
            <a:t>Decision making</a:t>
          </a:r>
        </a:p>
      </dgm:t>
    </dgm:pt>
    <dgm:pt modelId="{42243B44-EB3B-40B4-80A3-868CA3187090}" type="parTrans" cxnId="{3E3B3AAA-FF96-4804-B532-2F8D18B189AC}">
      <dgm:prSet/>
      <dgm:spPr/>
      <dgm:t>
        <a:bodyPr/>
        <a:lstStyle/>
        <a:p>
          <a:endParaRPr lang="en-US"/>
        </a:p>
      </dgm:t>
    </dgm:pt>
    <dgm:pt modelId="{1277C2E7-E3DD-49D3-819D-DCF78DC6308B}" type="sibTrans" cxnId="{3E3B3AAA-FF96-4804-B532-2F8D18B189AC}">
      <dgm:prSet/>
      <dgm:spPr/>
      <dgm:t>
        <a:bodyPr/>
        <a:lstStyle/>
        <a:p>
          <a:endParaRPr lang="en-US"/>
        </a:p>
      </dgm:t>
    </dgm:pt>
    <dgm:pt modelId="{2989BEE3-39E8-4A29-AA8A-F25F310465CB}">
      <dgm:prSet custT="1"/>
      <dgm:spPr/>
      <dgm:t>
        <a:bodyPr/>
        <a:lstStyle/>
        <a:p>
          <a:r>
            <a:rPr lang="en-US" sz="1600" dirty="0"/>
            <a:t>If current square is dirty-&gt;Clean</a:t>
          </a:r>
        </a:p>
      </dgm:t>
    </dgm:pt>
    <dgm:pt modelId="{42447D62-75AE-4E5B-9D02-97D950F78E2C}" type="parTrans" cxnId="{3C7CDBB4-9927-4BD6-A276-62762857593B}">
      <dgm:prSet/>
      <dgm:spPr/>
      <dgm:t>
        <a:bodyPr/>
        <a:lstStyle/>
        <a:p>
          <a:endParaRPr lang="en-US"/>
        </a:p>
      </dgm:t>
    </dgm:pt>
    <dgm:pt modelId="{8E78B6E1-38DA-4454-9FC2-2EF8B3822EB1}" type="sibTrans" cxnId="{3C7CDBB4-9927-4BD6-A276-62762857593B}">
      <dgm:prSet/>
      <dgm:spPr/>
      <dgm:t>
        <a:bodyPr/>
        <a:lstStyle/>
        <a:p>
          <a:endParaRPr lang="en-US"/>
        </a:p>
      </dgm:t>
    </dgm:pt>
    <dgm:pt modelId="{9B946D66-9103-4E72-A158-1165782B1FE0}">
      <dgm:prSet custT="1"/>
      <dgm:spPr/>
      <dgm:t>
        <a:bodyPr/>
        <a:lstStyle/>
        <a:p>
          <a:r>
            <a:rPr lang="en-US" sz="1400" dirty="0"/>
            <a:t>I</a:t>
          </a:r>
          <a:r>
            <a:rPr lang="en-US" sz="1600" dirty="0"/>
            <a:t>f not-&gt;move to next square</a:t>
          </a:r>
        </a:p>
      </dgm:t>
    </dgm:pt>
    <dgm:pt modelId="{14CE59CA-E671-4676-8A5E-9CD1297EC0F2}" type="parTrans" cxnId="{42E40852-1A6D-487C-9003-89EEC66D2C6A}">
      <dgm:prSet/>
      <dgm:spPr/>
      <dgm:t>
        <a:bodyPr/>
        <a:lstStyle/>
        <a:p>
          <a:endParaRPr lang="en-US"/>
        </a:p>
      </dgm:t>
    </dgm:pt>
    <dgm:pt modelId="{753AA970-C0FF-4CC6-A81A-84D8FF626DC0}" type="sibTrans" cxnId="{42E40852-1A6D-487C-9003-89EEC66D2C6A}">
      <dgm:prSet/>
      <dgm:spPr/>
      <dgm:t>
        <a:bodyPr/>
        <a:lstStyle/>
        <a:p>
          <a:endParaRPr lang="en-US"/>
        </a:p>
      </dgm:t>
    </dgm:pt>
    <dgm:pt modelId="{20AFC580-DBA0-40BF-B45F-F3B717DDF5E4}">
      <dgm:prSet custT="1"/>
      <dgm:spPr/>
      <dgm:t>
        <a:bodyPr/>
        <a:lstStyle/>
        <a:p>
          <a:r>
            <a:rPr lang="en-US" sz="1600" dirty="0"/>
            <a:t>Simple reflex agent implementation</a:t>
          </a:r>
        </a:p>
      </dgm:t>
    </dgm:pt>
    <dgm:pt modelId="{C186F1E2-3F62-4198-A654-A019928ECC41}" type="parTrans" cxnId="{5DB91D3C-81F6-47DB-8E3D-D3C70BF5D85C}">
      <dgm:prSet/>
      <dgm:spPr/>
      <dgm:t>
        <a:bodyPr/>
        <a:lstStyle/>
        <a:p>
          <a:endParaRPr lang="en-US"/>
        </a:p>
      </dgm:t>
    </dgm:pt>
    <dgm:pt modelId="{2D98E0FF-437C-41B5-AC64-A618D0CD3FC1}" type="sibTrans" cxnId="{5DB91D3C-81F6-47DB-8E3D-D3C70BF5D85C}">
      <dgm:prSet/>
      <dgm:spPr/>
      <dgm:t>
        <a:bodyPr/>
        <a:lstStyle/>
        <a:p>
          <a:endParaRPr lang="en-US"/>
        </a:p>
      </dgm:t>
    </dgm:pt>
    <dgm:pt modelId="{06903787-1E83-4312-8287-BC0E7A1B717D}">
      <dgm:prSet custT="1"/>
      <dgm:spPr/>
      <dgm:t>
        <a:bodyPr/>
        <a:lstStyle/>
        <a:p>
          <a:r>
            <a:rPr lang="en-US" sz="1600" dirty="0"/>
            <a:t>Function REFLEX_VACCUM-AGENT([</a:t>
          </a:r>
          <a:r>
            <a:rPr lang="en-US" sz="1600" dirty="0" err="1"/>
            <a:t>location,status</a:t>
          </a:r>
          <a:r>
            <a:rPr lang="en-US" sz="1600" dirty="0"/>
            <a:t>]) returns an action</a:t>
          </a:r>
        </a:p>
      </dgm:t>
    </dgm:pt>
    <dgm:pt modelId="{164FB524-6A5D-490A-BAE4-9146CE9FF305}" type="parTrans" cxnId="{D7DF11C8-07CC-4A32-AEDF-75425F75B384}">
      <dgm:prSet/>
      <dgm:spPr/>
      <dgm:t>
        <a:bodyPr/>
        <a:lstStyle/>
        <a:p>
          <a:endParaRPr lang="en-US"/>
        </a:p>
      </dgm:t>
    </dgm:pt>
    <dgm:pt modelId="{5573596C-50D2-47A6-B99D-FEBC34254F56}" type="sibTrans" cxnId="{D7DF11C8-07CC-4A32-AEDF-75425F75B384}">
      <dgm:prSet/>
      <dgm:spPr/>
      <dgm:t>
        <a:bodyPr/>
        <a:lstStyle/>
        <a:p>
          <a:endParaRPr lang="en-US"/>
        </a:p>
      </dgm:t>
    </dgm:pt>
    <dgm:pt modelId="{398AFD56-8ADF-4417-B7B5-367A656A5AD8}">
      <dgm:prSet/>
      <dgm:spPr/>
      <dgm:t>
        <a:bodyPr/>
        <a:lstStyle/>
        <a:p>
          <a:r>
            <a:rPr lang="en-US"/>
            <a:t>If status =Dirty then return Clean</a:t>
          </a:r>
        </a:p>
      </dgm:t>
    </dgm:pt>
    <dgm:pt modelId="{AF62407A-6201-40B7-A813-0DE6DB3C5B1C}" type="parTrans" cxnId="{1E7D4F30-6B3A-42D3-90E9-A3DCA06823B8}">
      <dgm:prSet/>
      <dgm:spPr/>
      <dgm:t>
        <a:bodyPr/>
        <a:lstStyle/>
        <a:p>
          <a:endParaRPr lang="en-US"/>
        </a:p>
      </dgm:t>
    </dgm:pt>
    <dgm:pt modelId="{5A355FAD-11D6-4CC7-9F57-4F9B9ABB571E}" type="sibTrans" cxnId="{1E7D4F30-6B3A-42D3-90E9-A3DCA06823B8}">
      <dgm:prSet/>
      <dgm:spPr/>
      <dgm:t>
        <a:bodyPr/>
        <a:lstStyle/>
        <a:p>
          <a:endParaRPr lang="en-US"/>
        </a:p>
      </dgm:t>
    </dgm:pt>
    <dgm:pt modelId="{BAF1E422-CCE3-48F6-BBA0-31CD4E67E004}">
      <dgm:prSet/>
      <dgm:spPr/>
      <dgm:t>
        <a:bodyPr/>
        <a:lstStyle/>
        <a:p>
          <a:r>
            <a:rPr lang="en-US"/>
            <a:t>Else if location =A then return right</a:t>
          </a:r>
        </a:p>
      </dgm:t>
    </dgm:pt>
    <dgm:pt modelId="{106B2D05-F7C0-48CF-8824-B506EA13F78A}" type="parTrans" cxnId="{FF862084-EAF2-4FDF-821D-F95F843CC38D}">
      <dgm:prSet/>
      <dgm:spPr/>
      <dgm:t>
        <a:bodyPr/>
        <a:lstStyle/>
        <a:p>
          <a:endParaRPr lang="en-US"/>
        </a:p>
      </dgm:t>
    </dgm:pt>
    <dgm:pt modelId="{223A0890-13E5-4238-A95B-E999BC186D66}" type="sibTrans" cxnId="{FF862084-EAF2-4FDF-821D-F95F843CC38D}">
      <dgm:prSet/>
      <dgm:spPr/>
      <dgm:t>
        <a:bodyPr/>
        <a:lstStyle/>
        <a:p>
          <a:endParaRPr lang="en-US"/>
        </a:p>
      </dgm:t>
    </dgm:pt>
    <dgm:pt modelId="{3E8AA014-E6D8-4187-9DCE-CEF2511AB3A1}">
      <dgm:prSet/>
      <dgm:spPr/>
      <dgm:t>
        <a:bodyPr/>
        <a:lstStyle/>
        <a:p>
          <a:r>
            <a:rPr lang="en-US"/>
            <a:t>Else if location=B then return left</a:t>
          </a:r>
        </a:p>
      </dgm:t>
    </dgm:pt>
    <dgm:pt modelId="{044F2EE4-B423-495B-92EA-BEA2316DBC6E}" type="parTrans" cxnId="{90BD9C61-FECD-44B8-B350-583B87B84020}">
      <dgm:prSet/>
      <dgm:spPr/>
      <dgm:t>
        <a:bodyPr/>
        <a:lstStyle/>
        <a:p>
          <a:endParaRPr lang="en-US"/>
        </a:p>
      </dgm:t>
    </dgm:pt>
    <dgm:pt modelId="{987C40A9-1AC9-4088-B659-A5D21D6D4B4E}" type="sibTrans" cxnId="{90BD9C61-FECD-44B8-B350-583B87B84020}">
      <dgm:prSet/>
      <dgm:spPr/>
      <dgm:t>
        <a:bodyPr/>
        <a:lstStyle/>
        <a:p>
          <a:endParaRPr lang="en-US"/>
        </a:p>
      </dgm:t>
    </dgm:pt>
    <dgm:pt modelId="{033E44EE-82AA-480C-B1E9-BA02F966991C}" type="pres">
      <dgm:prSet presAssocID="{D4854A24-5F38-4E9F-AFE1-B180BA25EB39}" presName="diagram" presStyleCnt="0">
        <dgm:presLayoutVars>
          <dgm:dir/>
          <dgm:resizeHandles val="exact"/>
        </dgm:presLayoutVars>
      </dgm:prSet>
      <dgm:spPr/>
    </dgm:pt>
    <dgm:pt modelId="{CE1A55DA-0F51-47E5-A586-0389A0CB23BD}" type="pres">
      <dgm:prSet presAssocID="{3EE61938-C93B-4272-B8AB-0873FFA632F9}" presName="node" presStyleLbl="node1" presStyleIdx="0" presStyleCnt="9">
        <dgm:presLayoutVars>
          <dgm:bulletEnabled val="1"/>
        </dgm:presLayoutVars>
      </dgm:prSet>
      <dgm:spPr/>
    </dgm:pt>
    <dgm:pt modelId="{E53AD8D0-C4C8-442F-AF2F-4780983CDA11}" type="pres">
      <dgm:prSet presAssocID="{6F3AF2C3-51B6-4FB8-89EA-7EB276796877}" presName="sibTrans" presStyleCnt="0"/>
      <dgm:spPr/>
    </dgm:pt>
    <dgm:pt modelId="{BFAF9EB4-7AE0-4190-8C3B-B61C9AEF580B}" type="pres">
      <dgm:prSet presAssocID="{87A5264C-D5C7-4DC0-9CFD-272236C8D14D}" presName="node" presStyleLbl="node1" presStyleIdx="1" presStyleCnt="9">
        <dgm:presLayoutVars>
          <dgm:bulletEnabled val="1"/>
        </dgm:presLayoutVars>
      </dgm:prSet>
      <dgm:spPr/>
    </dgm:pt>
    <dgm:pt modelId="{F4569672-FFA4-4542-BEA1-A3EC2DCF98C5}" type="pres">
      <dgm:prSet presAssocID="{1277C2E7-E3DD-49D3-819D-DCF78DC6308B}" presName="sibTrans" presStyleCnt="0"/>
      <dgm:spPr/>
    </dgm:pt>
    <dgm:pt modelId="{2C0FA5D9-CE53-4CFA-9C28-871CE0162310}" type="pres">
      <dgm:prSet presAssocID="{2989BEE3-39E8-4A29-AA8A-F25F310465CB}" presName="node" presStyleLbl="node1" presStyleIdx="2" presStyleCnt="9">
        <dgm:presLayoutVars>
          <dgm:bulletEnabled val="1"/>
        </dgm:presLayoutVars>
      </dgm:prSet>
      <dgm:spPr/>
    </dgm:pt>
    <dgm:pt modelId="{9B0EB163-8C9F-4749-8D0D-D1E4BF29A993}" type="pres">
      <dgm:prSet presAssocID="{8E78B6E1-38DA-4454-9FC2-2EF8B3822EB1}" presName="sibTrans" presStyleCnt="0"/>
      <dgm:spPr/>
    </dgm:pt>
    <dgm:pt modelId="{E5A79C91-20C4-4E67-9894-AFFB58BC1DA6}" type="pres">
      <dgm:prSet presAssocID="{9B946D66-9103-4E72-A158-1165782B1FE0}" presName="node" presStyleLbl="node1" presStyleIdx="3" presStyleCnt="9">
        <dgm:presLayoutVars>
          <dgm:bulletEnabled val="1"/>
        </dgm:presLayoutVars>
      </dgm:prSet>
      <dgm:spPr/>
    </dgm:pt>
    <dgm:pt modelId="{4CDA934B-D020-456E-939F-86F9F97D3B0A}" type="pres">
      <dgm:prSet presAssocID="{753AA970-C0FF-4CC6-A81A-84D8FF626DC0}" presName="sibTrans" presStyleCnt="0"/>
      <dgm:spPr/>
    </dgm:pt>
    <dgm:pt modelId="{DCC2DE8E-4600-4430-BF68-F3E01800ED0A}" type="pres">
      <dgm:prSet presAssocID="{20AFC580-DBA0-40BF-B45F-F3B717DDF5E4}" presName="node" presStyleLbl="node1" presStyleIdx="4" presStyleCnt="9">
        <dgm:presLayoutVars>
          <dgm:bulletEnabled val="1"/>
        </dgm:presLayoutVars>
      </dgm:prSet>
      <dgm:spPr/>
    </dgm:pt>
    <dgm:pt modelId="{CB42AF0D-EE0E-4717-945C-1CC1A1A137BD}" type="pres">
      <dgm:prSet presAssocID="{2D98E0FF-437C-41B5-AC64-A618D0CD3FC1}" presName="sibTrans" presStyleCnt="0"/>
      <dgm:spPr/>
    </dgm:pt>
    <dgm:pt modelId="{29A1969A-317E-4FB5-BB3A-10D5E75C0379}" type="pres">
      <dgm:prSet presAssocID="{06903787-1E83-4312-8287-BC0E7A1B717D}" presName="node" presStyleLbl="node1" presStyleIdx="5" presStyleCnt="9">
        <dgm:presLayoutVars>
          <dgm:bulletEnabled val="1"/>
        </dgm:presLayoutVars>
      </dgm:prSet>
      <dgm:spPr/>
    </dgm:pt>
    <dgm:pt modelId="{7E1D8103-93F7-4716-9FDB-6E23A7F2617B}" type="pres">
      <dgm:prSet presAssocID="{5573596C-50D2-47A6-B99D-FEBC34254F56}" presName="sibTrans" presStyleCnt="0"/>
      <dgm:spPr/>
    </dgm:pt>
    <dgm:pt modelId="{111652BE-2DBC-4C1A-8102-0D40C3A49BCD}" type="pres">
      <dgm:prSet presAssocID="{398AFD56-8ADF-4417-B7B5-367A656A5AD8}" presName="node" presStyleLbl="node1" presStyleIdx="6" presStyleCnt="9">
        <dgm:presLayoutVars>
          <dgm:bulletEnabled val="1"/>
        </dgm:presLayoutVars>
      </dgm:prSet>
      <dgm:spPr/>
    </dgm:pt>
    <dgm:pt modelId="{C6FA101E-35A3-449B-83BC-111BA40D9947}" type="pres">
      <dgm:prSet presAssocID="{5A355FAD-11D6-4CC7-9F57-4F9B9ABB571E}" presName="sibTrans" presStyleCnt="0"/>
      <dgm:spPr/>
    </dgm:pt>
    <dgm:pt modelId="{3D421E80-318C-4B76-BF36-DD8C8C84E2B7}" type="pres">
      <dgm:prSet presAssocID="{BAF1E422-CCE3-48F6-BBA0-31CD4E67E004}" presName="node" presStyleLbl="node1" presStyleIdx="7" presStyleCnt="9">
        <dgm:presLayoutVars>
          <dgm:bulletEnabled val="1"/>
        </dgm:presLayoutVars>
      </dgm:prSet>
      <dgm:spPr/>
    </dgm:pt>
    <dgm:pt modelId="{F42C6769-945C-402C-BA6D-4B62091020C3}" type="pres">
      <dgm:prSet presAssocID="{223A0890-13E5-4238-A95B-E999BC186D66}" presName="sibTrans" presStyleCnt="0"/>
      <dgm:spPr/>
    </dgm:pt>
    <dgm:pt modelId="{061B45CB-A15E-41F9-A9D4-1289C4814AEB}" type="pres">
      <dgm:prSet presAssocID="{3E8AA014-E6D8-4187-9DCE-CEF2511AB3A1}" presName="node" presStyleLbl="node1" presStyleIdx="8" presStyleCnt="9">
        <dgm:presLayoutVars>
          <dgm:bulletEnabled val="1"/>
        </dgm:presLayoutVars>
      </dgm:prSet>
      <dgm:spPr/>
    </dgm:pt>
  </dgm:ptLst>
  <dgm:cxnLst>
    <dgm:cxn modelId="{431B8B16-CBD9-49BA-B555-D7B3BED406B2}" type="presOf" srcId="{3E8AA014-E6D8-4187-9DCE-CEF2511AB3A1}" destId="{061B45CB-A15E-41F9-A9D4-1289C4814AEB}" srcOrd="0" destOrd="0" presId="urn:microsoft.com/office/officeart/2005/8/layout/default"/>
    <dgm:cxn modelId="{1E7D4F30-6B3A-42D3-90E9-A3DCA06823B8}" srcId="{D4854A24-5F38-4E9F-AFE1-B180BA25EB39}" destId="{398AFD56-8ADF-4417-B7B5-367A656A5AD8}" srcOrd="6" destOrd="0" parTransId="{AF62407A-6201-40B7-A813-0DE6DB3C5B1C}" sibTransId="{5A355FAD-11D6-4CC7-9F57-4F9B9ABB571E}"/>
    <dgm:cxn modelId="{BE60BC32-6CF9-4C68-8A55-EFBCC143C947}" type="presOf" srcId="{3EE61938-C93B-4272-B8AB-0873FFA632F9}" destId="{CE1A55DA-0F51-47E5-A586-0389A0CB23BD}" srcOrd="0" destOrd="0" presId="urn:microsoft.com/office/officeart/2005/8/layout/default"/>
    <dgm:cxn modelId="{063CBD39-CAF7-44B2-8A92-5785AC457E44}" type="presOf" srcId="{BAF1E422-CCE3-48F6-BBA0-31CD4E67E004}" destId="{3D421E80-318C-4B76-BF36-DD8C8C84E2B7}" srcOrd="0" destOrd="0" presId="urn:microsoft.com/office/officeart/2005/8/layout/default"/>
    <dgm:cxn modelId="{5DB91D3C-81F6-47DB-8E3D-D3C70BF5D85C}" srcId="{D4854A24-5F38-4E9F-AFE1-B180BA25EB39}" destId="{20AFC580-DBA0-40BF-B45F-F3B717DDF5E4}" srcOrd="4" destOrd="0" parTransId="{C186F1E2-3F62-4198-A654-A019928ECC41}" sibTransId="{2D98E0FF-437C-41B5-AC64-A618D0CD3FC1}"/>
    <dgm:cxn modelId="{90BD9C61-FECD-44B8-B350-583B87B84020}" srcId="{D4854A24-5F38-4E9F-AFE1-B180BA25EB39}" destId="{3E8AA014-E6D8-4187-9DCE-CEF2511AB3A1}" srcOrd="8" destOrd="0" parTransId="{044F2EE4-B423-495B-92EA-BEA2316DBC6E}" sibTransId="{987C40A9-1AC9-4088-B659-A5D21D6D4B4E}"/>
    <dgm:cxn modelId="{590ABC4A-661C-4AD5-A06E-FDC904A0BF86}" type="presOf" srcId="{D4854A24-5F38-4E9F-AFE1-B180BA25EB39}" destId="{033E44EE-82AA-480C-B1E9-BA02F966991C}" srcOrd="0" destOrd="0" presId="urn:microsoft.com/office/officeart/2005/8/layout/default"/>
    <dgm:cxn modelId="{42E40852-1A6D-487C-9003-89EEC66D2C6A}" srcId="{D4854A24-5F38-4E9F-AFE1-B180BA25EB39}" destId="{9B946D66-9103-4E72-A158-1165782B1FE0}" srcOrd="3" destOrd="0" parTransId="{14CE59CA-E671-4676-8A5E-9CD1297EC0F2}" sibTransId="{753AA970-C0FF-4CC6-A81A-84D8FF626DC0}"/>
    <dgm:cxn modelId="{06636872-1C65-4FF4-8DAD-066AA8B7DE4D}" srcId="{D4854A24-5F38-4E9F-AFE1-B180BA25EB39}" destId="{3EE61938-C93B-4272-B8AB-0873FFA632F9}" srcOrd="0" destOrd="0" parTransId="{B1BB5743-EFE6-45B9-A8EF-7468C2D44DF7}" sibTransId="{6F3AF2C3-51B6-4FB8-89EA-7EB276796877}"/>
    <dgm:cxn modelId="{7BA40583-8638-4894-97CA-5B9950387D3D}" type="presOf" srcId="{2989BEE3-39E8-4A29-AA8A-F25F310465CB}" destId="{2C0FA5D9-CE53-4CFA-9C28-871CE0162310}" srcOrd="0" destOrd="0" presId="urn:microsoft.com/office/officeart/2005/8/layout/default"/>
    <dgm:cxn modelId="{FF862084-EAF2-4FDF-821D-F95F843CC38D}" srcId="{D4854A24-5F38-4E9F-AFE1-B180BA25EB39}" destId="{BAF1E422-CCE3-48F6-BBA0-31CD4E67E004}" srcOrd="7" destOrd="0" parTransId="{106B2D05-F7C0-48CF-8824-B506EA13F78A}" sibTransId="{223A0890-13E5-4238-A95B-E999BC186D66}"/>
    <dgm:cxn modelId="{B9BD108E-CA9E-4744-A47F-86FFFE3C9B53}" type="presOf" srcId="{398AFD56-8ADF-4417-B7B5-367A656A5AD8}" destId="{111652BE-2DBC-4C1A-8102-0D40C3A49BCD}" srcOrd="0" destOrd="0" presId="urn:microsoft.com/office/officeart/2005/8/layout/default"/>
    <dgm:cxn modelId="{ACE56B93-489C-4212-A28B-1D3B8BF3EAF5}" type="presOf" srcId="{9B946D66-9103-4E72-A158-1165782B1FE0}" destId="{E5A79C91-20C4-4E67-9894-AFFB58BC1DA6}" srcOrd="0" destOrd="0" presId="urn:microsoft.com/office/officeart/2005/8/layout/default"/>
    <dgm:cxn modelId="{3E3B3AAA-FF96-4804-B532-2F8D18B189AC}" srcId="{D4854A24-5F38-4E9F-AFE1-B180BA25EB39}" destId="{87A5264C-D5C7-4DC0-9CFD-272236C8D14D}" srcOrd="1" destOrd="0" parTransId="{42243B44-EB3B-40B4-80A3-868CA3187090}" sibTransId="{1277C2E7-E3DD-49D3-819D-DCF78DC6308B}"/>
    <dgm:cxn modelId="{039D14AD-CCFB-484A-86B5-91735DD4E92F}" type="presOf" srcId="{20AFC580-DBA0-40BF-B45F-F3B717DDF5E4}" destId="{DCC2DE8E-4600-4430-BF68-F3E01800ED0A}" srcOrd="0" destOrd="0" presId="urn:microsoft.com/office/officeart/2005/8/layout/default"/>
    <dgm:cxn modelId="{3C7CDBB4-9927-4BD6-A276-62762857593B}" srcId="{D4854A24-5F38-4E9F-AFE1-B180BA25EB39}" destId="{2989BEE3-39E8-4A29-AA8A-F25F310465CB}" srcOrd="2" destOrd="0" parTransId="{42447D62-75AE-4E5B-9D02-97D950F78E2C}" sibTransId="{8E78B6E1-38DA-4454-9FC2-2EF8B3822EB1}"/>
    <dgm:cxn modelId="{D7DF11C8-07CC-4A32-AEDF-75425F75B384}" srcId="{D4854A24-5F38-4E9F-AFE1-B180BA25EB39}" destId="{06903787-1E83-4312-8287-BC0E7A1B717D}" srcOrd="5" destOrd="0" parTransId="{164FB524-6A5D-490A-BAE4-9146CE9FF305}" sibTransId="{5573596C-50D2-47A6-B99D-FEBC34254F56}"/>
    <dgm:cxn modelId="{21D769CF-7C4C-4FD6-8E4D-A28EC6CFEA4F}" type="presOf" srcId="{06903787-1E83-4312-8287-BC0E7A1B717D}" destId="{29A1969A-317E-4FB5-BB3A-10D5E75C0379}" srcOrd="0" destOrd="0" presId="urn:microsoft.com/office/officeart/2005/8/layout/default"/>
    <dgm:cxn modelId="{7B81F6DB-7D4A-4E5F-9826-EB9CDC3C8F80}" type="presOf" srcId="{87A5264C-D5C7-4DC0-9CFD-272236C8D14D}" destId="{BFAF9EB4-7AE0-4190-8C3B-B61C9AEF580B}" srcOrd="0" destOrd="0" presId="urn:microsoft.com/office/officeart/2005/8/layout/default"/>
    <dgm:cxn modelId="{A5BF1CF7-3A57-43BB-941D-AF683D7D2428}" type="presParOf" srcId="{033E44EE-82AA-480C-B1E9-BA02F966991C}" destId="{CE1A55DA-0F51-47E5-A586-0389A0CB23BD}" srcOrd="0" destOrd="0" presId="urn:microsoft.com/office/officeart/2005/8/layout/default"/>
    <dgm:cxn modelId="{D14C359D-D577-4530-94A7-A3AD55A4BEE3}" type="presParOf" srcId="{033E44EE-82AA-480C-B1E9-BA02F966991C}" destId="{E53AD8D0-C4C8-442F-AF2F-4780983CDA11}" srcOrd="1" destOrd="0" presId="urn:microsoft.com/office/officeart/2005/8/layout/default"/>
    <dgm:cxn modelId="{9EA43324-30D1-4140-9A39-E0D4F355B816}" type="presParOf" srcId="{033E44EE-82AA-480C-B1E9-BA02F966991C}" destId="{BFAF9EB4-7AE0-4190-8C3B-B61C9AEF580B}" srcOrd="2" destOrd="0" presId="urn:microsoft.com/office/officeart/2005/8/layout/default"/>
    <dgm:cxn modelId="{1AB4A092-60FC-4B73-AF5B-3CEACC923724}" type="presParOf" srcId="{033E44EE-82AA-480C-B1E9-BA02F966991C}" destId="{F4569672-FFA4-4542-BEA1-A3EC2DCF98C5}" srcOrd="3" destOrd="0" presId="urn:microsoft.com/office/officeart/2005/8/layout/default"/>
    <dgm:cxn modelId="{661DF313-B542-42C2-A93E-8E5E4AADCD99}" type="presParOf" srcId="{033E44EE-82AA-480C-B1E9-BA02F966991C}" destId="{2C0FA5D9-CE53-4CFA-9C28-871CE0162310}" srcOrd="4" destOrd="0" presId="urn:microsoft.com/office/officeart/2005/8/layout/default"/>
    <dgm:cxn modelId="{96EE5F65-FD56-4D06-B867-99E5F3BF8AAD}" type="presParOf" srcId="{033E44EE-82AA-480C-B1E9-BA02F966991C}" destId="{9B0EB163-8C9F-4749-8D0D-D1E4BF29A993}" srcOrd="5" destOrd="0" presId="urn:microsoft.com/office/officeart/2005/8/layout/default"/>
    <dgm:cxn modelId="{5B41E758-9D56-4F63-B8C1-5F9879DE617A}" type="presParOf" srcId="{033E44EE-82AA-480C-B1E9-BA02F966991C}" destId="{E5A79C91-20C4-4E67-9894-AFFB58BC1DA6}" srcOrd="6" destOrd="0" presId="urn:microsoft.com/office/officeart/2005/8/layout/default"/>
    <dgm:cxn modelId="{4B5A5703-ECF9-48D5-8654-9E9222C12943}" type="presParOf" srcId="{033E44EE-82AA-480C-B1E9-BA02F966991C}" destId="{4CDA934B-D020-456E-939F-86F9F97D3B0A}" srcOrd="7" destOrd="0" presId="urn:microsoft.com/office/officeart/2005/8/layout/default"/>
    <dgm:cxn modelId="{ECE33B18-08C2-4A19-8BB1-12CC1F4FC74E}" type="presParOf" srcId="{033E44EE-82AA-480C-B1E9-BA02F966991C}" destId="{DCC2DE8E-4600-4430-BF68-F3E01800ED0A}" srcOrd="8" destOrd="0" presId="urn:microsoft.com/office/officeart/2005/8/layout/default"/>
    <dgm:cxn modelId="{C5611C84-D7AE-4D53-9F31-394AFBA043C4}" type="presParOf" srcId="{033E44EE-82AA-480C-B1E9-BA02F966991C}" destId="{CB42AF0D-EE0E-4717-945C-1CC1A1A137BD}" srcOrd="9" destOrd="0" presId="urn:microsoft.com/office/officeart/2005/8/layout/default"/>
    <dgm:cxn modelId="{75437266-4470-4896-AF79-2744504D4A30}" type="presParOf" srcId="{033E44EE-82AA-480C-B1E9-BA02F966991C}" destId="{29A1969A-317E-4FB5-BB3A-10D5E75C0379}" srcOrd="10" destOrd="0" presId="urn:microsoft.com/office/officeart/2005/8/layout/default"/>
    <dgm:cxn modelId="{9BFABBEE-3FC7-45CC-8480-E81B3403141F}" type="presParOf" srcId="{033E44EE-82AA-480C-B1E9-BA02F966991C}" destId="{7E1D8103-93F7-4716-9FDB-6E23A7F2617B}" srcOrd="11" destOrd="0" presId="urn:microsoft.com/office/officeart/2005/8/layout/default"/>
    <dgm:cxn modelId="{E9A24456-4C24-488E-8D58-69A54D5D3DFA}" type="presParOf" srcId="{033E44EE-82AA-480C-B1E9-BA02F966991C}" destId="{111652BE-2DBC-4C1A-8102-0D40C3A49BCD}" srcOrd="12" destOrd="0" presId="urn:microsoft.com/office/officeart/2005/8/layout/default"/>
    <dgm:cxn modelId="{44265980-C22B-441C-98F2-DE1DB816F9C5}" type="presParOf" srcId="{033E44EE-82AA-480C-B1E9-BA02F966991C}" destId="{C6FA101E-35A3-449B-83BC-111BA40D9947}" srcOrd="13" destOrd="0" presId="urn:microsoft.com/office/officeart/2005/8/layout/default"/>
    <dgm:cxn modelId="{D453B280-BA06-408D-B60D-FDF21BF4C2C0}" type="presParOf" srcId="{033E44EE-82AA-480C-B1E9-BA02F966991C}" destId="{3D421E80-318C-4B76-BF36-DD8C8C84E2B7}" srcOrd="14" destOrd="0" presId="urn:microsoft.com/office/officeart/2005/8/layout/default"/>
    <dgm:cxn modelId="{91ECC3CD-68D3-4407-B2AF-77B439726785}" type="presParOf" srcId="{033E44EE-82AA-480C-B1E9-BA02F966991C}" destId="{F42C6769-945C-402C-BA6D-4B62091020C3}" srcOrd="15" destOrd="0" presId="urn:microsoft.com/office/officeart/2005/8/layout/default"/>
    <dgm:cxn modelId="{48026005-DC44-4C48-893B-AA2A2B6FAC36}" type="presParOf" srcId="{033E44EE-82AA-480C-B1E9-BA02F966991C}" destId="{061B45CB-A15E-41F9-A9D4-1289C4814AEB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152AE3-0C0F-44D8-92C7-07B844CECAB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78D5D35-17B2-42C1-B56C-3FB13958D242}">
      <dgm:prSet/>
      <dgm:spPr/>
      <dgm:t>
        <a:bodyPr/>
        <a:lstStyle/>
        <a:p>
          <a:r>
            <a:rPr lang="en-US"/>
            <a:t>For a 2-square environment </a:t>
          </a:r>
        </a:p>
      </dgm:t>
    </dgm:pt>
    <dgm:pt modelId="{9AE301EF-8C77-4805-B0D0-76AF1F71B2D6}" type="parTrans" cxnId="{33A3FD40-2F38-4158-B461-078EEACA57B7}">
      <dgm:prSet/>
      <dgm:spPr/>
      <dgm:t>
        <a:bodyPr/>
        <a:lstStyle/>
        <a:p>
          <a:endParaRPr lang="en-US"/>
        </a:p>
      </dgm:t>
    </dgm:pt>
    <dgm:pt modelId="{8EE8C8B8-58ED-4519-86B8-27D9D4924D8D}" type="sibTrans" cxnId="{33A3FD40-2F38-4158-B461-078EEACA57B7}">
      <dgm:prSet/>
      <dgm:spPr/>
      <dgm:t>
        <a:bodyPr/>
        <a:lstStyle/>
        <a:p>
          <a:endParaRPr lang="en-US"/>
        </a:p>
      </dgm:t>
    </dgm:pt>
    <dgm:pt modelId="{49FEF2D6-A4F8-4FE9-8805-E02FD5A1599C}">
      <dgm:prSet/>
      <dgm:spPr/>
      <dgm:t>
        <a:bodyPr/>
        <a:lstStyle/>
        <a:p>
          <a:r>
            <a:rPr lang="en-US"/>
            <a:t>2 possible locations × 2²  possible dirt configurations=8 states</a:t>
          </a:r>
        </a:p>
      </dgm:t>
    </dgm:pt>
    <dgm:pt modelId="{B3624536-304C-4DE3-B71B-FEFF61E48215}" type="parTrans" cxnId="{121D1A03-4921-4B98-A743-9411675D1513}">
      <dgm:prSet/>
      <dgm:spPr/>
      <dgm:t>
        <a:bodyPr/>
        <a:lstStyle/>
        <a:p>
          <a:endParaRPr lang="en-US"/>
        </a:p>
      </dgm:t>
    </dgm:pt>
    <dgm:pt modelId="{C09FAE5D-C50B-4089-BC1F-0FF23C3BDA68}" type="sibTrans" cxnId="{121D1A03-4921-4B98-A743-9411675D1513}">
      <dgm:prSet/>
      <dgm:spPr/>
      <dgm:t>
        <a:bodyPr/>
        <a:lstStyle/>
        <a:p>
          <a:endParaRPr lang="en-US"/>
        </a:p>
      </dgm:t>
    </dgm:pt>
    <dgm:pt modelId="{64E89D8C-4A7C-44DB-BAF2-AF76A1C68605}">
      <dgm:prSet/>
      <dgm:spPr/>
      <dgm:t>
        <a:bodyPr/>
        <a:lstStyle/>
        <a:p>
          <a:r>
            <a:rPr lang="en-US"/>
            <a:t>Agent performance evaluated on efficiency of cleaning all squares</a:t>
          </a:r>
        </a:p>
      </dgm:t>
    </dgm:pt>
    <dgm:pt modelId="{3FAAACA2-BD1A-451D-8037-A3AECBBB60D4}" type="parTrans" cxnId="{F577F80F-7CF2-44E4-BB92-63F5AF35814E}">
      <dgm:prSet/>
      <dgm:spPr/>
      <dgm:t>
        <a:bodyPr/>
        <a:lstStyle/>
        <a:p>
          <a:endParaRPr lang="en-US"/>
        </a:p>
      </dgm:t>
    </dgm:pt>
    <dgm:pt modelId="{028426BB-A64A-4E17-B303-D06218DEE349}" type="sibTrans" cxnId="{F577F80F-7CF2-44E4-BB92-63F5AF35814E}">
      <dgm:prSet/>
      <dgm:spPr/>
      <dgm:t>
        <a:bodyPr/>
        <a:lstStyle/>
        <a:p>
          <a:endParaRPr lang="en-US"/>
        </a:p>
      </dgm:t>
    </dgm:pt>
    <dgm:pt modelId="{244F5357-7E33-4B88-9C1E-EC2BE54661B8}" type="pres">
      <dgm:prSet presAssocID="{46152AE3-0C0F-44D8-92C7-07B844CECA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9A1F87-7076-43AE-8862-E14D3BECE5CD}" type="pres">
      <dgm:prSet presAssocID="{278D5D35-17B2-42C1-B56C-3FB13958D242}" presName="hierRoot1" presStyleCnt="0"/>
      <dgm:spPr/>
    </dgm:pt>
    <dgm:pt modelId="{94CE2A20-D1FC-49FB-A901-D0029E4B2B98}" type="pres">
      <dgm:prSet presAssocID="{278D5D35-17B2-42C1-B56C-3FB13958D242}" presName="composite" presStyleCnt="0"/>
      <dgm:spPr/>
    </dgm:pt>
    <dgm:pt modelId="{E8991B18-9F37-454B-8093-8CF3B8C54230}" type="pres">
      <dgm:prSet presAssocID="{278D5D35-17B2-42C1-B56C-3FB13958D242}" presName="background" presStyleLbl="node0" presStyleIdx="0" presStyleCnt="3"/>
      <dgm:spPr/>
    </dgm:pt>
    <dgm:pt modelId="{A76AD327-3CF0-4502-A701-CF27DC9FCB39}" type="pres">
      <dgm:prSet presAssocID="{278D5D35-17B2-42C1-B56C-3FB13958D242}" presName="text" presStyleLbl="fgAcc0" presStyleIdx="0" presStyleCnt="3">
        <dgm:presLayoutVars>
          <dgm:chPref val="3"/>
        </dgm:presLayoutVars>
      </dgm:prSet>
      <dgm:spPr/>
    </dgm:pt>
    <dgm:pt modelId="{7A7D91D7-608A-40CA-ABB0-D9CFA8D62AE9}" type="pres">
      <dgm:prSet presAssocID="{278D5D35-17B2-42C1-B56C-3FB13958D242}" presName="hierChild2" presStyleCnt="0"/>
      <dgm:spPr/>
    </dgm:pt>
    <dgm:pt modelId="{544BDFAA-D577-4D6E-9D70-55E5743C0953}" type="pres">
      <dgm:prSet presAssocID="{49FEF2D6-A4F8-4FE9-8805-E02FD5A1599C}" presName="hierRoot1" presStyleCnt="0"/>
      <dgm:spPr/>
    </dgm:pt>
    <dgm:pt modelId="{99BBEB3D-24D6-4DF9-8247-5129705A36E6}" type="pres">
      <dgm:prSet presAssocID="{49FEF2D6-A4F8-4FE9-8805-E02FD5A1599C}" presName="composite" presStyleCnt="0"/>
      <dgm:spPr/>
    </dgm:pt>
    <dgm:pt modelId="{0427D441-FD65-4312-B645-A514E47D5F88}" type="pres">
      <dgm:prSet presAssocID="{49FEF2D6-A4F8-4FE9-8805-E02FD5A1599C}" presName="background" presStyleLbl="node0" presStyleIdx="1" presStyleCnt="3"/>
      <dgm:spPr/>
    </dgm:pt>
    <dgm:pt modelId="{6DA4E222-E2B0-44E9-92B7-AB5B1C2F31B2}" type="pres">
      <dgm:prSet presAssocID="{49FEF2D6-A4F8-4FE9-8805-E02FD5A1599C}" presName="text" presStyleLbl="fgAcc0" presStyleIdx="1" presStyleCnt="3">
        <dgm:presLayoutVars>
          <dgm:chPref val="3"/>
        </dgm:presLayoutVars>
      </dgm:prSet>
      <dgm:spPr/>
    </dgm:pt>
    <dgm:pt modelId="{6A8FE21F-18A4-4E2A-A363-E0A39C7EF7D0}" type="pres">
      <dgm:prSet presAssocID="{49FEF2D6-A4F8-4FE9-8805-E02FD5A1599C}" presName="hierChild2" presStyleCnt="0"/>
      <dgm:spPr/>
    </dgm:pt>
    <dgm:pt modelId="{4A61EFC6-0823-45DB-A3DE-677C52B4B348}" type="pres">
      <dgm:prSet presAssocID="{64E89D8C-4A7C-44DB-BAF2-AF76A1C68605}" presName="hierRoot1" presStyleCnt="0"/>
      <dgm:spPr/>
    </dgm:pt>
    <dgm:pt modelId="{09ABAE9C-1F7B-454B-8E15-87DEDC34D70A}" type="pres">
      <dgm:prSet presAssocID="{64E89D8C-4A7C-44DB-BAF2-AF76A1C68605}" presName="composite" presStyleCnt="0"/>
      <dgm:spPr/>
    </dgm:pt>
    <dgm:pt modelId="{168B3569-EDCD-462B-867A-84856928ABC7}" type="pres">
      <dgm:prSet presAssocID="{64E89D8C-4A7C-44DB-BAF2-AF76A1C68605}" presName="background" presStyleLbl="node0" presStyleIdx="2" presStyleCnt="3"/>
      <dgm:spPr/>
    </dgm:pt>
    <dgm:pt modelId="{E91BB7AF-72D1-4539-8652-BA5258A8FE98}" type="pres">
      <dgm:prSet presAssocID="{64E89D8C-4A7C-44DB-BAF2-AF76A1C68605}" presName="text" presStyleLbl="fgAcc0" presStyleIdx="2" presStyleCnt="3">
        <dgm:presLayoutVars>
          <dgm:chPref val="3"/>
        </dgm:presLayoutVars>
      </dgm:prSet>
      <dgm:spPr/>
    </dgm:pt>
    <dgm:pt modelId="{F8B2AE0F-2E4D-47BE-94A4-DA7E13FC4DC7}" type="pres">
      <dgm:prSet presAssocID="{64E89D8C-4A7C-44DB-BAF2-AF76A1C68605}" presName="hierChild2" presStyleCnt="0"/>
      <dgm:spPr/>
    </dgm:pt>
  </dgm:ptLst>
  <dgm:cxnLst>
    <dgm:cxn modelId="{121D1A03-4921-4B98-A743-9411675D1513}" srcId="{46152AE3-0C0F-44D8-92C7-07B844CECAB6}" destId="{49FEF2D6-A4F8-4FE9-8805-E02FD5A1599C}" srcOrd="1" destOrd="0" parTransId="{B3624536-304C-4DE3-B71B-FEFF61E48215}" sibTransId="{C09FAE5D-C50B-4089-BC1F-0FF23C3BDA68}"/>
    <dgm:cxn modelId="{F577F80F-7CF2-44E4-BB92-63F5AF35814E}" srcId="{46152AE3-0C0F-44D8-92C7-07B844CECAB6}" destId="{64E89D8C-4A7C-44DB-BAF2-AF76A1C68605}" srcOrd="2" destOrd="0" parTransId="{3FAAACA2-BD1A-451D-8037-A3AECBBB60D4}" sibTransId="{028426BB-A64A-4E17-B303-D06218DEE349}"/>
    <dgm:cxn modelId="{3705EB1A-E5B0-4F90-9E9A-1469F1FB05C4}" type="presOf" srcId="{64E89D8C-4A7C-44DB-BAF2-AF76A1C68605}" destId="{E91BB7AF-72D1-4539-8652-BA5258A8FE98}" srcOrd="0" destOrd="0" presId="urn:microsoft.com/office/officeart/2005/8/layout/hierarchy1"/>
    <dgm:cxn modelId="{676CDC30-C4F0-4811-9930-319D69FABC9B}" type="presOf" srcId="{46152AE3-0C0F-44D8-92C7-07B844CECAB6}" destId="{244F5357-7E33-4B88-9C1E-EC2BE54661B8}" srcOrd="0" destOrd="0" presId="urn:microsoft.com/office/officeart/2005/8/layout/hierarchy1"/>
    <dgm:cxn modelId="{33A3FD40-2F38-4158-B461-078EEACA57B7}" srcId="{46152AE3-0C0F-44D8-92C7-07B844CECAB6}" destId="{278D5D35-17B2-42C1-B56C-3FB13958D242}" srcOrd="0" destOrd="0" parTransId="{9AE301EF-8C77-4805-B0D0-76AF1F71B2D6}" sibTransId="{8EE8C8B8-58ED-4519-86B8-27D9D4924D8D}"/>
    <dgm:cxn modelId="{6AC8088B-CC63-4B24-A5E8-E741431CC0E0}" type="presOf" srcId="{49FEF2D6-A4F8-4FE9-8805-E02FD5A1599C}" destId="{6DA4E222-E2B0-44E9-92B7-AB5B1C2F31B2}" srcOrd="0" destOrd="0" presId="urn:microsoft.com/office/officeart/2005/8/layout/hierarchy1"/>
    <dgm:cxn modelId="{DE104DB2-2F02-4E3D-8A84-894A26808A52}" type="presOf" srcId="{278D5D35-17B2-42C1-B56C-3FB13958D242}" destId="{A76AD327-3CF0-4502-A701-CF27DC9FCB39}" srcOrd="0" destOrd="0" presId="urn:microsoft.com/office/officeart/2005/8/layout/hierarchy1"/>
    <dgm:cxn modelId="{3DB22C97-F2EA-42A2-8869-F42D0C24F964}" type="presParOf" srcId="{244F5357-7E33-4B88-9C1E-EC2BE54661B8}" destId="{DD9A1F87-7076-43AE-8862-E14D3BECE5CD}" srcOrd="0" destOrd="0" presId="urn:microsoft.com/office/officeart/2005/8/layout/hierarchy1"/>
    <dgm:cxn modelId="{8F1F92ED-A234-4C12-B26F-B131AC6D44D4}" type="presParOf" srcId="{DD9A1F87-7076-43AE-8862-E14D3BECE5CD}" destId="{94CE2A20-D1FC-49FB-A901-D0029E4B2B98}" srcOrd="0" destOrd="0" presId="urn:microsoft.com/office/officeart/2005/8/layout/hierarchy1"/>
    <dgm:cxn modelId="{C746654B-EF0C-4AE0-99DC-8C3972540096}" type="presParOf" srcId="{94CE2A20-D1FC-49FB-A901-D0029E4B2B98}" destId="{E8991B18-9F37-454B-8093-8CF3B8C54230}" srcOrd="0" destOrd="0" presId="urn:microsoft.com/office/officeart/2005/8/layout/hierarchy1"/>
    <dgm:cxn modelId="{A1FA8335-E1B0-4B09-8761-2CE259FF21C9}" type="presParOf" srcId="{94CE2A20-D1FC-49FB-A901-D0029E4B2B98}" destId="{A76AD327-3CF0-4502-A701-CF27DC9FCB39}" srcOrd="1" destOrd="0" presId="urn:microsoft.com/office/officeart/2005/8/layout/hierarchy1"/>
    <dgm:cxn modelId="{5F7DA41D-1F29-4EDD-BB16-EED87501A6A9}" type="presParOf" srcId="{DD9A1F87-7076-43AE-8862-E14D3BECE5CD}" destId="{7A7D91D7-608A-40CA-ABB0-D9CFA8D62AE9}" srcOrd="1" destOrd="0" presId="urn:microsoft.com/office/officeart/2005/8/layout/hierarchy1"/>
    <dgm:cxn modelId="{A8BD694D-D99B-4269-9ECF-EC5019DDF4F0}" type="presParOf" srcId="{244F5357-7E33-4B88-9C1E-EC2BE54661B8}" destId="{544BDFAA-D577-4D6E-9D70-55E5743C0953}" srcOrd="1" destOrd="0" presId="urn:microsoft.com/office/officeart/2005/8/layout/hierarchy1"/>
    <dgm:cxn modelId="{6514BAF5-36FC-49F8-9755-7FCE3AE64424}" type="presParOf" srcId="{544BDFAA-D577-4D6E-9D70-55E5743C0953}" destId="{99BBEB3D-24D6-4DF9-8247-5129705A36E6}" srcOrd="0" destOrd="0" presId="urn:microsoft.com/office/officeart/2005/8/layout/hierarchy1"/>
    <dgm:cxn modelId="{A43F4D9B-224C-48DB-966E-E047FDF331C0}" type="presParOf" srcId="{99BBEB3D-24D6-4DF9-8247-5129705A36E6}" destId="{0427D441-FD65-4312-B645-A514E47D5F88}" srcOrd="0" destOrd="0" presId="urn:microsoft.com/office/officeart/2005/8/layout/hierarchy1"/>
    <dgm:cxn modelId="{C5827C84-CD93-413E-B349-C4F349A8F79D}" type="presParOf" srcId="{99BBEB3D-24D6-4DF9-8247-5129705A36E6}" destId="{6DA4E222-E2B0-44E9-92B7-AB5B1C2F31B2}" srcOrd="1" destOrd="0" presId="urn:microsoft.com/office/officeart/2005/8/layout/hierarchy1"/>
    <dgm:cxn modelId="{5644891F-B9D3-42E6-9B8B-4DC52E529831}" type="presParOf" srcId="{544BDFAA-D577-4D6E-9D70-55E5743C0953}" destId="{6A8FE21F-18A4-4E2A-A363-E0A39C7EF7D0}" srcOrd="1" destOrd="0" presId="urn:microsoft.com/office/officeart/2005/8/layout/hierarchy1"/>
    <dgm:cxn modelId="{BB15EFD5-2A2D-4EF5-9DA1-1AE0A6DC865E}" type="presParOf" srcId="{244F5357-7E33-4B88-9C1E-EC2BE54661B8}" destId="{4A61EFC6-0823-45DB-A3DE-677C52B4B348}" srcOrd="2" destOrd="0" presId="urn:microsoft.com/office/officeart/2005/8/layout/hierarchy1"/>
    <dgm:cxn modelId="{75D6AB7F-AFA6-4151-979A-DCC721189EC0}" type="presParOf" srcId="{4A61EFC6-0823-45DB-A3DE-677C52B4B348}" destId="{09ABAE9C-1F7B-454B-8E15-87DEDC34D70A}" srcOrd="0" destOrd="0" presId="urn:microsoft.com/office/officeart/2005/8/layout/hierarchy1"/>
    <dgm:cxn modelId="{092FCFC7-EA5B-4BE6-A781-515FCA4E2078}" type="presParOf" srcId="{09ABAE9C-1F7B-454B-8E15-87DEDC34D70A}" destId="{168B3569-EDCD-462B-867A-84856928ABC7}" srcOrd="0" destOrd="0" presId="urn:microsoft.com/office/officeart/2005/8/layout/hierarchy1"/>
    <dgm:cxn modelId="{A3DAB6F8-170A-441D-AE1C-9C6E2EA6212A}" type="presParOf" srcId="{09ABAE9C-1F7B-454B-8E15-87DEDC34D70A}" destId="{E91BB7AF-72D1-4539-8652-BA5258A8FE98}" srcOrd="1" destOrd="0" presId="urn:microsoft.com/office/officeart/2005/8/layout/hierarchy1"/>
    <dgm:cxn modelId="{A241C13F-DFED-4065-A694-991B1895DC2B}" type="presParOf" srcId="{4A61EFC6-0823-45DB-A3DE-677C52B4B348}" destId="{F8B2AE0F-2E4D-47BE-94A4-DA7E13FC4DC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96505B-E8ED-447C-B755-64581541970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4566CE-7577-43E2-8D7F-49468E4E8E2E}">
      <dgm:prSet/>
      <dgm:spPr/>
      <dgm:t>
        <a:bodyPr/>
        <a:lstStyle/>
        <a:p>
          <a:r>
            <a:rPr lang="en-US"/>
            <a:t>EXAMPLE 1</a:t>
          </a:r>
        </a:p>
      </dgm:t>
    </dgm:pt>
    <dgm:pt modelId="{611F61FA-E317-4E01-AAEF-8D71683D2C55}" type="parTrans" cxnId="{8389E0D4-ED27-4C37-AB29-185F535EA13A}">
      <dgm:prSet/>
      <dgm:spPr/>
      <dgm:t>
        <a:bodyPr/>
        <a:lstStyle/>
        <a:p>
          <a:endParaRPr lang="en-US"/>
        </a:p>
      </dgm:t>
    </dgm:pt>
    <dgm:pt modelId="{F79A12DC-3C72-4582-A8E7-6968ABE80AA2}" type="sibTrans" cxnId="{8389E0D4-ED27-4C37-AB29-185F535EA13A}">
      <dgm:prSet/>
      <dgm:spPr/>
      <dgm:t>
        <a:bodyPr/>
        <a:lstStyle/>
        <a:p>
          <a:endParaRPr lang="en-US"/>
        </a:p>
      </dgm:t>
    </dgm:pt>
    <dgm:pt modelId="{5929CAE3-BE7D-4257-9BA6-496ACBE599A9}">
      <dgm:prSet/>
      <dgm:spPr/>
      <dgm:t>
        <a:bodyPr/>
        <a:lstStyle/>
        <a:p>
          <a:r>
            <a:rPr lang="en-US"/>
            <a:t>State  agent is at A;A is dirty; B is dirty</a:t>
          </a:r>
        </a:p>
      </dgm:t>
    </dgm:pt>
    <dgm:pt modelId="{4615DADD-599F-432B-982C-17E0669CFD64}" type="parTrans" cxnId="{5419A6D1-5691-4486-94C8-B04C7E9C4035}">
      <dgm:prSet/>
      <dgm:spPr/>
      <dgm:t>
        <a:bodyPr/>
        <a:lstStyle/>
        <a:p>
          <a:endParaRPr lang="en-US"/>
        </a:p>
      </dgm:t>
    </dgm:pt>
    <dgm:pt modelId="{0C3BBD60-7FFE-4A4F-9FC3-685B44A141AA}" type="sibTrans" cxnId="{5419A6D1-5691-4486-94C8-B04C7E9C4035}">
      <dgm:prSet/>
      <dgm:spPr/>
      <dgm:t>
        <a:bodyPr/>
        <a:lstStyle/>
        <a:p>
          <a:endParaRPr lang="en-US"/>
        </a:p>
      </dgm:t>
    </dgm:pt>
    <dgm:pt modelId="{54156946-A0C9-4D55-968D-179207E6F3E4}">
      <dgm:prSet/>
      <dgm:spPr/>
      <dgm:t>
        <a:bodyPr/>
        <a:lstStyle/>
        <a:p>
          <a:r>
            <a:rPr lang="en-US"/>
            <a:t>Action Clean-&gt;Move  Right-&gt;clean</a:t>
          </a:r>
        </a:p>
      </dgm:t>
    </dgm:pt>
    <dgm:pt modelId="{DCAB9738-A1DB-4957-BB37-37839BB0F0B7}" type="parTrans" cxnId="{3ED182AC-B4B1-4AD4-9CCA-574237CF1B7F}">
      <dgm:prSet/>
      <dgm:spPr/>
      <dgm:t>
        <a:bodyPr/>
        <a:lstStyle/>
        <a:p>
          <a:endParaRPr lang="en-US"/>
        </a:p>
      </dgm:t>
    </dgm:pt>
    <dgm:pt modelId="{15E0D77F-84DA-43FE-8EA8-DCDF568554F5}" type="sibTrans" cxnId="{3ED182AC-B4B1-4AD4-9CCA-574237CF1B7F}">
      <dgm:prSet/>
      <dgm:spPr/>
      <dgm:t>
        <a:bodyPr/>
        <a:lstStyle/>
        <a:p>
          <a:endParaRPr lang="en-US"/>
        </a:p>
      </dgm:t>
    </dgm:pt>
    <dgm:pt modelId="{0E6CE390-9BE0-44E6-885D-07CA06D419E2}">
      <dgm:prSet/>
      <dgm:spPr/>
      <dgm:t>
        <a:bodyPr/>
        <a:lstStyle/>
        <a:p>
          <a:r>
            <a:rPr lang="en-US"/>
            <a:t>Result Both Rooms become clean</a:t>
          </a:r>
        </a:p>
      </dgm:t>
    </dgm:pt>
    <dgm:pt modelId="{4E21C2FB-4C4E-4CA6-8F06-C495E65047F6}" type="parTrans" cxnId="{2589A307-FAFE-4851-90D7-94B3AFC311A4}">
      <dgm:prSet/>
      <dgm:spPr/>
      <dgm:t>
        <a:bodyPr/>
        <a:lstStyle/>
        <a:p>
          <a:endParaRPr lang="en-US"/>
        </a:p>
      </dgm:t>
    </dgm:pt>
    <dgm:pt modelId="{21F29DBC-FCEE-493E-BEE5-8E5550420292}" type="sibTrans" cxnId="{2589A307-FAFE-4851-90D7-94B3AFC311A4}">
      <dgm:prSet/>
      <dgm:spPr/>
      <dgm:t>
        <a:bodyPr/>
        <a:lstStyle/>
        <a:p>
          <a:endParaRPr lang="en-US"/>
        </a:p>
      </dgm:t>
    </dgm:pt>
    <dgm:pt modelId="{F5845531-06C8-403B-858B-9CD685B5A114}">
      <dgm:prSet/>
      <dgm:spPr/>
      <dgm:t>
        <a:bodyPr/>
        <a:lstStyle/>
        <a:p>
          <a:r>
            <a:rPr lang="en-US"/>
            <a:t>EXAMPLE 2</a:t>
          </a:r>
        </a:p>
      </dgm:t>
    </dgm:pt>
    <dgm:pt modelId="{D79249C1-724B-44AF-B652-E69A9FE5B1EF}" type="parTrans" cxnId="{51B2162F-8ED8-4583-A487-4F8B970BA494}">
      <dgm:prSet/>
      <dgm:spPr/>
      <dgm:t>
        <a:bodyPr/>
        <a:lstStyle/>
        <a:p>
          <a:endParaRPr lang="en-US"/>
        </a:p>
      </dgm:t>
    </dgm:pt>
    <dgm:pt modelId="{2FCBE76C-58FD-4427-B885-B14A9FF3AD51}" type="sibTrans" cxnId="{51B2162F-8ED8-4583-A487-4F8B970BA494}">
      <dgm:prSet/>
      <dgm:spPr/>
      <dgm:t>
        <a:bodyPr/>
        <a:lstStyle/>
        <a:p>
          <a:endParaRPr lang="en-US"/>
        </a:p>
      </dgm:t>
    </dgm:pt>
    <dgm:pt modelId="{28900D47-A0DF-446B-B6F3-095C9041FCEA}">
      <dgm:prSet/>
      <dgm:spPr/>
      <dgm:t>
        <a:bodyPr/>
        <a:lstStyle/>
        <a:p>
          <a:r>
            <a:rPr lang="en-US"/>
            <a:t>State agent is at B; A is clean; B is dirty</a:t>
          </a:r>
        </a:p>
      </dgm:t>
    </dgm:pt>
    <dgm:pt modelId="{C0C05BDF-0216-48B9-93DE-AF8C3CA53F85}" type="parTrans" cxnId="{B3648B09-6F8B-4908-9E1F-422D21254E51}">
      <dgm:prSet/>
      <dgm:spPr/>
      <dgm:t>
        <a:bodyPr/>
        <a:lstStyle/>
        <a:p>
          <a:endParaRPr lang="en-US"/>
        </a:p>
      </dgm:t>
    </dgm:pt>
    <dgm:pt modelId="{793CDA65-972F-4A44-95A4-A6DA1B01A2F7}" type="sibTrans" cxnId="{B3648B09-6F8B-4908-9E1F-422D21254E51}">
      <dgm:prSet/>
      <dgm:spPr/>
      <dgm:t>
        <a:bodyPr/>
        <a:lstStyle/>
        <a:p>
          <a:endParaRPr lang="en-US"/>
        </a:p>
      </dgm:t>
    </dgm:pt>
    <dgm:pt modelId="{F76DAD83-FED4-4B65-8CDE-923C4DA8FA26}">
      <dgm:prSet/>
      <dgm:spPr/>
      <dgm:t>
        <a:bodyPr/>
        <a:lstStyle/>
        <a:p>
          <a:r>
            <a:rPr lang="en-US"/>
            <a:t>Action clean</a:t>
          </a:r>
        </a:p>
      </dgm:t>
    </dgm:pt>
    <dgm:pt modelId="{D843E81A-C348-4F58-8FB5-8377CC264540}" type="parTrans" cxnId="{0232C39A-78EF-4118-88D1-823E7D9D1991}">
      <dgm:prSet/>
      <dgm:spPr/>
      <dgm:t>
        <a:bodyPr/>
        <a:lstStyle/>
        <a:p>
          <a:endParaRPr lang="en-US"/>
        </a:p>
      </dgm:t>
    </dgm:pt>
    <dgm:pt modelId="{08E7F990-A2FC-4891-8B6D-70CE0B932E45}" type="sibTrans" cxnId="{0232C39A-78EF-4118-88D1-823E7D9D1991}">
      <dgm:prSet/>
      <dgm:spPr/>
      <dgm:t>
        <a:bodyPr/>
        <a:lstStyle/>
        <a:p>
          <a:endParaRPr lang="en-US"/>
        </a:p>
      </dgm:t>
    </dgm:pt>
    <dgm:pt modelId="{211540C4-922A-4935-8D5F-60873C7E5566}">
      <dgm:prSet/>
      <dgm:spPr/>
      <dgm:t>
        <a:bodyPr/>
        <a:lstStyle/>
        <a:p>
          <a:r>
            <a:rPr lang="en-US"/>
            <a:t>Result Room B becomes clean; nothing else needed</a:t>
          </a:r>
        </a:p>
      </dgm:t>
    </dgm:pt>
    <dgm:pt modelId="{B27335C0-2456-4DBA-B08E-568AC36EEFED}" type="parTrans" cxnId="{25DCC563-6943-464D-ABC6-E11E8D0FF993}">
      <dgm:prSet/>
      <dgm:spPr/>
      <dgm:t>
        <a:bodyPr/>
        <a:lstStyle/>
        <a:p>
          <a:endParaRPr lang="en-US"/>
        </a:p>
      </dgm:t>
    </dgm:pt>
    <dgm:pt modelId="{751C0FCB-54E6-4A2E-BDFE-4E0571B5B41B}" type="sibTrans" cxnId="{25DCC563-6943-464D-ABC6-E11E8D0FF993}">
      <dgm:prSet/>
      <dgm:spPr/>
      <dgm:t>
        <a:bodyPr/>
        <a:lstStyle/>
        <a:p>
          <a:endParaRPr lang="en-US"/>
        </a:p>
      </dgm:t>
    </dgm:pt>
    <dgm:pt modelId="{68B6DF66-D7E7-4E1A-A856-9948BE6BF3AF}" type="pres">
      <dgm:prSet presAssocID="{0396505B-E8ED-447C-B755-645815419706}" presName="diagram" presStyleCnt="0">
        <dgm:presLayoutVars>
          <dgm:dir/>
          <dgm:resizeHandles val="exact"/>
        </dgm:presLayoutVars>
      </dgm:prSet>
      <dgm:spPr/>
    </dgm:pt>
    <dgm:pt modelId="{BE1DBD21-AF67-4F21-9288-1561EBB7C14F}" type="pres">
      <dgm:prSet presAssocID="{C54566CE-7577-43E2-8D7F-49468E4E8E2E}" presName="node" presStyleLbl="node1" presStyleIdx="0" presStyleCnt="8">
        <dgm:presLayoutVars>
          <dgm:bulletEnabled val="1"/>
        </dgm:presLayoutVars>
      </dgm:prSet>
      <dgm:spPr/>
    </dgm:pt>
    <dgm:pt modelId="{C9E1DFD4-876C-41D1-BE2A-99152CB2139E}" type="pres">
      <dgm:prSet presAssocID="{F79A12DC-3C72-4582-A8E7-6968ABE80AA2}" presName="sibTrans" presStyleCnt="0"/>
      <dgm:spPr/>
    </dgm:pt>
    <dgm:pt modelId="{707A1A8C-7C9C-4843-84BC-E2B10BF138AB}" type="pres">
      <dgm:prSet presAssocID="{5929CAE3-BE7D-4257-9BA6-496ACBE599A9}" presName="node" presStyleLbl="node1" presStyleIdx="1" presStyleCnt="8">
        <dgm:presLayoutVars>
          <dgm:bulletEnabled val="1"/>
        </dgm:presLayoutVars>
      </dgm:prSet>
      <dgm:spPr/>
    </dgm:pt>
    <dgm:pt modelId="{82053FF9-5A7B-4F2B-A781-C7785ABECAA6}" type="pres">
      <dgm:prSet presAssocID="{0C3BBD60-7FFE-4A4F-9FC3-685B44A141AA}" presName="sibTrans" presStyleCnt="0"/>
      <dgm:spPr/>
    </dgm:pt>
    <dgm:pt modelId="{A81410FC-807B-4C9B-AFC8-B03065EB2571}" type="pres">
      <dgm:prSet presAssocID="{54156946-A0C9-4D55-968D-179207E6F3E4}" presName="node" presStyleLbl="node1" presStyleIdx="2" presStyleCnt="8">
        <dgm:presLayoutVars>
          <dgm:bulletEnabled val="1"/>
        </dgm:presLayoutVars>
      </dgm:prSet>
      <dgm:spPr/>
    </dgm:pt>
    <dgm:pt modelId="{9CB1B384-D677-44BC-82F7-4C78E39A2B6A}" type="pres">
      <dgm:prSet presAssocID="{15E0D77F-84DA-43FE-8EA8-DCDF568554F5}" presName="sibTrans" presStyleCnt="0"/>
      <dgm:spPr/>
    </dgm:pt>
    <dgm:pt modelId="{18028857-A3F5-4B85-BC52-2EEF268EA6E4}" type="pres">
      <dgm:prSet presAssocID="{0E6CE390-9BE0-44E6-885D-07CA06D419E2}" presName="node" presStyleLbl="node1" presStyleIdx="3" presStyleCnt="8">
        <dgm:presLayoutVars>
          <dgm:bulletEnabled val="1"/>
        </dgm:presLayoutVars>
      </dgm:prSet>
      <dgm:spPr/>
    </dgm:pt>
    <dgm:pt modelId="{27C7D475-FB36-4212-B135-484EF6B5E034}" type="pres">
      <dgm:prSet presAssocID="{21F29DBC-FCEE-493E-BEE5-8E5550420292}" presName="sibTrans" presStyleCnt="0"/>
      <dgm:spPr/>
    </dgm:pt>
    <dgm:pt modelId="{D0CAAA5C-A16B-44CD-AA0D-768B3D30465B}" type="pres">
      <dgm:prSet presAssocID="{F5845531-06C8-403B-858B-9CD685B5A114}" presName="node" presStyleLbl="node1" presStyleIdx="4" presStyleCnt="8">
        <dgm:presLayoutVars>
          <dgm:bulletEnabled val="1"/>
        </dgm:presLayoutVars>
      </dgm:prSet>
      <dgm:spPr/>
    </dgm:pt>
    <dgm:pt modelId="{4330103D-C619-4C41-9B20-10DDA8839500}" type="pres">
      <dgm:prSet presAssocID="{2FCBE76C-58FD-4427-B885-B14A9FF3AD51}" presName="sibTrans" presStyleCnt="0"/>
      <dgm:spPr/>
    </dgm:pt>
    <dgm:pt modelId="{48C8ACB9-0754-4445-9A5D-166DEED8C89B}" type="pres">
      <dgm:prSet presAssocID="{28900D47-A0DF-446B-B6F3-095C9041FCEA}" presName="node" presStyleLbl="node1" presStyleIdx="5" presStyleCnt="8">
        <dgm:presLayoutVars>
          <dgm:bulletEnabled val="1"/>
        </dgm:presLayoutVars>
      </dgm:prSet>
      <dgm:spPr/>
    </dgm:pt>
    <dgm:pt modelId="{C9E97B77-E34D-4F66-BEE4-72D1791BE115}" type="pres">
      <dgm:prSet presAssocID="{793CDA65-972F-4A44-95A4-A6DA1B01A2F7}" presName="sibTrans" presStyleCnt="0"/>
      <dgm:spPr/>
    </dgm:pt>
    <dgm:pt modelId="{771DE07F-2D70-46F8-8B96-AD92BC537AB5}" type="pres">
      <dgm:prSet presAssocID="{F76DAD83-FED4-4B65-8CDE-923C4DA8FA26}" presName="node" presStyleLbl="node1" presStyleIdx="6" presStyleCnt="8">
        <dgm:presLayoutVars>
          <dgm:bulletEnabled val="1"/>
        </dgm:presLayoutVars>
      </dgm:prSet>
      <dgm:spPr/>
    </dgm:pt>
    <dgm:pt modelId="{DD35B5E7-279B-4763-B372-9931439089B0}" type="pres">
      <dgm:prSet presAssocID="{08E7F990-A2FC-4891-8B6D-70CE0B932E45}" presName="sibTrans" presStyleCnt="0"/>
      <dgm:spPr/>
    </dgm:pt>
    <dgm:pt modelId="{C6B38CAF-7379-40BD-BB07-E35ED8F1C466}" type="pres">
      <dgm:prSet presAssocID="{211540C4-922A-4935-8D5F-60873C7E5566}" presName="node" presStyleLbl="node1" presStyleIdx="7" presStyleCnt="8">
        <dgm:presLayoutVars>
          <dgm:bulletEnabled val="1"/>
        </dgm:presLayoutVars>
      </dgm:prSet>
      <dgm:spPr/>
    </dgm:pt>
  </dgm:ptLst>
  <dgm:cxnLst>
    <dgm:cxn modelId="{2589A307-FAFE-4851-90D7-94B3AFC311A4}" srcId="{0396505B-E8ED-447C-B755-645815419706}" destId="{0E6CE390-9BE0-44E6-885D-07CA06D419E2}" srcOrd="3" destOrd="0" parTransId="{4E21C2FB-4C4E-4CA6-8F06-C495E65047F6}" sibTransId="{21F29DBC-FCEE-493E-BEE5-8E5550420292}"/>
    <dgm:cxn modelId="{B3648B09-6F8B-4908-9E1F-422D21254E51}" srcId="{0396505B-E8ED-447C-B755-645815419706}" destId="{28900D47-A0DF-446B-B6F3-095C9041FCEA}" srcOrd="5" destOrd="0" parTransId="{C0C05BDF-0216-48B9-93DE-AF8C3CA53F85}" sibTransId="{793CDA65-972F-4A44-95A4-A6DA1B01A2F7}"/>
    <dgm:cxn modelId="{419FF917-6C19-4DA9-980D-698215CD15D7}" type="presOf" srcId="{C54566CE-7577-43E2-8D7F-49468E4E8E2E}" destId="{BE1DBD21-AF67-4F21-9288-1561EBB7C14F}" srcOrd="0" destOrd="0" presId="urn:microsoft.com/office/officeart/2005/8/layout/default"/>
    <dgm:cxn modelId="{51B2162F-8ED8-4583-A487-4F8B970BA494}" srcId="{0396505B-E8ED-447C-B755-645815419706}" destId="{F5845531-06C8-403B-858B-9CD685B5A114}" srcOrd="4" destOrd="0" parTransId="{D79249C1-724B-44AF-B652-E69A9FE5B1EF}" sibTransId="{2FCBE76C-58FD-4427-B885-B14A9FF3AD51}"/>
    <dgm:cxn modelId="{31F7543B-22C3-436A-A103-21D0C9906B7F}" type="presOf" srcId="{28900D47-A0DF-446B-B6F3-095C9041FCEA}" destId="{48C8ACB9-0754-4445-9A5D-166DEED8C89B}" srcOrd="0" destOrd="0" presId="urn:microsoft.com/office/officeart/2005/8/layout/default"/>
    <dgm:cxn modelId="{25DCC563-6943-464D-ABC6-E11E8D0FF993}" srcId="{0396505B-E8ED-447C-B755-645815419706}" destId="{211540C4-922A-4935-8D5F-60873C7E5566}" srcOrd="7" destOrd="0" parTransId="{B27335C0-2456-4DBA-B08E-568AC36EEFED}" sibTransId="{751C0FCB-54E6-4A2E-BDFE-4E0571B5B41B}"/>
    <dgm:cxn modelId="{EF701547-F64E-4A58-8BED-042FE9D8E5AF}" type="presOf" srcId="{5929CAE3-BE7D-4257-9BA6-496ACBE599A9}" destId="{707A1A8C-7C9C-4843-84BC-E2B10BF138AB}" srcOrd="0" destOrd="0" presId="urn:microsoft.com/office/officeart/2005/8/layout/default"/>
    <dgm:cxn modelId="{2787B588-670F-4627-95FD-DAEC2F51815C}" type="presOf" srcId="{54156946-A0C9-4D55-968D-179207E6F3E4}" destId="{A81410FC-807B-4C9B-AFC8-B03065EB2571}" srcOrd="0" destOrd="0" presId="urn:microsoft.com/office/officeart/2005/8/layout/default"/>
    <dgm:cxn modelId="{0232C39A-78EF-4118-88D1-823E7D9D1991}" srcId="{0396505B-E8ED-447C-B755-645815419706}" destId="{F76DAD83-FED4-4B65-8CDE-923C4DA8FA26}" srcOrd="6" destOrd="0" parTransId="{D843E81A-C348-4F58-8FB5-8377CC264540}" sibTransId="{08E7F990-A2FC-4891-8B6D-70CE0B932E45}"/>
    <dgm:cxn modelId="{3ED182AC-B4B1-4AD4-9CCA-574237CF1B7F}" srcId="{0396505B-E8ED-447C-B755-645815419706}" destId="{54156946-A0C9-4D55-968D-179207E6F3E4}" srcOrd="2" destOrd="0" parTransId="{DCAB9738-A1DB-4957-BB37-37839BB0F0B7}" sibTransId="{15E0D77F-84DA-43FE-8EA8-DCDF568554F5}"/>
    <dgm:cxn modelId="{4A03B9C3-6955-4F92-A055-0F226F2CCE9A}" type="presOf" srcId="{0396505B-E8ED-447C-B755-645815419706}" destId="{68B6DF66-D7E7-4E1A-A856-9948BE6BF3AF}" srcOrd="0" destOrd="0" presId="urn:microsoft.com/office/officeart/2005/8/layout/default"/>
    <dgm:cxn modelId="{34345BC4-D2E0-487E-ACDA-DEE55534E35D}" type="presOf" srcId="{F76DAD83-FED4-4B65-8CDE-923C4DA8FA26}" destId="{771DE07F-2D70-46F8-8B96-AD92BC537AB5}" srcOrd="0" destOrd="0" presId="urn:microsoft.com/office/officeart/2005/8/layout/default"/>
    <dgm:cxn modelId="{C69080D1-0750-4ED0-B16B-5DDFE2CE92A7}" type="presOf" srcId="{0E6CE390-9BE0-44E6-885D-07CA06D419E2}" destId="{18028857-A3F5-4B85-BC52-2EEF268EA6E4}" srcOrd="0" destOrd="0" presId="urn:microsoft.com/office/officeart/2005/8/layout/default"/>
    <dgm:cxn modelId="{5419A6D1-5691-4486-94C8-B04C7E9C4035}" srcId="{0396505B-E8ED-447C-B755-645815419706}" destId="{5929CAE3-BE7D-4257-9BA6-496ACBE599A9}" srcOrd="1" destOrd="0" parTransId="{4615DADD-599F-432B-982C-17E0669CFD64}" sibTransId="{0C3BBD60-7FFE-4A4F-9FC3-685B44A141AA}"/>
    <dgm:cxn modelId="{8389E0D4-ED27-4C37-AB29-185F535EA13A}" srcId="{0396505B-E8ED-447C-B755-645815419706}" destId="{C54566CE-7577-43E2-8D7F-49468E4E8E2E}" srcOrd="0" destOrd="0" parTransId="{611F61FA-E317-4E01-AAEF-8D71683D2C55}" sibTransId="{F79A12DC-3C72-4582-A8E7-6968ABE80AA2}"/>
    <dgm:cxn modelId="{F3AD51F3-1AD5-4A72-BD5C-1AF6736AF3E1}" type="presOf" srcId="{211540C4-922A-4935-8D5F-60873C7E5566}" destId="{C6B38CAF-7379-40BD-BB07-E35ED8F1C466}" srcOrd="0" destOrd="0" presId="urn:microsoft.com/office/officeart/2005/8/layout/default"/>
    <dgm:cxn modelId="{879FB2FB-56EC-4379-B35E-35457B39BDE2}" type="presOf" srcId="{F5845531-06C8-403B-858B-9CD685B5A114}" destId="{D0CAAA5C-A16B-44CD-AA0D-768B3D30465B}" srcOrd="0" destOrd="0" presId="urn:microsoft.com/office/officeart/2005/8/layout/default"/>
    <dgm:cxn modelId="{5F43547F-CCFD-44F2-93A0-9DD0B1DEE320}" type="presParOf" srcId="{68B6DF66-D7E7-4E1A-A856-9948BE6BF3AF}" destId="{BE1DBD21-AF67-4F21-9288-1561EBB7C14F}" srcOrd="0" destOrd="0" presId="urn:microsoft.com/office/officeart/2005/8/layout/default"/>
    <dgm:cxn modelId="{CB33C322-DAC8-45E8-BD30-403841DFCCCE}" type="presParOf" srcId="{68B6DF66-D7E7-4E1A-A856-9948BE6BF3AF}" destId="{C9E1DFD4-876C-41D1-BE2A-99152CB2139E}" srcOrd="1" destOrd="0" presId="urn:microsoft.com/office/officeart/2005/8/layout/default"/>
    <dgm:cxn modelId="{A4780F35-6E31-4A1D-81FE-087892ACD4CA}" type="presParOf" srcId="{68B6DF66-D7E7-4E1A-A856-9948BE6BF3AF}" destId="{707A1A8C-7C9C-4843-84BC-E2B10BF138AB}" srcOrd="2" destOrd="0" presId="urn:microsoft.com/office/officeart/2005/8/layout/default"/>
    <dgm:cxn modelId="{E4DDDAE5-A9C3-4862-BA42-E28E454E1C6D}" type="presParOf" srcId="{68B6DF66-D7E7-4E1A-A856-9948BE6BF3AF}" destId="{82053FF9-5A7B-4F2B-A781-C7785ABECAA6}" srcOrd="3" destOrd="0" presId="urn:microsoft.com/office/officeart/2005/8/layout/default"/>
    <dgm:cxn modelId="{FD954992-59BB-4176-855E-82AF5533E527}" type="presParOf" srcId="{68B6DF66-D7E7-4E1A-A856-9948BE6BF3AF}" destId="{A81410FC-807B-4C9B-AFC8-B03065EB2571}" srcOrd="4" destOrd="0" presId="urn:microsoft.com/office/officeart/2005/8/layout/default"/>
    <dgm:cxn modelId="{DE60A7BD-9C1A-46D3-952C-BBE6F7711C91}" type="presParOf" srcId="{68B6DF66-D7E7-4E1A-A856-9948BE6BF3AF}" destId="{9CB1B384-D677-44BC-82F7-4C78E39A2B6A}" srcOrd="5" destOrd="0" presId="urn:microsoft.com/office/officeart/2005/8/layout/default"/>
    <dgm:cxn modelId="{BC9EDE3B-44E4-4B72-A624-EC47F017023A}" type="presParOf" srcId="{68B6DF66-D7E7-4E1A-A856-9948BE6BF3AF}" destId="{18028857-A3F5-4B85-BC52-2EEF268EA6E4}" srcOrd="6" destOrd="0" presId="urn:microsoft.com/office/officeart/2005/8/layout/default"/>
    <dgm:cxn modelId="{984D1C43-B12E-47E0-B2CF-228461D8EBE9}" type="presParOf" srcId="{68B6DF66-D7E7-4E1A-A856-9948BE6BF3AF}" destId="{27C7D475-FB36-4212-B135-484EF6B5E034}" srcOrd="7" destOrd="0" presId="urn:microsoft.com/office/officeart/2005/8/layout/default"/>
    <dgm:cxn modelId="{6F0099EE-A17D-4783-BFF4-F3095B8643C5}" type="presParOf" srcId="{68B6DF66-D7E7-4E1A-A856-9948BE6BF3AF}" destId="{D0CAAA5C-A16B-44CD-AA0D-768B3D30465B}" srcOrd="8" destOrd="0" presId="urn:microsoft.com/office/officeart/2005/8/layout/default"/>
    <dgm:cxn modelId="{EA39D3CF-2BE4-4AC6-A798-A40F8DDDBF48}" type="presParOf" srcId="{68B6DF66-D7E7-4E1A-A856-9948BE6BF3AF}" destId="{4330103D-C619-4C41-9B20-10DDA8839500}" srcOrd="9" destOrd="0" presId="urn:microsoft.com/office/officeart/2005/8/layout/default"/>
    <dgm:cxn modelId="{3E43F12A-E6DF-4637-ACB1-86D1FB7DA20D}" type="presParOf" srcId="{68B6DF66-D7E7-4E1A-A856-9948BE6BF3AF}" destId="{48C8ACB9-0754-4445-9A5D-166DEED8C89B}" srcOrd="10" destOrd="0" presId="urn:microsoft.com/office/officeart/2005/8/layout/default"/>
    <dgm:cxn modelId="{FFA3E0DA-ED15-448F-BAC3-D5239DFCA634}" type="presParOf" srcId="{68B6DF66-D7E7-4E1A-A856-9948BE6BF3AF}" destId="{C9E97B77-E34D-4F66-BEE4-72D1791BE115}" srcOrd="11" destOrd="0" presId="urn:microsoft.com/office/officeart/2005/8/layout/default"/>
    <dgm:cxn modelId="{1059EA30-B02B-4B70-8893-62616EBC24BB}" type="presParOf" srcId="{68B6DF66-D7E7-4E1A-A856-9948BE6BF3AF}" destId="{771DE07F-2D70-46F8-8B96-AD92BC537AB5}" srcOrd="12" destOrd="0" presId="urn:microsoft.com/office/officeart/2005/8/layout/default"/>
    <dgm:cxn modelId="{6F5CA24D-DDB0-4DB8-A750-810FB6C30B02}" type="presParOf" srcId="{68B6DF66-D7E7-4E1A-A856-9948BE6BF3AF}" destId="{DD35B5E7-279B-4763-B372-9931439089B0}" srcOrd="13" destOrd="0" presId="urn:microsoft.com/office/officeart/2005/8/layout/default"/>
    <dgm:cxn modelId="{C3CF3D60-841F-4753-92DD-A2F5E5C6296D}" type="presParOf" srcId="{68B6DF66-D7E7-4E1A-A856-9948BE6BF3AF}" destId="{C6B38CAF-7379-40BD-BB07-E35ED8F1C466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B5B92B-B88A-4F31-B6EF-065FA8E296D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616661-EE81-4FFC-A447-97B5C0307BA4}">
      <dgm:prSet/>
      <dgm:spPr/>
      <dgm:t>
        <a:bodyPr/>
        <a:lstStyle/>
        <a:p>
          <a:r>
            <a:rPr lang="en-US"/>
            <a:t>Robotics is autonomous vacuum cleaner</a:t>
          </a:r>
        </a:p>
      </dgm:t>
    </dgm:pt>
    <dgm:pt modelId="{BF656875-C698-4FF4-865F-216E6E71D2E5}" type="parTrans" cxnId="{DAF39174-2C56-4B13-A7BA-01FCF2DFACD7}">
      <dgm:prSet/>
      <dgm:spPr/>
      <dgm:t>
        <a:bodyPr/>
        <a:lstStyle/>
        <a:p>
          <a:endParaRPr lang="en-US"/>
        </a:p>
      </dgm:t>
    </dgm:pt>
    <dgm:pt modelId="{D196B5CA-3948-4816-9A88-05818F3DE900}" type="sibTrans" cxnId="{DAF39174-2C56-4B13-A7BA-01FCF2DFACD7}">
      <dgm:prSet/>
      <dgm:spPr/>
      <dgm:t>
        <a:bodyPr/>
        <a:lstStyle/>
        <a:p>
          <a:endParaRPr lang="en-US"/>
        </a:p>
      </dgm:t>
    </dgm:pt>
    <dgm:pt modelId="{621DE693-3811-47D6-8DF9-3D42B85DD9E3}">
      <dgm:prSet/>
      <dgm:spPr/>
      <dgm:t>
        <a:bodyPr/>
        <a:lstStyle/>
        <a:p>
          <a:r>
            <a:rPr lang="en-US"/>
            <a:t>AI EDUCATION is to teaching basic concepts of agents and environments</a:t>
          </a:r>
        </a:p>
      </dgm:t>
    </dgm:pt>
    <dgm:pt modelId="{2DB4935D-6FE8-48AB-BBB1-8E1B40DC2654}" type="parTrans" cxnId="{0F2041C5-AF09-46F9-A751-3CCE9AC0FA52}">
      <dgm:prSet/>
      <dgm:spPr/>
      <dgm:t>
        <a:bodyPr/>
        <a:lstStyle/>
        <a:p>
          <a:endParaRPr lang="en-US"/>
        </a:p>
      </dgm:t>
    </dgm:pt>
    <dgm:pt modelId="{7ED40489-771B-4D25-AE51-236A31B45B89}" type="sibTrans" cxnId="{0F2041C5-AF09-46F9-A751-3CCE9AC0FA52}">
      <dgm:prSet/>
      <dgm:spPr/>
      <dgm:t>
        <a:bodyPr/>
        <a:lstStyle/>
        <a:p>
          <a:endParaRPr lang="en-US"/>
        </a:p>
      </dgm:t>
    </dgm:pt>
    <dgm:pt modelId="{10D9D103-2084-478D-B17F-351100767B2A}">
      <dgm:prSet/>
      <dgm:spPr/>
      <dgm:t>
        <a:bodyPr/>
        <a:lstStyle/>
        <a:p>
          <a:r>
            <a:rPr lang="en-US"/>
            <a:t>Algorithms Testing is to simple testbed for agent decision-making strategies</a:t>
          </a:r>
        </a:p>
      </dgm:t>
    </dgm:pt>
    <dgm:pt modelId="{6B540139-4B66-4D0F-9210-0F09015D04D4}" type="parTrans" cxnId="{CC1E3BAA-AD1C-4A46-A24A-4770F5DF82D3}">
      <dgm:prSet/>
      <dgm:spPr/>
      <dgm:t>
        <a:bodyPr/>
        <a:lstStyle/>
        <a:p>
          <a:endParaRPr lang="en-US"/>
        </a:p>
      </dgm:t>
    </dgm:pt>
    <dgm:pt modelId="{4CE01B9E-2A6F-4EA7-9082-7DF30EB00B42}" type="sibTrans" cxnId="{CC1E3BAA-AD1C-4A46-A24A-4770F5DF82D3}">
      <dgm:prSet/>
      <dgm:spPr/>
      <dgm:t>
        <a:bodyPr/>
        <a:lstStyle/>
        <a:p>
          <a:endParaRPr lang="en-US"/>
        </a:p>
      </dgm:t>
    </dgm:pt>
    <dgm:pt modelId="{A705C210-B61F-4557-A640-E901275BEADE}">
      <dgm:prSet/>
      <dgm:spPr/>
      <dgm:t>
        <a:bodyPr/>
        <a:lstStyle/>
        <a:p>
          <a:r>
            <a:rPr lang="en-US"/>
            <a:t>Smart Home Systems is to automated cleaning and maintenance</a:t>
          </a:r>
        </a:p>
      </dgm:t>
    </dgm:pt>
    <dgm:pt modelId="{E23F768A-27D3-4DE3-A2E1-539A9BD5AEED}" type="parTrans" cxnId="{7D19BC5A-CB3E-44F5-B5A1-8D5C52A56114}">
      <dgm:prSet/>
      <dgm:spPr/>
      <dgm:t>
        <a:bodyPr/>
        <a:lstStyle/>
        <a:p>
          <a:endParaRPr lang="en-US"/>
        </a:p>
      </dgm:t>
    </dgm:pt>
    <dgm:pt modelId="{C35A12D7-3A5A-4A31-BA2C-ECDB1D9A93DA}" type="sibTrans" cxnId="{7D19BC5A-CB3E-44F5-B5A1-8D5C52A56114}">
      <dgm:prSet/>
      <dgm:spPr/>
      <dgm:t>
        <a:bodyPr/>
        <a:lstStyle/>
        <a:p>
          <a:endParaRPr lang="en-US"/>
        </a:p>
      </dgm:t>
    </dgm:pt>
    <dgm:pt modelId="{DF34387A-C50F-448D-A9AF-F9B1E3E57E41}">
      <dgm:prSet/>
      <dgm:spPr/>
      <dgm:t>
        <a:bodyPr/>
        <a:lstStyle/>
        <a:p>
          <a:r>
            <a:rPr lang="en-US"/>
            <a:t>Sensor Networks is to testing perception and action integration</a:t>
          </a:r>
        </a:p>
      </dgm:t>
    </dgm:pt>
    <dgm:pt modelId="{12D32253-1653-4AFD-B39F-506D876C1154}" type="parTrans" cxnId="{8CE64AEC-584C-48FC-9C0B-7422FFABB2E5}">
      <dgm:prSet/>
      <dgm:spPr/>
      <dgm:t>
        <a:bodyPr/>
        <a:lstStyle/>
        <a:p>
          <a:endParaRPr lang="en-US"/>
        </a:p>
      </dgm:t>
    </dgm:pt>
    <dgm:pt modelId="{472B82AF-6EE3-4943-9ED7-137BACC828E5}" type="sibTrans" cxnId="{8CE64AEC-584C-48FC-9C0B-7422FFABB2E5}">
      <dgm:prSet/>
      <dgm:spPr/>
      <dgm:t>
        <a:bodyPr/>
        <a:lstStyle/>
        <a:p>
          <a:endParaRPr lang="en-US"/>
        </a:p>
      </dgm:t>
    </dgm:pt>
    <dgm:pt modelId="{1F4441B1-40DD-408A-9BBC-BC58038107EF}">
      <dgm:prSet/>
      <dgm:spPr/>
      <dgm:t>
        <a:bodyPr/>
        <a:lstStyle/>
        <a:p>
          <a:r>
            <a:rPr lang="en-US"/>
            <a:t>Distributed AI is to multiple agents cleaning larger environments.</a:t>
          </a:r>
        </a:p>
      </dgm:t>
    </dgm:pt>
    <dgm:pt modelId="{7E7AE8C2-7EAC-4289-8082-E1782340FEB3}" type="parTrans" cxnId="{5AAC529E-2C13-4359-8CFA-1BBEA9E561EE}">
      <dgm:prSet/>
      <dgm:spPr/>
      <dgm:t>
        <a:bodyPr/>
        <a:lstStyle/>
        <a:p>
          <a:endParaRPr lang="en-US"/>
        </a:p>
      </dgm:t>
    </dgm:pt>
    <dgm:pt modelId="{8BC81C18-B530-4686-B380-0A609A543CC1}" type="sibTrans" cxnId="{5AAC529E-2C13-4359-8CFA-1BBEA9E561EE}">
      <dgm:prSet/>
      <dgm:spPr/>
      <dgm:t>
        <a:bodyPr/>
        <a:lstStyle/>
        <a:p>
          <a:endParaRPr lang="en-US"/>
        </a:p>
      </dgm:t>
    </dgm:pt>
    <dgm:pt modelId="{9B57E847-D9FF-45D9-B143-E6EE673A4B6D}" type="pres">
      <dgm:prSet presAssocID="{ACB5B92B-B88A-4F31-B6EF-065FA8E296DB}" presName="Name0" presStyleCnt="0">
        <dgm:presLayoutVars>
          <dgm:dir/>
          <dgm:resizeHandles val="exact"/>
        </dgm:presLayoutVars>
      </dgm:prSet>
      <dgm:spPr/>
    </dgm:pt>
    <dgm:pt modelId="{F67EBCA1-34B7-4070-8E6E-29D85D6760D4}" type="pres">
      <dgm:prSet presAssocID="{B9616661-EE81-4FFC-A447-97B5C0307BA4}" presName="node" presStyleLbl="node1" presStyleIdx="0" presStyleCnt="6">
        <dgm:presLayoutVars>
          <dgm:bulletEnabled val="1"/>
        </dgm:presLayoutVars>
      </dgm:prSet>
      <dgm:spPr/>
    </dgm:pt>
    <dgm:pt modelId="{7832C61E-FBFE-40D2-8339-6C48F1FB8B1A}" type="pres">
      <dgm:prSet presAssocID="{D196B5CA-3948-4816-9A88-05818F3DE900}" presName="sibTrans" presStyleLbl="sibTrans1D1" presStyleIdx="0" presStyleCnt="5"/>
      <dgm:spPr/>
    </dgm:pt>
    <dgm:pt modelId="{4FA5E344-C2E2-4BAA-9F81-EE21A093A404}" type="pres">
      <dgm:prSet presAssocID="{D196B5CA-3948-4816-9A88-05818F3DE900}" presName="connectorText" presStyleLbl="sibTrans1D1" presStyleIdx="0" presStyleCnt="5"/>
      <dgm:spPr/>
    </dgm:pt>
    <dgm:pt modelId="{910AA8F0-D53F-44C7-88B8-AAD9A6D81B6E}" type="pres">
      <dgm:prSet presAssocID="{621DE693-3811-47D6-8DF9-3D42B85DD9E3}" presName="node" presStyleLbl="node1" presStyleIdx="1" presStyleCnt="6">
        <dgm:presLayoutVars>
          <dgm:bulletEnabled val="1"/>
        </dgm:presLayoutVars>
      </dgm:prSet>
      <dgm:spPr/>
    </dgm:pt>
    <dgm:pt modelId="{5F42E60A-ED75-4B88-97F3-806E6EDD95FC}" type="pres">
      <dgm:prSet presAssocID="{7ED40489-771B-4D25-AE51-236A31B45B89}" presName="sibTrans" presStyleLbl="sibTrans1D1" presStyleIdx="1" presStyleCnt="5"/>
      <dgm:spPr/>
    </dgm:pt>
    <dgm:pt modelId="{2D51BB76-5896-4216-9806-AE03C7A00D9F}" type="pres">
      <dgm:prSet presAssocID="{7ED40489-771B-4D25-AE51-236A31B45B89}" presName="connectorText" presStyleLbl="sibTrans1D1" presStyleIdx="1" presStyleCnt="5"/>
      <dgm:spPr/>
    </dgm:pt>
    <dgm:pt modelId="{2107B6C3-67C7-4380-BF6B-DDF184C3F2A6}" type="pres">
      <dgm:prSet presAssocID="{10D9D103-2084-478D-B17F-351100767B2A}" presName="node" presStyleLbl="node1" presStyleIdx="2" presStyleCnt="6">
        <dgm:presLayoutVars>
          <dgm:bulletEnabled val="1"/>
        </dgm:presLayoutVars>
      </dgm:prSet>
      <dgm:spPr/>
    </dgm:pt>
    <dgm:pt modelId="{AFE9C5AE-25B5-475D-95FD-0D3173E26196}" type="pres">
      <dgm:prSet presAssocID="{4CE01B9E-2A6F-4EA7-9082-7DF30EB00B42}" presName="sibTrans" presStyleLbl="sibTrans1D1" presStyleIdx="2" presStyleCnt="5"/>
      <dgm:spPr/>
    </dgm:pt>
    <dgm:pt modelId="{19499DFE-5590-449C-9DC5-387FC95B315A}" type="pres">
      <dgm:prSet presAssocID="{4CE01B9E-2A6F-4EA7-9082-7DF30EB00B42}" presName="connectorText" presStyleLbl="sibTrans1D1" presStyleIdx="2" presStyleCnt="5"/>
      <dgm:spPr/>
    </dgm:pt>
    <dgm:pt modelId="{D1E3B09D-54AB-49AB-A070-FB012D4CD208}" type="pres">
      <dgm:prSet presAssocID="{A705C210-B61F-4557-A640-E901275BEADE}" presName="node" presStyleLbl="node1" presStyleIdx="3" presStyleCnt="6">
        <dgm:presLayoutVars>
          <dgm:bulletEnabled val="1"/>
        </dgm:presLayoutVars>
      </dgm:prSet>
      <dgm:spPr/>
    </dgm:pt>
    <dgm:pt modelId="{B7E17479-2735-422F-B532-2457C3AA9059}" type="pres">
      <dgm:prSet presAssocID="{C35A12D7-3A5A-4A31-BA2C-ECDB1D9A93DA}" presName="sibTrans" presStyleLbl="sibTrans1D1" presStyleIdx="3" presStyleCnt="5"/>
      <dgm:spPr/>
    </dgm:pt>
    <dgm:pt modelId="{E89A6CCE-521D-4E8C-BBAD-70CC9E5CEEE4}" type="pres">
      <dgm:prSet presAssocID="{C35A12D7-3A5A-4A31-BA2C-ECDB1D9A93DA}" presName="connectorText" presStyleLbl="sibTrans1D1" presStyleIdx="3" presStyleCnt="5"/>
      <dgm:spPr/>
    </dgm:pt>
    <dgm:pt modelId="{A7D6FCAC-398F-4B7B-89AF-DA88D06CB9D0}" type="pres">
      <dgm:prSet presAssocID="{DF34387A-C50F-448D-A9AF-F9B1E3E57E41}" presName="node" presStyleLbl="node1" presStyleIdx="4" presStyleCnt="6">
        <dgm:presLayoutVars>
          <dgm:bulletEnabled val="1"/>
        </dgm:presLayoutVars>
      </dgm:prSet>
      <dgm:spPr/>
    </dgm:pt>
    <dgm:pt modelId="{2C4EF5F6-62BB-4C54-9F2F-BE1B0714FB1C}" type="pres">
      <dgm:prSet presAssocID="{472B82AF-6EE3-4943-9ED7-137BACC828E5}" presName="sibTrans" presStyleLbl="sibTrans1D1" presStyleIdx="4" presStyleCnt="5"/>
      <dgm:spPr/>
    </dgm:pt>
    <dgm:pt modelId="{86F232D6-D723-4260-88E5-569601DB912A}" type="pres">
      <dgm:prSet presAssocID="{472B82AF-6EE3-4943-9ED7-137BACC828E5}" presName="connectorText" presStyleLbl="sibTrans1D1" presStyleIdx="4" presStyleCnt="5"/>
      <dgm:spPr/>
    </dgm:pt>
    <dgm:pt modelId="{4B5B921A-AECE-4ABD-9DE2-CD2330D08B63}" type="pres">
      <dgm:prSet presAssocID="{1F4441B1-40DD-408A-9BBC-BC58038107EF}" presName="node" presStyleLbl="node1" presStyleIdx="5" presStyleCnt="6">
        <dgm:presLayoutVars>
          <dgm:bulletEnabled val="1"/>
        </dgm:presLayoutVars>
      </dgm:prSet>
      <dgm:spPr/>
    </dgm:pt>
  </dgm:ptLst>
  <dgm:cxnLst>
    <dgm:cxn modelId="{D9855408-DE20-4878-886B-B566BEE22BB3}" type="presOf" srcId="{C35A12D7-3A5A-4A31-BA2C-ECDB1D9A93DA}" destId="{B7E17479-2735-422F-B532-2457C3AA9059}" srcOrd="0" destOrd="0" presId="urn:microsoft.com/office/officeart/2016/7/layout/RepeatingBendingProcessNew"/>
    <dgm:cxn modelId="{C47BD30D-B675-4EF8-B026-01C298E840DD}" type="presOf" srcId="{4CE01B9E-2A6F-4EA7-9082-7DF30EB00B42}" destId="{AFE9C5AE-25B5-475D-95FD-0D3173E26196}" srcOrd="0" destOrd="0" presId="urn:microsoft.com/office/officeart/2016/7/layout/RepeatingBendingProcessNew"/>
    <dgm:cxn modelId="{21DDD20F-8B7F-4422-8781-41BF36EAB068}" type="presOf" srcId="{7ED40489-771B-4D25-AE51-236A31B45B89}" destId="{2D51BB76-5896-4216-9806-AE03C7A00D9F}" srcOrd="1" destOrd="0" presId="urn:microsoft.com/office/officeart/2016/7/layout/RepeatingBendingProcessNew"/>
    <dgm:cxn modelId="{59B45627-B990-40E3-B233-F89DA8809E40}" type="presOf" srcId="{10D9D103-2084-478D-B17F-351100767B2A}" destId="{2107B6C3-67C7-4380-BF6B-DDF184C3F2A6}" srcOrd="0" destOrd="0" presId="urn:microsoft.com/office/officeart/2016/7/layout/RepeatingBendingProcessNew"/>
    <dgm:cxn modelId="{DF4F992A-77BA-4B97-8FDA-E0924D978B37}" type="presOf" srcId="{621DE693-3811-47D6-8DF9-3D42B85DD9E3}" destId="{910AA8F0-D53F-44C7-88B8-AAD9A6D81B6E}" srcOrd="0" destOrd="0" presId="urn:microsoft.com/office/officeart/2016/7/layout/RepeatingBendingProcessNew"/>
    <dgm:cxn modelId="{1478094E-5FE6-4B94-B45F-21BB54812FDB}" type="presOf" srcId="{B9616661-EE81-4FFC-A447-97B5C0307BA4}" destId="{F67EBCA1-34B7-4070-8E6E-29D85D6760D4}" srcOrd="0" destOrd="0" presId="urn:microsoft.com/office/officeart/2016/7/layout/RepeatingBendingProcessNew"/>
    <dgm:cxn modelId="{E90A4F53-9C27-435B-99DA-613579716077}" type="presOf" srcId="{472B82AF-6EE3-4943-9ED7-137BACC828E5}" destId="{86F232D6-D723-4260-88E5-569601DB912A}" srcOrd="1" destOrd="0" presId="urn:microsoft.com/office/officeart/2016/7/layout/RepeatingBendingProcessNew"/>
    <dgm:cxn modelId="{DAF39174-2C56-4B13-A7BA-01FCF2DFACD7}" srcId="{ACB5B92B-B88A-4F31-B6EF-065FA8E296DB}" destId="{B9616661-EE81-4FFC-A447-97B5C0307BA4}" srcOrd="0" destOrd="0" parTransId="{BF656875-C698-4FF4-865F-216E6E71D2E5}" sibTransId="{D196B5CA-3948-4816-9A88-05818F3DE900}"/>
    <dgm:cxn modelId="{4CCED457-C98D-45A9-AA4D-A0D5C8D4F305}" type="presOf" srcId="{C35A12D7-3A5A-4A31-BA2C-ECDB1D9A93DA}" destId="{E89A6CCE-521D-4E8C-BBAD-70CC9E5CEEE4}" srcOrd="1" destOrd="0" presId="urn:microsoft.com/office/officeart/2016/7/layout/RepeatingBendingProcessNew"/>
    <dgm:cxn modelId="{43434278-5559-417B-8D36-55F4C34A5ADF}" type="presOf" srcId="{1F4441B1-40DD-408A-9BBC-BC58038107EF}" destId="{4B5B921A-AECE-4ABD-9DE2-CD2330D08B63}" srcOrd="0" destOrd="0" presId="urn:microsoft.com/office/officeart/2016/7/layout/RepeatingBendingProcessNew"/>
    <dgm:cxn modelId="{C2356B78-BDAE-4258-B1CA-44C9D3BDE65F}" type="presOf" srcId="{7ED40489-771B-4D25-AE51-236A31B45B89}" destId="{5F42E60A-ED75-4B88-97F3-806E6EDD95FC}" srcOrd="0" destOrd="0" presId="urn:microsoft.com/office/officeart/2016/7/layout/RepeatingBendingProcessNew"/>
    <dgm:cxn modelId="{7D19BC5A-CB3E-44F5-B5A1-8D5C52A56114}" srcId="{ACB5B92B-B88A-4F31-B6EF-065FA8E296DB}" destId="{A705C210-B61F-4557-A640-E901275BEADE}" srcOrd="3" destOrd="0" parTransId="{E23F768A-27D3-4DE3-A2E1-539A9BD5AEED}" sibTransId="{C35A12D7-3A5A-4A31-BA2C-ECDB1D9A93DA}"/>
    <dgm:cxn modelId="{5AAC529E-2C13-4359-8CFA-1BBEA9E561EE}" srcId="{ACB5B92B-B88A-4F31-B6EF-065FA8E296DB}" destId="{1F4441B1-40DD-408A-9BBC-BC58038107EF}" srcOrd="5" destOrd="0" parTransId="{7E7AE8C2-7EAC-4289-8082-E1782340FEB3}" sibTransId="{8BC81C18-B530-4686-B380-0A609A543CC1}"/>
    <dgm:cxn modelId="{BF931AA3-B56F-4561-B8D8-13BFB40996FB}" type="presOf" srcId="{D196B5CA-3948-4816-9A88-05818F3DE900}" destId="{7832C61E-FBFE-40D2-8339-6C48F1FB8B1A}" srcOrd="0" destOrd="0" presId="urn:microsoft.com/office/officeart/2016/7/layout/RepeatingBendingProcessNew"/>
    <dgm:cxn modelId="{2FD6E2A7-8E53-412E-B019-3B04FB27ABF4}" type="presOf" srcId="{4CE01B9E-2A6F-4EA7-9082-7DF30EB00B42}" destId="{19499DFE-5590-449C-9DC5-387FC95B315A}" srcOrd="1" destOrd="0" presId="urn:microsoft.com/office/officeart/2016/7/layout/RepeatingBendingProcessNew"/>
    <dgm:cxn modelId="{CC1E3BAA-AD1C-4A46-A24A-4770F5DF82D3}" srcId="{ACB5B92B-B88A-4F31-B6EF-065FA8E296DB}" destId="{10D9D103-2084-478D-B17F-351100767B2A}" srcOrd="2" destOrd="0" parTransId="{6B540139-4B66-4D0F-9210-0F09015D04D4}" sibTransId="{4CE01B9E-2A6F-4EA7-9082-7DF30EB00B42}"/>
    <dgm:cxn modelId="{0F2041C5-AF09-46F9-A751-3CCE9AC0FA52}" srcId="{ACB5B92B-B88A-4F31-B6EF-065FA8E296DB}" destId="{621DE693-3811-47D6-8DF9-3D42B85DD9E3}" srcOrd="1" destOrd="0" parTransId="{2DB4935D-6FE8-48AB-BBB1-8E1B40DC2654}" sibTransId="{7ED40489-771B-4D25-AE51-236A31B45B89}"/>
    <dgm:cxn modelId="{49B92BCD-CC61-4DF7-857D-57982100A297}" type="presOf" srcId="{A705C210-B61F-4557-A640-E901275BEADE}" destId="{D1E3B09D-54AB-49AB-A070-FB012D4CD208}" srcOrd="0" destOrd="0" presId="urn:microsoft.com/office/officeart/2016/7/layout/RepeatingBendingProcessNew"/>
    <dgm:cxn modelId="{A2988BD4-6DA9-4E7D-B447-3240DB8A5972}" type="presOf" srcId="{ACB5B92B-B88A-4F31-B6EF-065FA8E296DB}" destId="{9B57E847-D9FF-45D9-B143-E6EE673A4B6D}" srcOrd="0" destOrd="0" presId="urn:microsoft.com/office/officeart/2016/7/layout/RepeatingBendingProcessNew"/>
    <dgm:cxn modelId="{D998E1DB-B58A-4F13-A7CE-8EEAE0683EB2}" type="presOf" srcId="{D196B5CA-3948-4816-9A88-05818F3DE900}" destId="{4FA5E344-C2E2-4BAA-9F81-EE21A093A404}" srcOrd="1" destOrd="0" presId="urn:microsoft.com/office/officeart/2016/7/layout/RepeatingBendingProcessNew"/>
    <dgm:cxn modelId="{163B99E6-5B66-4ABF-B066-91F1E649F84A}" type="presOf" srcId="{472B82AF-6EE3-4943-9ED7-137BACC828E5}" destId="{2C4EF5F6-62BB-4C54-9F2F-BE1B0714FB1C}" srcOrd="0" destOrd="0" presId="urn:microsoft.com/office/officeart/2016/7/layout/RepeatingBendingProcessNew"/>
    <dgm:cxn modelId="{8CE64AEC-584C-48FC-9C0B-7422FFABB2E5}" srcId="{ACB5B92B-B88A-4F31-B6EF-065FA8E296DB}" destId="{DF34387A-C50F-448D-A9AF-F9B1E3E57E41}" srcOrd="4" destOrd="0" parTransId="{12D32253-1653-4AFD-B39F-506D876C1154}" sibTransId="{472B82AF-6EE3-4943-9ED7-137BACC828E5}"/>
    <dgm:cxn modelId="{DED595F3-E480-4047-9A17-69C177D572DE}" type="presOf" srcId="{DF34387A-C50F-448D-A9AF-F9B1E3E57E41}" destId="{A7D6FCAC-398F-4B7B-89AF-DA88D06CB9D0}" srcOrd="0" destOrd="0" presId="urn:microsoft.com/office/officeart/2016/7/layout/RepeatingBendingProcessNew"/>
    <dgm:cxn modelId="{4FAB9E9C-28B2-479A-9AB1-E1539121974A}" type="presParOf" srcId="{9B57E847-D9FF-45D9-B143-E6EE673A4B6D}" destId="{F67EBCA1-34B7-4070-8E6E-29D85D6760D4}" srcOrd="0" destOrd="0" presId="urn:microsoft.com/office/officeart/2016/7/layout/RepeatingBendingProcessNew"/>
    <dgm:cxn modelId="{E6C3A346-BFA1-49A7-96E5-8D96684DF6B4}" type="presParOf" srcId="{9B57E847-D9FF-45D9-B143-E6EE673A4B6D}" destId="{7832C61E-FBFE-40D2-8339-6C48F1FB8B1A}" srcOrd="1" destOrd="0" presId="urn:microsoft.com/office/officeart/2016/7/layout/RepeatingBendingProcessNew"/>
    <dgm:cxn modelId="{48C670EB-71A3-4317-A9E9-654CE071AFC8}" type="presParOf" srcId="{7832C61E-FBFE-40D2-8339-6C48F1FB8B1A}" destId="{4FA5E344-C2E2-4BAA-9F81-EE21A093A404}" srcOrd="0" destOrd="0" presId="urn:microsoft.com/office/officeart/2016/7/layout/RepeatingBendingProcessNew"/>
    <dgm:cxn modelId="{C8142331-D72E-4F45-A225-5F61F41E4682}" type="presParOf" srcId="{9B57E847-D9FF-45D9-B143-E6EE673A4B6D}" destId="{910AA8F0-D53F-44C7-88B8-AAD9A6D81B6E}" srcOrd="2" destOrd="0" presId="urn:microsoft.com/office/officeart/2016/7/layout/RepeatingBendingProcessNew"/>
    <dgm:cxn modelId="{E01470E1-1931-4162-9D23-3BAFFFC4DAA4}" type="presParOf" srcId="{9B57E847-D9FF-45D9-B143-E6EE673A4B6D}" destId="{5F42E60A-ED75-4B88-97F3-806E6EDD95FC}" srcOrd="3" destOrd="0" presId="urn:microsoft.com/office/officeart/2016/7/layout/RepeatingBendingProcessNew"/>
    <dgm:cxn modelId="{B9CC5C34-020B-43DE-81F8-39B61B38AE9D}" type="presParOf" srcId="{5F42E60A-ED75-4B88-97F3-806E6EDD95FC}" destId="{2D51BB76-5896-4216-9806-AE03C7A00D9F}" srcOrd="0" destOrd="0" presId="urn:microsoft.com/office/officeart/2016/7/layout/RepeatingBendingProcessNew"/>
    <dgm:cxn modelId="{F8C024F6-FE6E-4A04-AD8C-FDB5F4C84070}" type="presParOf" srcId="{9B57E847-D9FF-45D9-B143-E6EE673A4B6D}" destId="{2107B6C3-67C7-4380-BF6B-DDF184C3F2A6}" srcOrd="4" destOrd="0" presId="urn:microsoft.com/office/officeart/2016/7/layout/RepeatingBendingProcessNew"/>
    <dgm:cxn modelId="{127D5D88-7AF4-4CA6-9F2A-E0AC3655EEAA}" type="presParOf" srcId="{9B57E847-D9FF-45D9-B143-E6EE673A4B6D}" destId="{AFE9C5AE-25B5-475D-95FD-0D3173E26196}" srcOrd="5" destOrd="0" presId="urn:microsoft.com/office/officeart/2016/7/layout/RepeatingBendingProcessNew"/>
    <dgm:cxn modelId="{0781BB20-BCE6-4EDA-B01D-D169D5845C04}" type="presParOf" srcId="{AFE9C5AE-25B5-475D-95FD-0D3173E26196}" destId="{19499DFE-5590-449C-9DC5-387FC95B315A}" srcOrd="0" destOrd="0" presId="urn:microsoft.com/office/officeart/2016/7/layout/RepeatingBendingProcessNew"/>
    <dgm:cxn modelId="{765B5007-09A3-473F-9875-373B9B6117CA}" type="presParOf" srcId="{9B57E847-D9FF-45D9-B143-E6EE673A4B6D}" destId="{D1E3B09D-54AB-49AB-A070-FB012D4CD208}" srcOrd="6" destOrd="0" presId="urn:microsoft.com/office/officeart/2016/7/layout/RepeatingBendingProcessNew"/>
    <dgm:cxn modelId="{6813F7FA-7466-4CEA-8B24-969B5A68B0B6}" type="presParOf" srcId="{9B57E847-D9FF-45D9-B143-E6EE673A4B6D}" destId="{B7E17479-2735-422F-B532-2457C3AA9059}" srcOrd="7" destOrd="0" presId="urn:microsoft.com/office/officeart/2016/7/layout/RepeatingBendingProcessNew"/>
    <dgm:cxn modelId="{B53C3E09-E8AA-4017-896C-6C9193235187}" type="presParOf" srcId="{B7E17479-2735-422F-B532-2457C3AA9059}" destId="{E89A6CCE-521D-4E8C-BBAD-70CC9E5CEEE4}" srcOrd="0" destOrd="0" presId="urn:microsoft.com/office/officeart/2016/7/layout/RepeatingBendingProcessNew"/>
    <dgm:cxn modelId="{B6961219-5692-4C61-B59A-37E8DB370CE9}" type="presParOf" srcId="{9B57E847-D9FF-45D9-B143-E6EE673A4B6D}" destId="{A7D6FCAC-398F-4B7B-89AF-DA88D06CB9D0}" srcOrd="8" destOrd="0" presId="urn:microsoft.com/office/officeart/2016/7/layout/RepeatingBendingProcessNew"/>
    <dgm:cxn modelId="{0323159B-1BFB-495D-AF80-F09D0B59B9D3}" type="presParOf" srcId="{9B57E847-D9FF-45D9-B143-E6EE673A4B6D}" destId="{2C4EF5F6-62BB-4C54-9F2F-BE1B0714FB1C}" srcOrd="9" destOrd="0" presId="urn:microsoft.com/office/officeart/2016/7/layout/RepeatingBendingProcessNew"/>
    <dgm:cxn modelId="{AC03CDB4-F24C-4918-816A-8C41B5176C55}" type="presParOf" srcId="{2C4EF5F6-62BB-4C54-9F2F-BE1B0714FB1C}" destId="{86F232D6-D723-4260-88E5-569601DB912A}" srcOrd="0" destOrd="0" presId="urn:microsoft.com/office/officeart/2016/7/layout/RepeatingBendingProcessNew"/>
    <dgm:cxn modelId="{E709A3E5-074E-462D-AB7F-759E9A93F990}" type="presParOf" srcId="{9B57E847-D9FF-45D9-B143-E6EE673A4B6D}" destId="{4B5B921A-AECE-4ABD-9DE2-CD2330D08B6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A204409-6784-444C-9E96-A6931F3B9EB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FEC4C4-1F39-4C79-BB14-528AD7721E23}">
      <dgm:prSet custT="1"/>
      <dgm:spPr/>
      <dgm:t>
        <a:bodyPr/>
        <a:lstStyle/>
        <a:p>
          <a:r>
            <a:rPr lang="en-US" sz="1800" dirty="0"/>
            <a:t>3 missionaries and 3 cannibals want to cross a river</a:t>
          </a:r>
        </a:p>
      </dgm:t>
    </dgm:pt>
    <dgm:pt modelId="{992BB5ED-BD81-40B9-BACC-D3FB88AEFA66}" type="parTrans" cxnId="{6E8A28AA-0139-49B7-90A5-A4951D58687B}">
      <dgm:prSet/>
      <dgm:spPr/>
      <dgm:t>
        <a:bodyPr/>
        <a:lstStyle/>
        <a:p>
          <a:endParaRPr lang="en-US"/>
        </a:p>
      </dgm:t>
    </dgm:pt>
    <dgm:pt modelId="{5AF731C0-4657-4E51-B98A-60E19127B3D8}" type="sibTrans" cxnId="{6E8A28AA-0139-49B7-90A5-A4951D58687B}">
      <dgm:prSet/>
      <dgm:spPr/>
      <dgm:t>
        <a:bodyPr/>
        <a:lstStyle/>
        <a:p>
          <a:endParaRPr lang="en-US"/>
        </a:p>
      </dgm:t>
    </dgm:pt>
    <dgm:pt modelId="{1AAC484F-409A-45B1-994D-3441BFC18355}">
      <dgm:prSet custT="1"/>
      <dgm:spPr/>
      <dgm:t>
        <a:bodyPr/>
        <a:lstStyle/>
        <a:p>
          <a:r>
            <a:rPr lang="en-US" sz="2000" dirty="0"/>
            <a:t>One boat that can hold at most 2 people</a:t>
          </a:r>
        </a:p>
      </dgm:t>
    </dgm:pt>
    <dgm:pt modelId="{52E6FF3F-5F19-40CA-A1B8-862D09714342}" type="parTrans" cxnId="{65FDF605-9EC5-4AB2-A393-D36639C0DE01}">
      <dgm:prSet/>
      <dgm:spPr/>
      <dgm:t>
        <a:bodyPr/>
        <a:lstStyle/>
        <a:p>
          <a:endParaRPr lang="en-US"/>
        </a:p>
      </dgm:t>
    </dgm:pt>
    <dgm:pt modelId="{071E27EE-2435-4D65-96BE-C1C457FBF2DF}" type="sibTrans" cxnId="{65FDF605-9EC5-4AB2-A393-D36639C0DE01}">
      <dgm:prSet/>
      <dgm:spPr/>
      <dgm:t>
        <a:bodyPr/>
        <a:lstStyle/>
        <a:p>
          <a:endParaRPr lang="en-US"/>
        </a:p>
      </dgm:t>
    </dgm:pt>
    <dgm:pt modelId="{6EF394BE-4CAE-45C4-AB36-E86CFE4EDCA5}">
      <dgm:prSet custT="1"/>
      <dgm:spPr/>
      <dgm:t>
        <a:bodyPr/>
        <a:lstStyle/>
        <a:p>
          <a:r>
            <a:rPr lang="en-US" sz="1800" dirty="0"/>
            <a:t>If cannibals is outnumber missionaries on either bank , the missionaries get eaten</a:t>
          </a:r>
        </a:p>
      </dgm:t>
    </dgm:pt>
    <dgm:pt modelId="{F11D407A-AF2F-436C-A261-EE23E37576E0}" type="parTrans" cxnId="{C5D087D5-1225-44B2-8F13-E277DA3EA4DE}">
      <dgm:prSet/>
      <dgm:spPr/>
      <dgm:t>
        <a:bodyPr/>
        <a:lstStyle/>
        <a:p>
          <a:endParaRPr lang="en-US"/>
        </a:p>
      </dgm:t>
    </dgm:pt>
    <dgm:pt modelId="{68459728-8B59-48DA-B3A2-85A7D7A821D7}" type="sibTrans" cxnId="{C5D087D5-1225-44B2-8F13-E277DA3EA4DE}">
      <dgm:prSet/>
      <dgm:spPr/>
      <dgm:t>
        <a:bodyPr/>
        <a:lstStyle/>
        <a:p>
          <a:endParaRPr lang="en-US"/>
        </a:p>
      </dgm:t>
    </dgm:pt>
    <dgm:pt modelId="{5AEA2AA0-9826-4048-AC48-F1CFCAD93B85}">
      <dgm:prSet/>
      <dgm:spPr/>
      <dgm:t>
        <a:bodyPr/>
        <a:lstStyle/>
        <a:p>
          <a:r>
            <a:rPr lang="en-US" dirty="0"/>
            <a:t>Goal is to find a sequence of crossing to safety get everyone to the other side</a:t>
          </a:r>
        </a:p>
      </dgm:t>
    </dgm:pt>
    <dgm:pt modelId="{D8C361D4-943A-4C3C-8288-B8DC8EA67643}" type="parTrans" cxnId="{06C83B3D-FF75-428A-A8BC-6C11EB4D6F3B}">
      <dgm:prSet/>
      <dgm:spPr/>
      <dgm:t>
        <a:bodyPr/>
        <a:lstStyle/>
        <a:p>
          <a:endParaRPr lang="en-US"/>
        </a:p>
      </dgm:t>
    </dgm:pt>
    <dgm:pt modelId="{63995D11-1395-4429-A127-A261AF084DCD}" type="sibTrans" cxnId="{06C83B3D-FF75-428A-A8BC-6C11EB4D6F3B}">
      <dgm:prSet/>
      <dgm:spPr/>
      <dgm:t>
        <a:bodyPr/>
        <a:lstStyle/>
        <a:p>
          <a:endParaRPr lang="en-US"/>
        </a:p>
      </dgm:t>
    </dgm:pt>
    <dgm:pt modelId="{C04E9A3A-6CC7-4825-A141-D29923610C4C}" type="pres">
      <dgm:prSet presAssocID="{7A204409-6784-444C-9E96-A6931F3B9EB7}" presName="root" presStyleCnt="0">
        <dgm:presLayoutVars>
          <dgm:dir/>
          <dgm:resizeHandles val="exact"/>
        </dgm:presLayoutVars>
      </dgm:prSet>
      <dgm:spPr/>
    </dgm:pt>
    <dgm:pt modelId="{382CE347-A273-4BE4-AFA1-935726177DE4}" type="pres">
      <dgm:prSet presAssocID="{17FEC4C4-1F39-4C79-BB14-528AD7721E23}" presName="compNode" presStyleCnt="0"/>
      <dgm:spPr/>
    </dgm:pt>
    <dgm:pt modelId="{CCFEDC52-68DE-462C-AF59-2D6D4BA1D54E}" type="pres">
      <dgm:prSet presAssocID="{17FEC4C4-1F39-4C79-BB14-528AD7721E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C12BD0C4-ED89-4A0B-BCDD-13E3D07B5ADA}" type="pres">
      <dgm:prSet presAssocID="{17FEC4C4-1F39-4C79-BB14-528AD7721E23}" presName="spaceRect" presStyleCnt="0"/>
      <dgm:spPr/>
    </dgm:pt>
    <dgm:pt modelId="{439EF2CE-01A9-4B9F-8EC7-E6A3C290C141}" type="pres">
      <dgm:prSet presAssocID="{17FEC4C4-1F39-4C79-BB14-528AD7721E23}" presName="textRect" presStyleLbl="revTx" presStyleIdx="0" presStyleCnt="4">
        <dgm:presLayoutVars>
          <dgm:chMax val="1"/>
          <dgm:chPref val="1"/>
        </dgm:presLayoutVars>
      </dgm:prSet>
      <dgm:spPr/>
    </dgm:pt>
    <dgm:pt modelId="{8D76B50D-D6A2-4815-8253-FC19A14E479A}" type="pres">
      <dgm:prSet presAssocID="{5AF731C0-4657-4E51-B98A-60E19127B3D8}" presName="sibTrans" presStyleCnt="0"/>
      <dgm:spPr/>
    </dgm:pt>
    <dgm:pt modelId="{A8CDF7A7-8768-4908-A8EB-6EBC5F34D4FB}" type="pres">
      <dgm:prSet presAssocID="{1AAC484F-409A-45B1-994D-3441BFC18355}" presName="compNode" presStyleCnt="0"/>
      <dgm:spPr/>
    </dgm:pt>
    <dgm:pt modelId="{44248281-7204-4392-A9FA-50AD18A75D3B}" type="pres">
      <dgm:prSet presAssocID="{1AAC484F-409A-45B1-994D-3441BFC183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ilboat"/>
        </a:ext>
      </dgm:extLst>
    </dgm:pt>
    <dgm:pt modelId="{EB06C9AE-0C1F-44CD-B96B-66AE22391B45}" type="pres">
      <dgm:prSet presAssocID="{1AAC484F-409A-45B1-994D-3441BFC18355}" presName="spaceRect" presStyleCnt="0"/>
      <dgm:spPr/>
    </dgm:pt>
    <dgm:pt modelId="{930420DD-3AF8-4279-97C6-520000DE2E30}" type="pres">
      <dgm:prSet presAssocID="{1AAC484F-409A-45B1-994D-3441BFC18355}" presName="textRect" presStyleLbl="revTx" presStyleIdx="1" presStyleCnt="4">
        <dgm:presLayoutVars>
          <dgm:chMax val="1"/>
          <dgm:chPref val="1"/>
        </dgm:presLayoutVars>
      </dgm:prSet>
      <dgm:spPr/>
    </dgm:pt>
    <dgm:pt modelId="{F1902721-797B-405D-899B-8DB9A6E2BDE2}" type="pres">
      <dgm:prSet presAssocID="{071E27EE-2435-4D65-96BE-C1C457FBF2DF}" presName="sibTrans" presStyleCnt="0"/>
      <dgm:spPr/>
    </dgm:pt>
    <dgm:pt modelId="{BE1B140D-EDE3-4661-9C95-B29E10F40A3A}" type="pres">
      <dgm:prSet presAssocID="{6EF394BE-4CAE-45C4-AB36-E86CFE4EDCA5}" presName="compNode" presStyleCnt="0"/>
      <dgm:spPr/>
    </dgm:pt>
    <dgm:pt modelId="{8ACC98CC-97E2-4402-AE1A-FDF2A0132EB0}" type="pres">
      <dgm:prSet presAssocID="{6EF394BE-4CAE-45C4-AB36-E86CFE4EDC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F984EEF6-2845-4E42-B018-57A15DA12C10}" type="pres">
      <dgm:prSet presAssocID="{6EF394BE-4CAE-45C4-AB36-E86CFE4EDCA5}" presName="spaceRect" presStyleCnt="0"/>
      <dgm:spPr/>
    </dgm:pt>
    <dgm:pt modelId="{09879325-FC49-44E2-8425-7E5D563E609B}" type="pres">
      <dgm:prSet presAssocID="{6EF394BE-4CAE-45C4-AB36-E86CFE4EDCA5}" presName="textRect" presStyleLbl="revTx" presStyleIdx="2" presStyleCnt="4">
        <dgm:presLayoutVars>
          <dgm:chMax val="1"/>
          <dgm:chPref val="1"/>
        </dgm:presLayoutVars>
      </dgm:prSet>
      <dgm:spPr/>
    </dgm:pt>
    <dgm:pt modelId="{3AA57A9A-0A60-4BDE-B118-FD6BB0535B61}" type="pres">
      <dgm:prSet presAssocID="{68459728-8B59-48DA-B3A2-85A7D7A821D7}" presName="sibTrans" presStyleCnt="0"/>
      <dgm:spPr/>
    </dgm:pt>
    <dgm:pt modelId="{496B8CCC-60AE-46E8-9E65-B7BC9259F2CC}" type="pres">
      <dgm:prSet presAssocID="{5AEA2AA0-9826-4048-AC48-F1CFCAD93B85}" presName="compNode" presStyleCnt="0"/>
      <dgm:spPr/>
    </dgm:pt>
    <dgm:pt modelId="{7D28CAB7-55B3-4B51-8F4C-759344E22D22}" type="pres">
      <dgm:prSet presAssocID="{5AEA2AA0-9826-4048-AC48-F1CFCAD93B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53BF781-2017-4FB6-BC35-69C3C91B1C05}" type="pres">
      <dgm:prSet presAssocID="{5AEA2AA0-9826-4048-AC48-F1CFCAD93B85}" presName="spaceRect" presStyleCnt="0"/>
      <dgm:spPr/>
    </dgm:pt>
    <dgm:pt modelId="{D1F27690-247A-49C4-94CF-6B09E815E752}" type="pres">
      <dgm:prSet presAssocID="{5AEA2AA0-9826-4048-AC48-F1CFCAD93B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5FDF605-9EC5-4AB2-A393-D36639C0DE01}" srcId="{7A204409-6784-444C-9E96-A6931F3B9EB7}" destId="{1AAC484F-409A-45B1-994D-3441BFC18355}" srcOrd="1" destOrd="0" parTransId="{52E6FF3F-5F19-40CA-A1B8-862D09714342}" sibTransId="{071E27EE-2435-4D65-96BE-C1C457FBF2DF}"/>
    <dgm:cxn modelId="{53DC9722-7631-4DDB-BA0D-A902EAE77E8F}" type="presOf" srcId="{1AAC484F-409A-45B1-994D-3441BFC18355}" destId="{930420DD-3AF8-4279-97C6-520000DE2E30}" srcOrd="0" destOrd="0" presId="urn:microsoft.com/office/officeart/2018/2/layout/IconLabelList"/>
    <dgm:cxn modelId="{06C83B3D-FF75-428A-A8BC-6C11EB4D6F3B}" srcId="{7A204409-6784-444C-9E96-A6931F3B9EB7}" destId="{5AEA2AA0-9826-4048-AC48-F1CFCAD93B85}" srcOrd="3" destOrd="0" parTransId="{D8C361D4-943A-4C3C-8288-B8DC8EA67643}" sibTransId="{63995D11-1395-4429-A127-A261AF084DCD}"/>
    <dgm:cxn modelId="{6E8A28AA-0139-49B7-90A5-A4951D58687B}" srcId="{7A204409-6784-444C-9E96-A6931F3B9EB7}" destId="{17FEC4C4-1F39-4C79-BB14-528AD7721E23}" srcOrd="0" destOrd="0" parTransId="{992BB5ED-BD81-40B9-BACC-D3FB88AEFA66}" sibTransId="{5AF731C0-4657-4E51-B98A-60E19127B3D8}"/>
    <dgm:cxn modelId="{44983FB9-7B47-4702-85C5-3DE55D15B7E0}" type="presOf" srcId="{7A204409-6784-444C-9E96-A6931F3B9EB7}" destId="{C04E9A3A-6CC7-4825-A141-D29923610C4C}" srcOrd="0" destOrd="0" presId="urn:microsoft.com/office/officeart/2018/2/layout/IconLabelList"/>
    <dgm:cxn modelId="{EC1092BA-5B67-4957-BCF1-7E69267F84F9}" type="presOf" srcId="{6EF394BE-4CAE-45C4-AB36-E86CFE4EDCA5}" destId="{09879325-FC49-44E2-8425-7E5D563E609B}" srcOrd="0" destOrd="0" presId="urn:microsoft.com/office/officeart/2018/2/layout/IconLabelList"/>
    <dgm:cxn modelId="{5A80E9CB-B1A6-4B44-AE00-D4B5C1C1941B}" type="presOf" srcId="{17FEC4C4-1F39-4C79-BB14-528AD7721E23}" destId="{439EF2CE-01A9-4B9F-8EC7-E6A3C290C141}" srcOrd="0" destOrd="0" presId="urn:microsoft.com/office/officeart/2018/2/layout/IconLabelList"/>
    <dgm:cxn modelId="{C5D087D5-1225-44B2-8F13-E277DA3EA4DE}" srcId="{7A204409-6784-444C-9E96-A6931F3B9EB7}" destId="{6EF394BE-4CAE-45C4-AB36-E86CFE4EDCA5}" srcOrd="2" destOrd="0" parTransId="{F11D407A-AF2F-436C-A261-EE23E37576E0}" sibTransId="{68459728-8B59-48DA-B3A2-85A7D7A821D7}"/>
    <dgm:cxn modelId="{FAA5A1F5-441D-483B-84AC-1DC7D8D66C40}" type="presOf" srcId="{5AEA2AA0-9826-4048-AC48-F1CFCAD93B85}" destId="{D1F27690-247A-49C4-94CF-6B09E815E752}" srcOrd="0" destOrd="0" presId="urn:microsoft.com/office/officeart/2018/2/layout/IconLabelList"/>
    <dgm:cxn modelId="{E26E8A14-445C-4B5D-AF17-0F856D3C7F08}" type="presParOf" srcId="{C04E9A3A-6CC7-4825-A141-D29923610C4C}" destId="{382CE347-A273-4BE4-AFA1-935726177DE4}" srcOrd="0" destOrd="0" presId="urn:microsoft.com/office/officeart/2018/2/layout/IconLabelList"/>
    <dgm:cxn modelId="{636F6C94-AD56-41F2-B644-CE10B9B2C82D}" type="presParOf" srcId="{382CE347-A273-4BE4-AFA1-935726177DE4}" destId="{CCFEDC52-68DE-462C-AF59-2D6D4BA1D54E}" srcOrd="0" destOrd="0" presId="urn:microsoft.com/office/officeart/2018/2/layout/IconLabelList"/>
    <dgm:cxn modelId="{08421BC8-00F6-4279-8FE1-F98B3AD7EB74}" type="presParOf" srcId="{382CE347-A273-4BE4-AFA1-935726177DE4}" destId="{C12BD0C4-ED89-4A0B-BCDD-13E3D07B5ADA}" srcOrd="1" destOrd="0" presId="urn:microsoft.com/office/officeart/2018/2/layout/IconLabelList"/>
    <dgm:cxn modelId="{D78F3DC7-A9AA-48CD-820F-089DA0468818}" type="presParOf" srcId="{382CE347-A273-4BE4-AFA1-935726177DE4}" destId="{439EF2CE-01A9-4B9F-8EC7-E6A3C290C141}" srcOrd="2" destOrd="0" presId="urn:microsoft.com/office/officeart/2018/2/layout/IconLabelList"/>
    <dgm:cxn modelId="{6F09F40B-1E43-47F7-9CDD-5AA082E9084C}" type="presParOf" srcId="{C04E9A3A-6CC7-4825-A141-D29923610C4C}" destId="{8D76B50D-D6A2-4815-8253-FC19A14E479A}" srcOrd="1" destOrd="0" presId="urn:microsoft.com/office/officeart/2018/2/layout/IconLabelList"/>
    <dgm:cxn modelId="{96237ECD-AB7F-4E84-82DD-D2B3BA2E3AEE}" type="presParOf" srcId="{C04E9A3A-6CC7-4825-A141-D29923610C4C}" destId="{A8CDF7A7-8768-4908-A8EB-6EBC5F34D4FB}" srcOrd="2" destOrd="0" presId="urn:microsoft.com/office/officeart/2018/2/layout/IconLabelList"/>
    <dgm:cxn modelId="{335DD0F6-3095-4626-A0CC-D1A38B59E469}" type="presParOf" srcId="{A8CDF7A7-8768-4908-A8EB-6EBC5F34D4FB}" destId="{44248281-7204-4392-A9FA-50AD18A75D3B}" srcOrd="0" destOrd="0" presId="urn:microsoft.com/office/officeart/2018/2/layout/IconLabelList"/>
    <dgm:cxn modelId="{5F19D2E6-100B-4F45-8A83-F73088C25F58}" type="presParOf" srcId="{A8CDF7A7-8768-4908-A8EB-6EBC5F34D4FB}" destId="{EB06C9AE-0C1F-44CD-B96B-66AE22391B45}" srcOrd="1" destOrd="0" presId="urn:microsoft.com/office/officeart/2018/2/layout/IconLabelList"/>
    <dgm:cxn modelId="{498C3E5C-FE50-4E8C-8ECE-77E07FE8FED8}" type="presParOf" srcId="{A8CDF7A7-8768-4908-A8EB-6EBC5F34D4FB}" destId="{930420DD-3AF8-4279-97C6-520000DE2E30}" srcOrd="2" destOrd="0" presId="urn:microsoft.com/office/officeart/2018/2/layout/IconLabelList"/>
    <dgm:cxn modelId="{0D7F0A23-A5EE-496E-8A11-7936F0F3A028}" type="presParOf" srcId="{C04E9A3A-6CC7-4825-A141-D29923610C4C}" destId="{F1902721-797B-405D-899B-8DB9A6E2BDE2}" srcOrd="3" destOrd="0" presId="urn:microsoft.com/office/officeart/2018/2/layout/IconLabelList"/>
    <dgm:cxn modelId="{D86F3269-531B-4E80-AE2B-CEC43572B1BB}" type="presParOf" srcId="{C04E9A3A-6CC7-4825-A141-D29923610C4C}" destId="{BE1B140D-EDE3-4661-9C95-B29E10F40A3A}" srcOrd="4" destOrd="0" presId="urn:microsoft.com/office/officeart/2018/2/layout/IconLabelList"/>
    <dgm:cxn modelId="{299FD699-1931-4D2D-8D24-54543FB1DDF5}" type="presParOf" srcId="{BE1B140D-EDE3-4661-9C95-B29E10F40A3A}" destId="{8ACC98CC-97E2-4402-AE1A-FDF2A0132EB0}" srcOrd="0" destOrd="0" presId="urn:microsoft.com/office/officeart/2018/2/layout/IconLabelList"/>
    <dgm:cxn modelId="{E23F4371-3AD3-4F2F-9309-212606DDA9DE}" type="presParOf" srcId="{BE1B140D-EDE3-4661-9C95-B29E10F40A3A}" destId="{F984EEF6-2845-4E42-B018-57A15DA12C10}" srcOrd="1" destOrd="0" presId="urn:microsoft.com/office/officeart/2018/2/layout/IconLabelList"/>
    <dgm:cxn modelId="{0211DF9A-80C6-4151-8602-336D0A400E64}" type="presParOf" srcId="{BE1B140D-EDE3-4661-9C95-B29E10F40A3A}" destId="{09879325-FC49-44E2-8425-7E5D563E609B}" srcOrd="2" destOrd="0" presId="urn:microsoft.com/office/officeart/2018/2/layout/IconLabelList"/>
    <dgm:cxn modelId="{3F5C460D-35A2-4BBD-A17F-9E575CB9C3DB}" type="presParOf" srcId="{C04E9A3A-6CC7-4825-A141-D29923610C4C}" destId="{3AA57A9A-0A60-4BDE-B118-FD6BB0535B61}" srcOrd="5" destOrd="0" presId="urn:microsoft.com/office/officeart/2018/2/layout/IconLabelList"/>
    <dgm:cxn modelId="{3B446EAB-5C48-4A19-B3DF-62F197CE8830}" type="presParOf" srcId="{C04E9A3A-6CC7-4825-A141-D29923610C4C}" destId="{496B8CCC-60AE-46E8-9E65-B7BC9259F2CC}" srcOrd="6" destOrd="0" presId="urn:microsoft.com/office/officeart/2018/2/layout/IconLabelList"/>
    <dgm:cxn modelId="{5CA97AD5-5A4A-47B3-996A-091412818C1D}" type="presParOf" srcId="{496B8CCC-60AE-46E8-9E65-B7BC9259F2CC}" destId="{7D28CAB7-55B3-4B51-8F4C-759344E22D22}" srcOrd="0" destOrd="0" presId="urn:microsoft.com/office/officeart/2018/2/layout/IconLabelList"/>
    <dgm:cxn modelId="{5C6B1FC2-87D2-4B36-BF42-1D1C7CCFF970}" type="presParOf" srcId="{496B8CCC-60AE-46E8-9E65-B7BC9259F2CC}" destId="{653BF781-2017-4FB6-BC35-69C3C91B1C05}" srcOrd="1" destOrd="0" presId="urn:microsoft.com/office/officeart/2018/2/layout/IconLabelList"/>
    <dgm:cxn modelId="{20E4C111-C979-4940-A14C-39C7C05BBB6D}" type="presParOf" srcId="{496B8CCC-60AE-46E8-9E65-B7BC9259F2CC}" destId="{D1F27690-247A-49C4-94CF-6B09E815E7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EC70259-838E-4E42-9362-2608B4BB572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5C31D4-A162-4F3D-B243-06944BE84216}">
      <dgm:prSet/>
      <dgm:spPr/>
      <dgm:t>
        <a:bodyPr/>
        <a:lstStyle/>
        <a:p>
          <a:r>
            <a:rPr lang="en-US"/>
            <a:t>State=(m, c , b) where:</a:t>
          </a:r>
        </a:p>
      </dgm:t>
    </dgm:pt>
    <dgm:pt modelId="{3ABB16AB-F199-4CFF-A962-EFF962F551E5}" type="parTrans" cxnId="{C5D47893-9D82-461B-968A-63C47561127E}">
      <dgm:prSet/>
      <dgm:spPr/>
      <dgm:t>
        <a:bodyPr/>
        <a:lstStyle/>
        <a:p>
          <a:endParaRPr lang="en-US"/>
        </a:p>
      </dgm:t>
    </dgm:pt>
    <dgm:pt modelId="{F83238A9-E64A-4507-80B7-1C5B7157A255}" type="sibTrans" cxnId="{C5D47893-9D82-461B-968A-63C47561127E}">
      <dgm:prSet/>
      <dgm:spPr/>
      <dgm:t>
        <a:bodyPr/>
        <a:lstStyle/>
        <a:p>
          <a:endParaRPr lang="en-US"/>
        </a:p>
      </dgm:t>
    </dgm:pt>
    <dgm:pt modelId="{6AB9BFF8-2D1A-47CF-800E-B9467B941924}">
      <dgm:prSet/>
      <dgm:spPr/>
      <dgm:t>
        <a:bodyPr/>
        <a:lstStyle/>
        <a:p>
          <a:r>
            <a:rPr lang="en-US"/>
            <a:t>m=number of missionaries on original bank</a:t>
          </a:r>
        </a:p>
      </dgm:t>
    </dgm:pt>
    <dgm:pt modelId="{0E6387C7-50D6-40FD-8FCA-ED30010987BA}" type="parTrans" cxnId="{7BF9C181-0F99-4845-910B-16972DF60BF0}">
      <dgm:prSet/>
      <dgm:spPr/>
      <dgm:t>
        <a:bodyPr/>
        <a:lstStyle/>
        <a:p>
          <a:endParaRPr lang="en-US"/>
        </a:p>
      </dgm:t>
    </dgm:pt>
    <dgm:pt modelId="{7A947ADE-0F63-41C6-AA7F-405E6AB8CAB8}" type="sibTrans" cxnId="{7BF9C181-0F99-4845-910B-16972DF60BF0}">
      <dgm:prSet/>
      <dgm:spPr/>
      <dgm:t>
        <a:bodyPr/>
        <a:lstStyle/>
        <a:p>
          <a:endParaRPr lang="en-US"/>
        </a:p>
      </dgm:t>
    </dgm:pt>
    <dgm:pt modelId="{374BCAC0-A665-402D-972D-72454C0D8900}">
      <dgm:prSet/>
      <dgm:spPr/>
      <dgm:t>
        <a:bodyPr/>
        <a:lstStyle/>
        <a:p>
          <a:r>
            <a:rPr lang="en-US"/>
            <a:t>c=number of cannibals on original bank</a:t>
          </a:r>
        </a:p>
      </dgm:t>
    </dgm:pt>
    <dgm:pt modelId="{7D70FE90-3B18-4560-92F8-22606C854109}" type="parTrans" cxnId="{C36013D9-DB37-480C-A6D7-7FA92DC8E796}">
      <dgm:prSet/>
      <dgm:spPr/>
      <dgm:t>
        <a:bodyPr/>
        <a:lstStyle/>
        <a:p>
          <a:endParaRPr lang="en-US"/>
        </a:p>
      </dgm:t>
    </dgm:pt>
    <dgm:pt modelId="{29F47B55-F2F0-4241-B49B-CC1787416F1F}" type="sibTrans" cxnId="{C36013D9-DB37-480C-A6D7-7FA92DC8E796}">
      <dgm:prSet/>
      <dgm:spPr/>
      <dgm:t>
        <a:bodyPr/>
        <a:lstStyle/>
        <a:p>
          <a:endParaRPr lang="en-US"/>
        </a:p>
      </dgm:t>
    </dgm:pt>
    <dgm:pt modelId="{E6A82E32-EADA-4A2B-8C12-A136DA3DF29E}">
      <dgm:prSet/>
      <dgm:spPr/>
      <dgm:t>
        <a:bodyPr/>
        <a:lstStyle/>
        <a:p>
          <a:r>
            <a:rPr lang="en-US"/>
            <a:t>b=boat location (0 for original bank,1 for opposite bank)</a:t>
          </a:r>
        </a:p>
      </dgm:t>
    </dgm:pt>
    <dgm:pt modelId="{1F43A66A-ECF4-4124-8BE0-6C5827CDF04A}" type="parTrans" cxnId="{1641EBD4-C17D-4C2A-A992-70C10E2026C2}">
      <dgm:prSet/>
      <dgm:spPr/>
      <dgm:t>
        <a:bodyPr/>
        <a:lstStyle/>
        <a:p>
          <a:endParaRPr lang="en-US"/>
        </a:p>
      </dgm:t>
    </dgm:pt>
    <dgm:pt modelId="{727BF435-CB7D-4898-98D0-763293D4BA1A}" type="sibTrans" cxnId="{1641EBD4-C17D-4C2A-A992-70C10E2026C2}">
      <dgm:prSet/>
      <dgm:spPr/>
      <dgm:t>
        <a:bodyPr/>
        <a:lstStyle/>
        <a:p>
          <a:endParaRPr lang="en-US"/>
        </a:p>
      </dgm:t>
    </dgm:pt>
    <dgm:pt modelId="{AA1A1B60-DA9F-4AEE-B9DE-919DE0678D91}">
      <dgm:prSet/>
      <dgm:spPr/>
      <dgm:t>
        <a:bodyPr/>
        <a:lstStyle/>
        <a:p>
          <a:r>
            <a:rPr lang="en-US"/>
            <a:t>Initial State: (3,3,0)</a:t>
          </a:r>
        </a:p>
      </dgm:t>
    </dgm:pt>
    <dgm:pt modelId="{5D0D1B31-C7D2-4B46-8E6D-198E191372A1}" type="parTrans" cxnId="{8DC58EAD-7462-4C48-A23C-F988495D0B92}">
      <dgm:prSet/>
      <dgm:spPr/>
      <dgm:t>
        <a:bodyPr/>
        <a:lstStyle/>
        <a:p>
          <a:endParaRPr lang="en-US"/>
        </a:p>
      </dgm:t>
    </dgm:pt>
    <dgm:pt modelId="{D79A517F-EBAD-481D-AEB4-985120368023}" type="sibTrans" cxnId="{8DC58EAD-7462-4C48-A23C-F988495D0B92}">
      <dgm:prSet/>
      <dgm:spPr/>
      <dgm:t>
        <a:bodyPr/>
        <a:lstStyle/>
        <a:p>
          <a:endParaRPr lang="en-US"/>
        </a:p>
      </dgm:t>
    </dgm:pt>
    <dgm:pt modelId="{96AFD5CC-0861-401C-B16D-BBE1E17A1705}">
      <dgm:prSet/>
      <dgm:spPr/>
      <dgm:t>
        <a:bodyPr/>
        <a:lstStyle/>
        <a:p>
          <a:r>
            <a:rPr lang="en-US"/>
            <a:t>Goal State:(0,0,1)</a:t>
          </a:r>
        </a:p>
      </dgm:t>
    </dgm:pt>
    <dgm:pt modelId="{8055256D-84BD-41EF-AF8D-D9A22A4FCC06}" type="parTrans" cxnId="{471D7D5C-2724-484A-A730-C3131FCD04B0}">
      <dgm:prSet/>
      <dgm:spPr/>
      <dgm:t>
        <a:bodyPr/>
        <a:lstStyle/>
        <a:p>
          <a:endParaRPr lang="en-US"/>
        </a:p>
      </dgm:t>
    </dgm:pt>
    <dgm:pt modelId="{32B87DA0-9182-4629-98E8-FA78804832E6}" type="sibTrans" cxnId="{471D7D5C-2724-484A-A730-C3131FCD04B0}">
      <dgm:prSet/>
      <dgm:spPr/>
      <dgm:t>
        <a:bodyPr/>
        <a:lstStyle/>
        <a:p>
          <a:endParaRPr lang="en-US"/>
        </a:p>
      </dgm:t>
    </dgm:pt>
    <dgm:pt modelId="{B395013A-6F59-4A05-8068-BB3A9496378B}" type="pres">
      <dgm:prSet presAssocID="{6EC70259-838E-4E42-9362-2608B4BB572C}" presName="Name0" presStyleCnt="0">
        <dgm:presLayoutVars>
          <dgm:dir/>
          <dgm:resizeHandles val="exact"/>
        </dgm:presLayoutVars>
      </dgm:prSet>
      <dgm:spPr/>
    </dgm:pt>
    <dgm:pt modelId="{5DD2FE9A-0866-4E2E-BCBE-EB0172DC31CE}" type="pres">
      <dgm:prSet presAssocID="{1D5C31D4-A162-4F3D-B243-06944BE84216}" presName="node" presStyleLbl="node1" presStyleIdx="0" presStyleCnt="6">
        <dgm:presLayoutVars>
          <dgm:bulletEnabled val="1"/>
        </dgm:presLayoutVars>
      </dgm:prSet>
      <dgm:spPr/>
    </dgm:pt>
    <dgm:pt modelId="{4BB73C44-A618-44A2-92D2-16F82F4CA225}" type="pres">
      <dgm:prSet presAssocID="{F83238A9-E64A-4507-80B7-1C5B7157A255}" presName="sibTrans" presStyleLbl="sibTrans1D1" presStyleIdx="0" presStyleCnt="5"/>
      <dgm:spPr/>
    </dgm:pt>
    <dgm:pt modelId="{427F0D7D-5C38-4DD6-9F78-14D2DB92BAA6}" type="pres">
      <dgm:prSet presAssocID="{F83238A9-E64A-4507-80B7-1C5B7157A255}" presName="connectorText" presStyleLbl="sibTrans1D1" presStyleIdx="0" presStyleCnt="5"/>
      <dgm:spPr/>
    </dgm:pt>
    <dgm:pt modelId="{A3A5433E-58D4-40EF-BB0D-1580F07F91AC}" type="pres">
      <dgm:prSet presAssocID="{6AB9BFF8-2D1A-47CF-800E-B9467B941924}" presName="node" presStyleLbl="node1" presStyleIdx="1" presStyleCnt="6">
        <dgm:presLayoutVars>
          <dgm:bulletEnabled val="1"/>
        </dgm:presLayoutVars>
      </dgm:prSet>
      <dgm:spPr/>
    </dgm:pt>
    <dgm:pt modelId="{4686F447-DBA6-4339-8FFC-2937E6F698A7}" type="pres">
      <dgm:prSet presAssocID="{7A947ADE-0F63-41C6-AA7F-405E6AB8CAB8}" presName="sibTrans" presStyleLbl="sibTrans1D1" presStyleIdx="1" presStyleCnt="5"/>
      <dgm:spPr/>
    </dgm:pt>
    <dgm:pt modelId="{95E0B13D-0BBD-466E-BCFB-89B83FBD283A}" type="pres">
      <dgm:prSet presAssocID="{7A947ADE-0F63-41C6-AA7F-405E6AB8CAB8}" presName="connectorText" presStyleLbl="sibTrans1D1" presStyleIdx="1" presStyleCnt="5"/>
      <dgm:spPr/>
    </dgm:pt>
    <dgm:pt modelId="{1172B877-B559-46AD-AFB4-4249F1C0B3B2}" type="pres">
      <dgm:prSet presAssocID="{374BCAC0-A665-402D-972D-72454C0D8900}" presName="node" presStyleLbl="node1" presStyleIdx="2" presStyleCnt="6">
        <dgm:presLayoutVars>
          <dgm:bulletEnabled val="1"/>
        </dgm:presLayoutVars>
      </dgm:prSet>
      <dgm:spPr/>
    </dgm:pt>
    <dgm:pt modelId="{DA635B69-085A-4CB0-9E6F-E125D1FC0159}" type="pres">
      <dgm:prSet presAssocID="{29F47B55-F2F0-4241-B49B-CC1787416F1F}" presName="sibTrans" presStyleLbl="sibTrans1D1" presStyleIdx="2" presStyleCnt="5"/>
      <dgm:spPr/>
    </dgm:pt>
    <dgm:pt modelId="{AFC9F175-08F0-4BDD-AC99-BD1CC099EC7C}" type="pres">
      <dgm:prSet presAssocID="{29F47B55-F2F0-4241-B49B-CC1787416F1F}" presName="connectorText" presStyleLbl="sibTrans1D1" presStyleIdx="2" presStyleCnt="5"/>
      <dgm:spPr/>
    </dgm:pt>
    <dgm:pt modelId="{687C46AB-C401-45BA-BCF5-1521DCF867B1}" type="pres">
      <dgm:prSet presAssocID="{E6A82E32-EADA-4A2B-8C12-A136DA3DF29E}" presName="node" presStyleLbl="node1" presStyleIdx="3" presStyleCnt="6">
        <dgm:presLayoutVars>
          <dgm:bulletEnabled val="1"/>
        </dgm:presLayoutVars>
      </dgm:prSet>
      <dgm:spPr/>
    </dgm:pt>
    <dgm:pt modelId="{620F17F9-C3CF-4A3A-A40F-61AE655453B6}" type="pres">
      <dgm:prSet presAssocID="{727BF435-CB7D-4898-98D0-763293D4BA1A}" presName="sibTrans" presStyleLbl="sibTrans1D1" presStyleIdx="3" presStyleCnt="5"/>
      <dgm:spPr/>
    </dgm:pt>
    <dgm:pt modelId="{7C1EDF0E-F01F-47E4-8107-5D080F9FEDFF}" type="pres">
      <dgm:prSet presAssocID="{727BF435-CB7D-4898-98D0-763293D4BA1A}" presName="connectorText" presStyleLbl="sibTrans1D1" presStyleIdx="3" presStyleCnt="5"/>
      <dgm:spPr/>
    </dgm:pt>
    <dgm:pt modelId="{5A4B1FA4-BEE7-433C-BC2A-95090134915F}" type="pres">
      <dgm:prSet presAssocID="{AA1A1B60-DA9F-4AEE-B9DE-919DE0678D91}" presName="node" presStyleLbl="node1" presStyleIdx="4" presStyleCnt="6">
        <dgm:presLayoutVars>
          <dgm:bulletEnabled val="1"/>
        </dgm:presLayoutVars>
      </dgm:prSet>
      <dgm:spPr/>
    </dgm:pt>
    <dgm:pt modelId="{0DEEC2DA-9C0E-4F48-94E7-B89FCB4A7CF2}" type="pres">
      <dgm:prSet presAssocID="{D79A517F-EBAD-481D-AEB4-985120368023}" presName="sibTrans" presStyleLbl="sibTrans1D1" presStyleIdx="4" presStyleCnt="5"/>
      <dgm:spPr/>
    </dgm:pt>
    <dgm:pt modelId="{69D9B2E5-D391-40A9-B42C-16A834566D6A}" type="pres">
      <dgm:prSet presAssocID="{D79A517F-EBAD-481D-AEB4-985120368023}" presName="connectorText" presStyleLbl="sibTrans1D1" presStyleIdx="4" presStyleCnt="5"/>
      <dgm:spPr/>
    </dgm:pt>
    <dgm:pt modelId="{4C0A0117-7284-43B6-844F-A3D43CCC2E4E}" type="pres">
      <dgm:prSet presAssocID="{96AFD5CC-0861-401C-B16D-BBE1E17A1705}" presName="node" presStyleLbl="node1" presStyleIdx="5" presStyleCnt="6">
        <dgm:presLayoutVars>
          <dgm:bulletEnabled val="1"/>
        </dgm:presLayoutVars>
      </dgm:prSet>
      <dgm:spPr/>
    </dgm:pt>
  </dgm:ptLst>
  <dgm:cxnLst>
    <dgm:cxn modelId="{995B6304-4CD9-45FB-997B-364B45C19061}" type="presOf" srcId="{6EC70259-838E-4E42-9362-2608B4BB572C}" destId="{B395013A-6F59-4A05-8068-BB3A9496378B}" srcOrd="0" destOrd="0" presId="urn:microsoft.com/office/officeart/2016/7/layout/RepeatingBendingProcessNew"/>
    <dgm:cxn modelId="{1A6BC014-2146-44A2-8B30-DB196D5686D2}" type="presOf" srcId="{29F47B55-F2F0-4241-B49B-CC1787416F1F}" destId="{AFC9F175-08F0-4BDD-AC99-BD1CC099EC7C}" srcOrd="1" destOrd="0" presId="urn:microsoft.com/office/officeart/2016/7/layout/RepeatingBendingProcessNew"/>
    <dgm:cxn modelId="{D5F65A2D-404D-48BA-9758-4A9C7FBB12BF}" type="presOf" srcId="{1D5C31D4-A162-4F3D-B243-06944BE84216}" destId="{5DD2FE9A-0866-4E2E-BCBE-EB0172DC31CE}" srcOrd="0" destOrd="0" presId="urn:microsoft.com/office/officeart/2016/7/layout/RepeatingBendingProcessNew"/>
    <dgm:cxn modelId="{E2102C30-E031-4A27-BB71-29DD71E25A4B}" type="presOf" srcId="{F83238A9-E64A-4507-80B7-1C5B7157A255}" destId="{427F0D7D-5C38-4DD6-9F78-14D2DB92BAA6}" srcOrd="1" destOrd="0" presId="urn:microsoft.com/office/officeart/2016/7/layout/RepeatingBendingProcessNew"/>
    <dgm:cxn modelId="{D5D84139-5470-4C8E-980C-E9652E2FFF49}" type="presOf" srcId="{374BCAC0-A665-402D-972D-72454C0D8900}" destId="{1172B877-B559-46AD-AFB4-4249F1C0B3B2}" srcOrd="0" destOrd="0" presId="urn:microsoft.com/office/officeart/2016/7/layout/RepeatingBendingProcessNew"/>
    <dgm:cxn modelId="{471D7D5C-2724-484A-A730-C3131FCD04B0}" srcId="{6EC70259-838E-4E42-9362-2608B4BB572C}" destId="{96AFD5CC-0861-401C-B16D-BBE1E17A1705}" srcOrd="5" destOrd="0" parTransId="{8055256D-84BD-41EF-AF8D-D9A22A4FCC06}" sibTransId="{32B87DA0-9182-4629-98E8-FA78804832E6}"/>
    <dgm:cxn modelId="{9DDE8B5D-D5D5-47A2-88A7-05098B31E114}" type="presOf" srcId="{727BF435-CB7D-4898-98D0-763293D4BA1A}" destId="{620F17F9-C3CF-4A3A-A40F-61AE655453B6}" srcOrd="0" destOrd="0" presId="urn:microsoft.com/office/officeart/2016/7/layout/RepeatingBendingProcessNew"/>
    <dgm:cxn modelId="{F33BAA4A-00FD-4B97-B4F4-3186B4C45850}" type="presOf" srcId="{727BF435-CB7D-4898-98D0-763293D4BA1A}" destId="{7C1EDF0E-F01F-47E4-8107-5D080F9FEDFF}" srcOrd="1" destOrd="0" presId="urn:microsoft.com/office/officeart/2016/7/layout/RepeatingBendingProcessNew"/>
    <dgm:cxn modelId="{2ABE296D-F945-4178-AC8C-F54BFC61941D}" type="presOf" srcId="{6AB9BFF8-2D1A-47CF-800E-B9467B941924}" destId="{A3A5433E-58D4-40EF-BB0D-1580F07F91AC}" srcOrd="0" destOrd="0" presId="urn:microsoft.com/office/officeart/2016/7/layout/RepeatingBendingProcessNew"/>
    <dgm:cxn modelId="{0EFAE450-FEA2-4D6B-A24C-6D9F3A18EFCD}" type="presOf" srcId="{E6A82E32-EADA-4A2B-8C12-A136DA3DF29E}" destId="{687C46AB-C401-45BA-BCF5-1521DCF867B1}" srcOrd="0" destOrd="0" presId="urn:microsoft.com/office/officeart/2016/7/layout/RepeatingBendingProcessNew"/>
    <dgm:cxn modelId="{D8245E71-FCFA-4FD7-AED9-C6D2889E4BEF}" type="presOf" srcId="{D79A517F-EBAD-481D-AEB4-985120368023}" destId="{0DEEC2DA-9C0E-4F48-94E7-B89FCB4A7CF2}" srcOrd="0" destOrd="0" presId="urn:microsoft.com/office/officeart/2016/7/layout/RepeatingBendingProcessNew"/>
    <dgm:cxn modelId="{0E823578-AC11-4B49-9165-DCFFC8DC1D17}" type="presOf" srcId="{AA1A1B60-DA9F-4AEE-B9DE-919DE0678D91}" destId="{5A4B1FA4-BEE7-433C-BC2A-95090134915F}" srcOrd="0" destOrd="0" presId="urn:microsoft.com/office/officeart/2016/7/layout/RepeatingBendingProcessNew"/>
    <dgm:cxn modelId="{7BF9C181-0F99-4845-910B-16972DF60BF0}" srcId="{6EC70259-838E-4E42-9362-2608B4BB572C}" destId="{6AB9BFF8-2D1A-47CF-800E-B9467B941924}" srcOrd="1" destOrd="0" parTransId="{0E6387C7-50D6-40FD-8FCA-ED30010987BA}" sibTransId="{7A947ADE-0F63-41C6-AA7F-405E6AB8CAB8}"/>
    <dgm:cxn modelId="{3DD2D388-C829-452D-B8C4-81B11DAEADD0}" type="presOf" srcId="{7A947ADE-0F63-41C6-AA7F-405E6AB8CAB8}" destId="{95E0B13D-0BBD-466E-BCFB-89B83FBD283A}" srcOrd="1" destOrd="0" presId="urn:microsoft.com/office/officeart/2016/7/layout/RepeatingBendingProcessNew"/>
    <dgm:cxn modelId="{6D435C8B-9668-4EEF-8633-A65BCEAC0FDA}" type="presOf" srcId="{F83238A9-E64A-4507-80B7-1C5B7157A255}" destId="{4BB73C44-A618-44A2-92D2-16F82F4CA225}" srcOrd="0" destOrd="0" presId="urn:microsoft.com/office/officeart/2016/7/layout/RepeatingBendingProcessNew"/>
    <dgm:cxn modelId="{C5D47893-9D82-461B-968A-63C47561127E}" srcId="{6EC70259-838E-4E42-9362-2608B4BB572C}" destId="{1D5C31D4-A162-4F3D-B243-06944BE84216}" srcOrd="0" destOrd="0" parTransId="{3ABB16AB-F199-4CFF-A962-EFF962F551E5}" sibTransId="{F83238A9-E64A-4507-80B7-1C5B7157A255}"/>
    <dgm:cxn modelId="{D2389CA9-B201-49BD-8339-BEA363234BA9}" type="presOf" srcId="{D79A517F-EBAD-481D-AEB4-985120368023}" destId="{69D9B2E5-D391-40A9-B42C-16A834566D6A}" srcOrd="1" destOrd="0" presId="urn:microsoft.com/office/officeart/2016/7/layout/RepeatingBendingProcessNew"/>
    <dgm:cxn modelId="{8DC58EAD-7462-4C48-A23C-F988495D0B92}" srcId="{6EC70259-838E-4E42-9362-2608B4BB572C}" destId="{AA1A1B60-DA9F-4AEE-B9DE-919DE0678D91}" srcOrd="4" destOrd="0" parTransId="{5D0D1B31-C7D2-4B46-8E6D-198E191372A1}" sibTransId="{D79A517F-EBAD-481D-AEB4-985120368023}"/>
    <dgm:cxn modelId="{061EC0AD-04C7-4425-8B08-94318C5F67AE}" type="presOf" srcId="{29F47B55-F2F0-4241-B49B-CC1787416F1F}" destId="{DA635B69-085A-4CB0-9E6F-E125D1FC0159}" srcOrd="0" destOrd="0" presId="urn:microsoft.com/office/officeart/2016/7/layout/RepeatingBendingProcessNew"/>
    <dgm:cxn modelId="{1641EBD4-C17D-4C2A-A992-70C10E2026C2}" srcId="{6EC70259-838E-4E42-9362-2608B4BB572C}" destId="{E6A82E32-EADA-4A2B-8C12-A136DA3DF29E}" srcOrd="3" destOrd="0" parTransId="{1F43A66A-ECF4-4124-8BE0-6C5827CDF04A}" sibTransId="{727BF435-CB7D-4898-98D0-763293D4BA1A}"/>
    <dgm:cxn modelId="{C36013D9-DB37-480C-A6D7-7FA92DC8E796}" srcId="{6EC70259-838E-4E42-9362-2608B4BB572C}" destId="{374BCAC0-A665-402D-972D-72454C0D8900}" srcOrd="2" destOrd="0" parTransId="{7D70FE90-3B18-4560-92F8-22606C854109}" sibTransId="{29F47B55-F2F0-4241-B49B-CC1787416F1F}"/>
    <dgm:cxn modelId="{28413FF2-111D-45D7-8D79-C6EA4730BE0F}" type="presOf" srcId="{7A947ADE-0F63-41C6-AA7F-405E6AB8CAB8}" destId="{4686F447-DBA6-4339-8FFC-2937E6F698A7}" srcOrd="0" destOrd="0" presId="urn:microsoft.com/office/officeart/2016/7/layout/RepeatingBendingProcessNew"/>
    <dgm:cxn modelId="{83603FFB-5319-437C-95D0-82CD4CD42ECB}" type="presOf" srcId="{96AFD5CC-0861-401C-B16D-BBE1E17A1705}" destId="{4C0A0117-7284-43B6-844F-A3D43CCC2E4E}" srcOrd="0" destOrd="0" presId="urn:microsoft.com/office/officeart/2016/7/layout/RepeatingBendingProcessNew"/>
    <dgm:cxn modelId="{6A1D875F-25E6-4949-9E24-B141637DBF6B}" type="presParOf" srcId="{B395013A-6F59-4A05-8068-BB3A9496378B}" destId="{5DD2FE9A-0866-4E2E-BCBE-EB0172DC31CE}" srcOrd="0" destOrd="0" presId="urn:microsoft.com/office/officeart/2016/7/layout/RepeatingBendingProcessNew"/>
    <dgm:cxn modelId="{ABAD8592-F66D-479E-B6B9-D0784DFE1CC6}" type="presParOf" srcId="{B395013A-6F59-4A05-8068-BB3A9496378B}" destId="{4BB73C44-A618-44A2-92D2-16F82F4CA225}" srcOrd="1" destOrd="0" presId="urn:microsoft.com/office/officeart/2016/7/layout/RepeatingBendingProcessNew"/>
    <dgm:cxn modelId="{76AE6FF6-F2D3-483A-BD47-2122431CF4D5}" type="presParOf" srcId="{4BB73C44-A618-44A2-92D2-16F82F4CA225}" destId="{427F0D7D-5C38-4DD6-9F78-14D2DB92BAA6}" srcOrd="0" destOrd="0" presId="urn:microsoft.com/office/officeart/2016/7/layout/RepeatingBendingProcessNew"/>
    <dgm:cxn modelId="{BE8BC102-7844-446E-858B-508E842A6947}" type="presParOf" srcId="{B395013A-6F59-4A05-8068-BB3A9496378B}" destId="{A3A5433E-58D4-40EF-BB0D-1580F07F91AC}" srcOrd="2" destOrd="0" presId="urn:microsoft.com/office/officeart/2016/7/layout/RepeatingBendingProcessNew"/>
    <dgm:cxn modelId="{F82C9783-A025-4196-850D-6E02C949446E}" type="presParOf" srcId="{B395013A-6F59-4A05-8068-BB3A9496378B}" destId="{4686F447-DBA6-4339-8FFC-2937E6F698A7}" srcOrd="3" destOrd="0" presId="urn:microsoft.com/office/officeart/2016/7/layout/RepeatingBendingProcessNew"/>
    <dgm:cxn modelId="{9A46072B-B0A5-4ADA-B33F-057EC435495C}" type="presParOf" srcId="{4686F447-DBA6-4339-8FFC-2937E6F698A7}" destId="{95E0B13D-0BBD-466E-BCFB-89B83FBD283A}" srcOrd="0" destOrd="0" presId="urn:microsoft.com/office/officeart/2016/7/layout/RepeatingBendingProcessNew"/>
    <dgm:cxn modelId="{C39F93C0-8E43-42A7-AE8B-2A9F2A1D5A16}" type="presParOf" srcId="{B395013A-6F59-4A05-8068-BB3A9496378B}" destId="{1172B877-B559-46AD-AFB4-4249F1C0B3B2}" srcOrd="4" destOrd="0" presId="urn:microsoft.com/office/officeart/2016/7/layout/RepeatingBendingProcessNew"/>
    <dgm:cxn modelId="{352F49BE-CF7A-49E6-87E4-74EDDBB3E5E2}" type="presParOf" srcId="{B395013A-6F59-4A05-8068-BB3A9496378B}" destId="{DA635B69-085A-4CB0-9E6F-E125D1FC0159}" srcOrd="5" destOrd="0" presId="urn:microsoft.com/office/officeart/2016/7/layout/RepeatingBendingProcessNew"/>
    <dgm:cxn modelId="{B564C77C-EAC4-467B-9BEA-7560416EB7D9}" type="presParOf" srcId="{DA635B69-085A-4CB0-9E6F-E125D1FC0159}" destId="{AFC9F175-08F0-4BDD-AC99-BD1CC099EC7C}" srcOrd="0" destOrd="0" presId="urn:microsoft.com/office/officeart/2016/7/layout/RepeatingBendingProcessNew"/>
    <dgm:cxn modelId="{9476927F-4F96-4BBD-882C-ECC965E2B845}" type="presParOf" srcId="{B395013A-6F59-4A05-8068-BB3A9496378B}" destId="{687C46AB-C401-45BA-BCF5-1521DCF867B1}" srcOrd="6" destOrd="0" presId="urn:microsoft.com/office/officeart/2016/7/layout/RepeatingBendingProcessNew"/>
    <dgm:cxn modelId="{6B59D342-FA6A-4FDA-817D-436CF21B9C49}" type="presParOf" srcId="{B395013A-6F59-4A05-8068-BB3A9496378B}" destId="{620F17F9-C3CF-4A3A-A40F-61AE655453B6}" srcOrd="7" destOrd="0" presId="urn:microsoft.com/office/officeart/2016/7/layout/RepeatingBendingProcessNew"/>
    <dgm:cxn modelId="{D4682704-6892-430E-8AF8-1CC114A0C69A}" type="presParOf" srcId="{620F17F9-C3CF-4A3A-A40F-61AE655453B6}" destId="{7C1EDF0E-F01F-47E4-8107-5D080F9FEDFF}" srcOrd="0" destOrd="0" presId="urn:microsoft.com/office/officeart/2016/7/layout/RepeatingBendingProcessNew"/>
    <dgm:cxn modelId="{9F2CE76B-24A0-43E2-AE36-BEFF7D434FD8}" type="presParOf" srcId="{B395013A-6F59-4A05-8068-BB3A9496378B}" destId="{5A4B1FA4-BEE7-433C-BC2A-95090134915F}" srcOrd="8" destOrd="0" presId="urn:microsoft.com/office/officeart/2016/7/layout/RepeatingBendingProcessNew"/>
    <dgm:cxn modelId="{B60BDCFC-B83F-40DF-BD61-C146741A6258}" type="presParOf" srcId="{B395013A-6F59-4A05-8068-BB3A9496378B}" destId="{0DEEC2DA-9C0E-4F48-94E7-B89FCB4A7CF2}" srcOrd="9" destOrd="0" presId="urn:microsoft.com/office/officeart/2016/7/layout/RepeatingBendingProcessNew"/>
    <dgm:cxn modelId="{D9CCD1E0-28D6-48BB-A488-0920913855A5}" type="presParOf" srcId="{0DEEC2DA-9C0E-4F48-94E7-B89FCB4A7CF2}" destId="{69D9B2E5-D391-40A9-B42C-16A834566D6A}" srcOrd="0" destOrd="0" presId="urn:microsoft.com/office/officeart/2016/7/layout/RepeatingBendingProcessNew"/>
    <dgm:cxn modelId="{688D9C76-E4BA-4321-8DAB-49DF206E4A51}" type="presParOf" srcId="{B395013A-6F59-4A05-8068-BB3A9496378B}" destId="{4C0A0117-7284-43B6-844F-A3D43CCC2E4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6EAA839-9C6D-4E64-92C2-2C5F221505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9C7BC4-F3C5-4635-82EA-FE60F5058D0C}">
      <dgm:prSet/>
      <dgm:spPr/>
      <dgm:t>
        <a:bodyPr/>
        <a:lstStyle/>
        <a:p>
          <a:r>
            <a:rPr lang="en-US"/>
            <a:t>0 ≤ m ≤ 3 and 0 ≤ c ≤ 3</a:t>
          </a:r>
        </a:p>
      </dgm:t>
    </dgm:pt>
    <dgm:pt modelId="{BF58B080-4B16-4D3C-9FFB-907C4175883A}" type="parTrans" cxnId="{ADAB8DF7-E59E-49AB-A20C-618AF7A88AE6}">
      <dgm:prSet/>
      <dgm:spPr/>
      <dgm:t>
        <a:bodyPr/>
        <a:lstStyle/>
        <a:p>
          <a:endParaRPr lang="en-US"/>
        </a:p>
      </dgm:t>
    </dgm:pt>
    <dgm:pt modelId="{E5194F53-F733-4466-8EDB-52D549A11522}" type="sibTrans" cxnId="{ADAB8DF7-E59E-49AB-A20C-618AF7A88AE6}">
      <dgm:prSet/>
      <dgm:spPr/>
      <dgm:t>
        <a:bodyPr/>
        <a:lstStyle/>
        <a:p>
          <a:endParaRPr lang="en-US"/>
        </a:p>
      </dgm:t>
    </dgm:pt>
    <dgm:pt modelId="{7D7A9C9E-7B4E-40BE-A87C-A908C60B9EC8}">
      <dgm:prSet/>
      <dgm:spPr/>
      <dgm:t>
        <a:bodyPr/>
        <a:lstStyle/>
        <a:p>
          <a:r>
            <a:rPr lang="en-US"/>
            <a:t>Either m=0 or m ≥ c on the original bank</a:t>
          </a:r>
        </a:p>
      </dgm:t>
    </dgm:pt>
    <dgm:pt modelId="{288EDF3E-BB95-4B5A-B79C-C9DC352687A7}" type="parTrans" cxnId="{4F8B585E-7836-42B0-8E89-8223BF428AA7}">
      <dgm:prSet/>
      <dgm:spPr/>
      <dgm:t>
        <a:bodyPr/>
        <a:lstStyle/>
        <a:p>
          <a:endParaRPr lang="en-US"/>
        </a:p>
      </dgm:t>
    </dgm:pt>
    <dgm:pt modelId="{973FFB82-6A96-48AE-9A89-22067BAE788B}" type="sibTrans" cxnId="{4F8B585E-7836-42B0-8E89-8223BF428AA7}">
      <dgm:prSet/>
      <dgm:spPr/>
      <dgm:t>
        <a:bodyPr/>
        <a:lstStyle/>
        <a:p>
          <a:endParaRPr lang="en-US"/>
        </a:p>
      </dgm:t>
    </dgm:pt>
    <dgm:pt modelId="{87983D95-3388-4016-8CFB-2F9CED77D4C7}">
      <dgm:prSet/>
      <dgm:spPr/>
      <dgm:t>
        <a:bodyPr/>
        <a:lstStyle/>
        <a:p>
          <a:r>
            <a:rPr lang="en-US"/>
            <a:t>Either m=3 or m ≤c on the opposite bank</a:t>
          </a:r>
        </a:p>
      </dgm:t>
    </dgm:pt>
    <dgm:pt modelId="{E8C5A12F-5866-4A2C-8D11-D63076DAE351}" type="parTrans" cxnId="{D1674818-93CA-455D-A680-280F9065608A}">
      <dgm:prSet/>
      <dgm:spPr/>
      <dgm:t>
        <a:bodyPr/>
        <a:lstStyle/>
        <a:p>
          <a:endParaRPr lang="en-US"/>
        </a:p>
      </dgm:t>
    </dgm:pt>
    <dgm:pt modelId="{D8B4C26B-65A9-4A79-99CA-2054E7ACAC54}" type="sibTrans" cxnId="{D1674818-93CA-455D-A680-280F9065608A}">
      <dgm:prSet/>
      <dgm:spPr/>
      <dgm:t>
        <a:bodyPr/>
        <a:lstStyle/>
        <a:p>
          <a:endParaRPr lang="en-US"/>
        </a:p>
      </dgm:t>
    </dgm:pt>
    <dgm:pt modelId="{AB77898F-130E-489F-9CC5-6380BC73B00B}" type="pres">
      <dgm:prSet presAssocID="{F6EAA839-9C6D-4E64-92C2-2C5F22150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FA8ECD-0306-4A9F-BBE2-E9252D0AE373}" type="pres">
      <dgm:prSet presAssocID="{0B9C7BC4-F3C5-4635-82EA-FE60F5058D0C}" presName="hierRoot1" presStyleCnt="0"/>
      <dgm:spPr/>
    </dgm:pt>
    <dgm:pt modelId="{FAC70615-6277-45F0-8FD6-B46FC2DBFF6E}" type="pres">
      <dgm:prSet presAssocID="{0B9C7BC4-F3C5-4635-82EA-FE60F5058D0C}" presName="composite" presStyleCnt="0"/>
      <dgm:spPr/>
    </dgm:pt>
    <dgm:pt modelId="{BAB1C89A-186B-4988-91C9-92512FE0F94D}" type="pres">
      <dgm:prSet presAssocID="{0B9C7BC4-F3C5-4635-82EA-FE60F5058D0C}" presName="background" presStyleLbl="node0" presStyleIdx="0" presStyleCnt="3"/>
      <dgm:spPr/>
    </dgm:pt>
    <dgm:pt modelId="{9F6D91E5-9151-4A83-9C84-85D0F3B75842}" type="pres">
      <dgm:prSet presAssocID="{0B9C7BC4-F3C5-4635-82EA-FE60F5058D0C}" presName="text" presStyleLbl="fgAcc0" presStyleIdx="0" presStyleCnt="3">
        <dgm:presLayoutVars>
          <dgm:chPref val="3"/>
        </dgm:presLayoutVars>
      </dgm:prSet>
      <dgm:spPr/>
    </dgm:pt>
    <dgm:pt modelId="{52AE0F0F-DD30-4EA5-9E01-B0D5B50EF523}" type="pres">
      <dgm:prSet presAssocID="{0B9C7BC4-F3C5-4635-82EA-FE60F5058D0C}" presName="hierChild2" presStyleCnt="0"/>
      <dgm:spPr/>
    </dgm:pt>
    <dgm:pt modelId="{D294691E-7ED6-47B8-9D98-2909E9F451B2}" type="pres">
      <dgm:prSet presAssocID="{7D7A9C9E-7B4E-40BE-A87C-A908C60B9EC8}" presName="hierRoot1" presStyleCnt="0"/>
      <dgm:spPr/>
    </dgm:pt>
    <dgm:pt modelId="{651DB49F-BB9C-4A52-A759-B1453F7FC5D1}" type="pres">
      <dgm:prSet presAssocID="{7D7A9C9E-7B4E-40BE-A87C-A908C60B9EC8}" presName="composite" presStyleCnt="0"/>
      <dgm:spPr/>
    </dgm:pt>
    <dgm:pt modelId="{27819634-0C1B-4DE2-8382-B5DEBA7599AC}" type="pres">
      <dgm:prSet presAssocID="{7D7A9C9E-7B4E-40BE-A87C-A908C60B9EC8}" presName="background" presStyleLbl="node0" presStyleIdx="1" presStyleCnt="3"/>
      <dgm:spPr/>
    </dgm:pt>
    <dgm:pt modelId="{7951D496-9AB9-43F7-9039-303CE1C6121F}" type="pres">
      <dgm:prSet presAssocID="{7D7A9C9E-7B4E-40BE-A87C-A908C60B9EC8}" presName="text" presStyleLbl="fgAcc0" presStyleIdx="1" presStyleCnt="3">
        <dgm:presLayoutVars>
          <dgm:chPref val="3"/>
        </dgm:presLayoutVars>
      </dgm:prSet>
      <dgm:spPr/>
    </dgm:pt>
    <dgm:pt modelId="{8179C9FD-57A1-4DC7-A5B2-16E30612AD5D}" type="pres">
      <dgm:prSet presAssocID="{7D7A9C9E-7B4E-40BE-A87C-A908C60B9EC8}" presName="hierChild2" presStyleCnt="0"/>
      <dgm:spPr/>
    </dgm:pt>
    <dgm:pt modelId="{4F87BF43-BFF1-4FB2-BFE8-68DB08131238}" type="pres">
      <dgm:prSet presAssocID="{87983D95-3388-4016-8CFB-2F9CED77D4C7}" presName="hierRoot1" presStyleCnt="0"/>
      <dgm:spPr/>
    </dgm:pt>
    <dgm:pt modelId="{25CAD594-A4EE-4B5D-817B-B8733B69A6F4}" type="pres">
      <dgm:prSet presAssocID="{87983D95-3388-4016-8CFB-2F9CED77D4C7}" presName="composite" presStyleCnt="0"/>
      <dgm:spPr/>
    </dgm:pt>
    <dgm:pt modelId="{1001047B-D0DF-49AB-A2B2-6F2E016E69CA}" type="pres">
      <dgm:prSet presAssocID="{87983D95-3388-4016-8CFB-2F9CED77D4C7}" presName="background" presStyleLbl="node0" presStyleIdx="2" presStyleCnt="3"/>
      <dgm:spPr/>
    </dgm:pt>
    <dgm:pt modelId="{3848796D-7F74-40C8-A7BA-87DA44991AFA}" type="pres">
      <dgm:prSet presAssocID="{87983D95-3388-4016-8CFB-2F9CED77D4C7}" presName="text" presStyleLbl="fgAcc0" presStyleIdx="2" presStyleCnt="3">
        <dgm:presLayoutVars>
          <dgm:chPref val="3"/>
        </dgm:presLayoutVars>
      </dgm:prSet>
      <dgm:spPr/>
    </dgm:pt>
    <dgm:pt modelId="{E66F178D-ACC6-47CC-9E3F-7A8420C5406D}" type="pres">
      <dgm:prSet presAssocID="{87983D95-3388-4016-8CFB-2F9CED77D4C7}" presName="hierChild2" presStyleCnt="0"/>
      <dgm:spPr/>
    </dgm:pt>
  </dgm:ptLst>
  <dgm:cxnLst>
    <dgm:cxn modelId="{974A1917-B9F1-4FCC-8449-9870C6EB71F5}" type="presOf" srcId="{87983D95-3388-4016-8CFB-2F9CED77D4C7}" destId="{3848796D-7F74-40C8-A7BA-87DA44991AFA}" srcOrd="0" destOrd="0" presId="urn:microsoft.com/office/officeart/2005/8/layout/hierarchy1"/>
    <dgm:cxn modelId="{D1674818-93CA-455D-A680-280F9065608A}" srcId="{F6EAA839-9C6D-4E64-92C2-2C5F2215058B}" destId="{87983D95-3388-4016-8CFB-2F9CED77D4C7}" srcOrd="2" destOrd="0" parTransId="{E8C5A12F-5866-4A2C-8D11-D63076DAE351}" sibTransId="{D8B4C26B-65A9-4A79-99CA-2054E7ACAC54}"/>
    <dgm:cxn modelId="{99F7433C-3DB4-4F4F-BEBD-CF173EAAFAF7}" type="presOf" srcId="{F6EAA839-9C6D-4E64-92C2-2C5F2215058B}" destId="{AB77898F-130E-489F-9CC5-6380BC73B00B}" srcOrd="0" destOrd="0" presId="urn:microsoft.com/office/officeart/2005/8/layout/hierarchy1"/>
    <dgm:cxn modelId="{4F8B585E-7836-42B0-8E89-8223BF428AA7}" srcId="{F6EAA839-9C6D-4E64-92C2-2C5F2215058B}" destId="{7D7A9C9E-7B4E-40BE-A87C-A908C60B9EC8}" srcOrd="1" destOrd="0" parTransId="{288EDF3E-BB95-4B5A-B79C-C9DC352687A7}" sibTransId="{973FFB82-6A96-48AE-9A89-22067BAE788B}"/>
    <dgm:cxn modelId="{06AAC0C1-D52C-4756-A8D8-AAEF7D90A6C1}" type="presOf" srcId="{0B9C7BC4-F3C5-4635-82EA-FE60F5058D0C}" destId="{9F6D91E5-9151-4A83-9C84-85D0F3B75842}" srcOrd="0" destOrd="0" presId="urn:microsoft.com/office/officeart/2005/8/layout/hierarchy1"/>
    <dgm:cxn modelId="{ADAB8DF7-E59E-49AB-A20C-618AF7A88AE6}" srcId="{F6EAA839-9C6D-4E64-92C2-2C5F2215058B}" destId="{0B9C7BC4-F3C5-4635-82EA-FE60F5058D0C}" srcOrd="0" destOrd="0" parTransId="{BF58B080-4B16-4D3C-9FFB-907C4175883A}" sibTransId="{E5194F53-F733-4466-8EDB-52D549A11522}"/>
    <dgm:cxn modelId="{24355DFC-6FBF-4F03-B4FB-B2DFC04E2ED7}" type="presOf" srcId="{7D7A9C9E-7B4E-40BE-A87C-A908C60B9EC8}" destId="{7951D496-9AB9-43F7-9039-303CE1C6121F}" srcOrd="0" destOrd="0" presId="urn:microsoft.com/office/officeart/2005/8/layout/hierarchy1"/>
    <dgm:cxn modelId="{829511F4-7BE0-432A-8F85-A6FD9FB46C4E}" type="presParOf" srcId="{AB77898F-130E-489F-9CC5-6380BC73B00B}" destId="{10FA8ECD-0306-4A9F-BBE2-E9252D0AE373}" srcOrd="0" destOrd="0" presId="urn:microsoft.com/office/officeart/2005/8/layout/hierarchy1"/>
    <dgm:cxn modelId="{ED57F99C-7806-4395-93BE-C384C1D6B47C}" type="presParOf" srcId="{10FA8ECD-0306-4A9F-BBE2-E9252D0AE373}" destId="{FAC70615-6277-45F0-8FD6-B46FC2DBFF6E}" srcOrd="0" destOrd="0" presId="urn:microsoft.com/office/officeart/2005/8/layout/hierarchy1"/>
    <dgm:cxn modelId="{EA34A0FF-A133-4463-B9B1-98569EAB2C81}" type="presParOf" srcId="{FAC70615-6277-45F0-8FD6-B46FC2DBFF6E}" destId="{BAB1C89A-186B-4988-91C9-92512FE0F94D}" srcOrd="0" destOrd="0" presId="urn:microsoft.com/office/officeart/2005/8/layout/hierarchy1"/>
    <dgm:cxn modelId="{F401636A-86F4-44DB-8995-FA569BE6A4C3}" type="presParOf" srcId="{FAC70615-6277-45F0-8FD6-B46FC2DBFF6E}" destId="{9F6D91E5-9151-4A83-9C84-85D0F3B75842}" srcOrd="1" destOrd="0" presId="urn:microsoft.com/office/officeart/2005/8/layout/hierarchy1"/>
    <dgm:cxn modelId="{6A244639-ADA8-42CB-9EB4-9C548FE32B53}" type="presParOf" srcId="{10FA8ECD-0306-4A9F-BBE2-E9252D0AE373}" destId="{52AE0F0F-DD30-4EA5-9E01-B0D5B50EF523}" srcOrd="1" destOrd="0" presId="urn:microsoft.com/office/officeart/2005/8/layout/hierarchy1"/>
    <dgm:cxn modelId="{02C468C9-FD00-4797-8925-56A3FDAEEB4A}" type="presParOf" srcId="{AB77898F-130E-489F-9CC5-6380BC73B00B}" destId="{D294691E-7ED6-47B8-9D98-2909E9F451B2}" srcOrd="1" destOrd="0" presId="urn:microsoft.com/office/officeart/2005/8/layout/hierarchy1"/>
    <dgm:cxn modelId="{468B7FC0-7201-4961-9A1F-B529895C8C90}" type="presParOf" srcId="{D294691E-7ED6-47B8-9D98-2909E9F451B2}" destId="{651DB49F-BB9C-4A52-A759-B1453F7FC5D1}" srcOrd="0" destOrd="0" presId="urn:microsoft.com/office/officeart/2005/8/layout/hierarchy1"/>
    <dgm:cxn modelId="{DE33EADA-C9D7-4DF0-BF43-3C03981A6C98}" type="presParOf" srcId="{651DB49F-BB9C-4A52-A759-B1453F7FC5D1}" destId="{27819634-0C1B-4DE2-8382-B5DEBA7599AC}" srcOrd="0" destOrd="0" presId="urn:microsoft.com/office/officeart/2005/8/layout/hierarchy1"/>
    <dgm:cxn modelId="{4A8E80DC-D5EB-4822-870E-D720A6BC1B50}" type="presParOf" srcId="{651DB49F-BB9C-4A52-A759-B1453F7FC5D1}" destId="{7951D496-9AB9-43F7-9039-303CE1C6121F}" srcOrd="1" destOrd="0" presId="urn:microsoft.com/office/officeart/2005/8/layout/hierarchy1"/>
    <dgm:cxn modelId="{A89CD258-BB50-4B93-A154-6C899F227CE5}" type="presParOf" srcId="{D294691E-7ED6-47B8-9D98-2909E9F451B2}" destId="{8179C9FD-57A1-4DC7-A5B2-16E30612AD5D}" srcOrd="1" destOrd="0" presId="urn:microsoft.com/office/officeart/2005/8/layout/hierarchy1"/>
    <dgm:cxn modelId="{0C23DD0A-9284-42BF-9DF4-96FE5D3C5DD3}" type="presParOf" srcId="{AB77898F-130E-489F-9CC5-6380BC73B00B}" destId="{4F87BF43-BFF1-4FB2-BFE8-68DB08131238}" srcOrd="2" destOrd="0" presId="urn:microsoft.com/office/officeart/2005/8/layout/hierarchy1"/>
    <dgm:cxn modelId="{7D457E26-2BA0-4DFA-B871-18561FFA1902}" type="presParOf" srcId="{4F87BF43-BFF1-4FB2-BFE8-68DB08131238}" destId="{25CAD594-A4EE-4B5D-817B-B8733B69A6F4}" srcOrd="0" destOrd="0" presId="urn:microsoft.com/office/officeart/2005/8/layout/hierarchy1"/>
    <dgm:cxn modelId="{D5EA1A19-2FB4-409A-BB4C-20291CD5D4D0}" type="presParOf" srcId="{25CAD594-A4EE-4B5D-817B-B8733B69A6F4}" destId="{1001047B-D0DF-49AB-A2B2-6F2E016E69CA}" srcOrd="0" destOrd="0" presId="urn:microsoft.com/office/officeart/2005/8/layout/hierarchy1"/>
    <dgm:cxn modelId="{D3D1D8AC-6E06-4BF0-B9B8-2D63F9D0237A}" type="presParOf" srcId="{25CAD594-A4EE-4B5D-817B-B8733B69A6F4}" destId="{3848796D-7F74-40C8-A7BA-87DA44991AFA}" srcOrd="1" destOrd="0" presId="urn:microsoft.com/office/officeart/2005/8/layout/hierarchy1"/>
    <dgm:cxn modelId="{CCD076CF-5653-4C7F-8B10-63832F504E19}" type="presParOf" srcId="{4F87BF43-BFF1-4FB2-BFE8-68DB08131238}" destId="{E66F178D-ACC6-47CC-9E3F-7A8420C540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6E7E675-A42E-4330-99F1-23BB3081860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F7963D-476D-4385-8E66-5631BA5BFDD4}">
      <dgm:prSet/>
      <dgm:spPr/>
      <dgm:t>
        <a:bodyPr/>
        <a:lstStyle/>
        <a:p>
          <a:r>
            <a:rPr lang="en-US"/>
            <a:t>Start with (3,3,0)</a:t>
          </a:r>
        </a:p>
      </dgm:t>
    </dgm:pt>
    <dgm:pt modelId="{560B502E-2914-46FB-B6F5-B472023A45D3}" type="parTrans" cxnId="{3FC4D144-C849-4ED9-93CC-9C1A89B4F757}">
      <dgm:prSet/>
      <dgm:spPr/>
      <dgm:t>
        <a:bodyPr/>
        <a:lstStyle/>
        <a:p>
          <a:endParaRPr lang="en-US"/>
        </a:p>
      </dgm:t>
    </dgm:pt>
    <dgm:pt modelId="{DF12E555-55E6-4758-9389-F2C9D4335FB6}" type="sibTrans" cxnId="{3FC4D144-C849-4ED9-93CC-9C1A89B4F75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6E66A09-9DF2-4ABF-8003-38498EA12C09}">
      <dgm:prSet/>
      <dgm:spPr/>
      <dgm:t>
        <a:bodyPr/>
        <a:lstStyle/>
        <a:p>
          <a:r>
            <a:rPr lang="en-US"/>
            <a:t>Apply possible actions (boat crossings with 1-2 people)</a:t>
          </a:r>
        </a:p>
      </dgm:t>
    </dgm:pt>
    <dgm:pt modelId="{D4A53F7E-242D-43A9-8BA2-245C535FA585}" type="parTrans" cxnId="{E7454D31-90C2-459B-8CCF-AB1B2CD68593}">
      <dgm:prSet/>
      <dgm:spPr/>
      <dgm:t>
        <a:bodyPr/>
        <a:lstStyle/>
        <a:p>
          <a:endParaRPr lang="en-US"/>
        </a:p>
      </dgm:t>
    </dgm:pt>
    <dgm:pt modelId="{08AB3D23-A13E-4D62-8420-02B69F6848FA}" type="sibTrans" cxnId="{E7454D31-90C2-459B-8CCF-AB1B2CD6859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E220890-CA46-4763-88FD-CF01C54152BB}">
      <dgm:prSet/>
      <dgm:spPr/>
      <dgm:t>
        <a:bodyPr/>
        <a:lstStyle/>
        <a:p>
          <a:r>
            <a:rPr lang="en-US"/>
            <a:t>Check if new state is valid (doesn’t violate constraints)</a:t>
          </a:r>
        </a:p>
      </dgm:t>
    </dgm:pt>
    <dgm:pt modelId="{3D7E8A45-D1DE-49CA-848F-36E195D2854E}" type="parTrans" cxnId="{2B9CCD5C-1D69-456E-B8C4-2692D2B36402}">
      <dgm:prSet/>
      <dgm:spPr/>
      <dgm:t>
        <a:bodyPr/>
        <a:lstStyle/>
        <a:p>
          <a:endParaRPr lang="en-US"/>
        </a:p>
      </dgm:t>
    </dgm:pt>
    <dgm:pt modelId="{DBFE5A6B-3CC1-4F74-91FD-FFD2E8CD1560}" type="sibTrans" cxnId="{2B9CCD5C-1D69-456E-B8C4-2692D2B3640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3C01B53-6CF9-47C1-B7A3-B7C4E46A1EA4}">
      <dgm:prSet/>
      <dgm:spPr/>
      <dgm:t>
        <a:bodyPr/>
        <a:lstStyle/>
        <a:p>
          <a:r>
            <a:rPr lang="en-US"/>
            <a:t>Continue until reaching (0,0,1)</a:t>
          </a:r>
        </a:p>
      </dgm:t>
    </dgm:pt>
    <dgm:pt modelId="{D5E01327-635C-4ADA-8F98-9242690B1360}" type="parTrans" cxnId="{8E965DB3-DA7A-44BC-9F93-7828565C216B}">
      <dgm:prSet/>
      <dgm:spPr/>
      <dgm:t>
        <a:bodyPr/>
        <a:lstStyle/>
        <a:p>
          <a:endParaRPr lang="en-US"/>
        </a:p>
      </dgm:t>
    </dgm:pt>
    <dgm:pt modelId="{F44AAB48-4FB9-4DE3-A49E-9B8B5F65F240}" type="sibTrans" cxnId="{8E965DB3-DA7A-44BC-9F93-7828565C216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F13E125-B11A-427C-9E88-CB7B782FCAC8}" type="pres">
      <dgm:prSet presAssocID="{56E7E675-A42E-4330-99F1-23BB3081860C}" presName="Name0" presStyleCnt="0">
        <dgm:presLayoutVars>
          <dgm:animLvl val="lvl"/>
          <dgm:resizeHandles val="exact"/>
        </dgm:presLayoutVars>
      </dgm:prSet>
      <dgm:spPr/>
    </dgm:pt>
    <dgm:pt modelId="{73B6BC31-3F0C-4272-B3F0-7F06316DE2ED}" type="pres">
      <dgm:prSet presAssocID="{FAF7963D-476D-4385-8E66-5631BA5BFDD4}" presName="compositeNode" presStyleCnt="0">
        <dgm:presLayoutVars>
          <dgm:bulletEnabled val="1"/>
        </dgm:presLayoutVars>
      </dgm:prSet>
      <dgm:spPr/>
    </dgm:pt>
    <dgm:pt modelId="{B6D567E1-B212-4751-ABF9-2CC5EFB5BE6F}" type="pres">
      <dgm:prSet presAssocID="{FAF7963D-476D-4385-8E66-5631BA5BFDD4}" presName="bgRect" presStyleLbl="bgAccFollowNode1" presStyleIdx="0" presStyleCnt="4"/>
      <dgm:spPr/>
    </dgm:pt>
    <dgm:pt modelId="{DB83CDFB-7FB8-45A9-9BD4-AC51A9B659D8}" type="pres">
      <dgm:prSet presAssocID="{DF12E555-55E6-4758-9389-F2C9D4335FB6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C52EB06-E849-4F3B-8495-15A11192D055}" type="pres">
      <dgm:prSet presAssocID="{FAF7963D-476D-4385-8E66-5631BA5BFDD4}" presName="bottomLine" presStyleLbl="alignNode1" presStyleIdx="1" presStyleCnt="8">
        <dgm:presLayoutVars/>
      </dgm:prSet>
      <dgm:spPr/>
    </dgm:pt>
    <dgm:pt modelId="{7AD30C5A-DC89-4E8B-8138-938FD2388D0F}" type="pres">
      <dgm:prSet presAssocID="{FAF7963D-476D-4385-8E66-5631BA5BFDD4}" presName="nodeText" presStyleLbl="bgAccFollowNode1" presStyleIdx="0" presStyleCnt="4">
        <dgm:presLayoutVars>
          <dgm:bulletEnabled val="1"/>
        </dgm:presLayoutVars>
      </dgm:prSet>
      <dgm:spPr/>
    </dgm:pt>
    <dgm:pt modelId="{1654D7FB-EB39-4E47-8375-8BE0E0969F49}" type="pres">
      <dgm:prSet presAssocID="{DF12E555-55E6-4758-9389-F2C9D4335FB6}" presName="sibTrans" presStyleCnt="0"/>
      <dgm:spPr/>
    </dgm:pt>
    <dgm:pt modelId="{38556C55-BDEB-4237-A32A-AEF908A0979B}" type="pres">
      <dgm:prSet presAssocID="{C6E66A09-9DF2-4ABF-8003-38498EA12C09}" presName="compositeNode" presStyleCnt="0">
        <dgm:presLayoutVars>
          <dgm:bulletEnabled val="1"/>
        </dgm:presLayoutVars>
      </dgm:prSet>
      <dgm:spPr/>
    </dgm:pt>
    <dgm:pt modelId="{511D2478-36D9-483A-A2E6-2BBAAB2894BC}" type="pres">
      <dgm:prSet presAssocID="{C6E66A09-9DF2-4ABF-8003-38498EA12C09}" presName="bgRect" presStyleLbl="bgAccFollowNode1" presStyleIdx="1" presStyleCnt="4"/>
      <dgm:spPr/>
    </dgm:pt>
    <dgm:pt modelId="{582CABD0-1C9D-447B-9AA7-F093B1D3B9D2}" type="pres">
      <dgm:prSet presAssocID="{08AB3D23-A13E-4D62-8420-02B69F6848F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2E266E52-24F0-482D-BD4A-4351E9FEB7D3}" type="pres">
      <dgm:prSet presAssocID="{C6E66A09-9DF2-4ABF-8003-38498EA12C09}" presName="bottomLine" presStyleLbl="alignNode1" presStyleIdx="3" presStyleCnt="8">
        <dgm:presLayoutVars/>
      </dgm:prSet>
      <dgm:spPr/>
    </dgm:pt>
    <dgm:pt modelId="{E31FD932-BD95-4EB0-9240-7CA2A836B806}" type="pres">
      <dgm:prSet presAssocID="{C6E66A09-9DF2-4ABF-8003-38498EA12C09}" presName="nodeText" presStyleLbl="bgAccFollowNode1" presStyleIdx="1" presStyleCnt="4">
        <dgm:presLayoutVars>
          <dgm:bulletEnabled val="1"/>
        </dgm:presLayoutVars>
      </dgm:prSet>
      <dgm:spPr/>
    </dgm:pt>
    <dgm:pt modelId="{0DFCA2EE-E3C1-4C99-A3DA-1EFC9D533C4A}" type="pres">
      <dgm:prSet presAssocID="{08AB3D23-A13E-4D62-8420-02B69F6848FA}" presName="sibTrans" presStyleCnt="0"/>
      <dgm:spPr/>
    </dgm:pt>
    <dgm:pt modelId="{30EAE5A3-C3F4-42CD-805A-A03695FCBF82}" type="pres">
      <dgm:prSet presAssocID="{5E220890-CA46-4763-88FD-CF01C54152BB}" presName="compositeNode" presStyleCnt="0">
        <dgm:presLayoutVars>
          <dgm:bulletEnabled val="1"/>
        </dgm:presLayoutVars>
      </dgm:prSet>
      <dgm:spPr/>
    </dgm:pt>
    <dgm:pt modelId="{8BCE6A2C-0506-432B-B245-9E560479478C}" type="pres">
      <dgm:prSet presAssocID="{5E220890-CA46-4763-88FD-CF01C54152BB}" presName="bgRect" presStyleLbl="bgAccFollowNode1" presStyleIdx="2" presStyleCnt="4"/>
      <dgm:spPr/>
    </dgm:pt>
    <dgm:pt modelId="{5E2ED3A8-EE3A-4B62-BE49-DEBFF59D13BF}" type="pres">
      <dgm:prSet presAssocID="{DBFE5A6B-3CC1-4F74-91FD-FFD2E8CD156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A5FEC2CD-7899-4DBF-9D26-FC72A4C59510}" type="pres">
      <dgm:prSet presAssocID="{5E220890-CA46-4763-88FD-CF01C54152BB}" presName="bottomLine" presStyleLbl="alignNode1" presStyleIdx="5" presStyleCnt="8">
        <dgm:presLayoutVars/>
      </dgm:prSet>
      <dgm:spPr/>
    </dgm:pt>
    <dgm:pt modelId="{B42F6305-BB42-4F70-AE48-134A9C78C385}" type="pres">
      <dgm:prSet presAssocID="{5E220890-CA46-4763-88FD-CF01C54152BB}" presName="nodeText" presStyleLbl="bgAccFollowNode1" presStyleIdx="2" presStyleCnt="4">
        <dgm:presLayoutVars>
          <dgm:bulletEnabled val="1"/>
        </dgm:presLayoutVars>
      </dgm:prSet>
      <dgm:spPr/>
    </dgm:pt>
    <dgm:pt modelId="{3352C51C-1A1A-4D27-B143-1595074AE3DE}" type="pres">
      <dgm:prSet presAssocID="{DBFE5A6B-3CC1-4F74-91FD-FFD2E8CD1560}" presName="sibTrans" presStyleCnt="0"/>
      <dgm:spPr/>
    </dgm:pt>
    <dgm:pt modelId="{D0B7F43B-9F69-42D8-9C09-E1AB02A1414A}" type="pres">
      <dgm:prSet presAssocID="{E3C01B53-6CF9-47C1-B7A3-B7C4E46A1EA4}" presName="compositeNode" presStyleCnt="0">
        <dgm:presLayoutVars>
          <dgm:bulletEnabled val="1"/>
        </dgm:presLayoutVars>
      </dgm:prSet>
      <dgm:spPr/>
    </dgm:pt>
    <dgm:pt modelId="{2433640F-839D-400C-8506-DF5026BB7289}" type="pres">
      <dgm:prSet presAssocID="{E3C01B53-6CF9-47C1-B7A3-B7C4E46A1EA4}" presName="bgRect" presStyleLbl="bgAccFollowNode1" presStyleIdx="3" presStyleCnt="4"/>
      <dgm:spPr/>
    </dgm:pt>
    <dgm:pt modelId="{FDF44EFC-8178-4019-BFF9-287705684C63}" type="pres">
      <dgm:prSet presAssocID="{F44AAB48-4FB9-4DE3-A49E-9B8B5F65F240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C20C893-D358-4D91-8303-9EE6E0B38D31}" type="pres">
      <dgm:prSet presAssocID="{E3C01B53-6CF9-47C1-B7A3-B7C4E46A1EA4}" presName="bottomLine" presStyleLbl="alignNode1" presStyleIdx="7" presStyleCnt="8">
        <dgm:presLayoutVars/>
      </dgm:prSet>
      <dgm:spPr/>
    </dgm:pt>
    <dgm:pt modelId="{2AF5E0A9-D1C4-4721-83AD-D888C7A3120A}" type="pres">
      <dgm:prSet presAssocID="{E3C01B53-6CF9-47C1-B7A3-B7C4E46A1EA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AED7112-E410-4187-9999-C3BCE999BAE5}" type="presOf" srcId="{E3C01B53-6CF9-47C1-B7A3-B7C4E46A1EA4}" destId="{2433640F-839D-400C-8506-DF5026BB7289}" srcOrd="0" destOrd="0" presId="urn:microsoft.com/office/officeart/2016/7/layout/BasicLinearProcessNumbered"/>
    <dgm:cxn modelId="{1371981C-886E-4405-8F73-C16BF20D602A}" type="presOf" srcId="{C6E66A09-9DF2-4ABF-8003-38498EA12C09}" destId="{E31FD932-BD95-4EB0-9240-7CA2A836B806}" srcOrd="1" destOrd="0" presId="urn:microsoft.com/office/officeart/2016/7/layout/BasicLinearProcessNumbered"/>
    <dgm:cxn modelId="{D4FE1B28-B73E-4581-BCB8-0DD933118D24}" type="presOf" srcId="{56E7E675-A42E-4330-99F1-23BB3081860C}" destId="{DF13E125-B11A-427C-9E88-CB7B782FCAC8}" srcOrd="0" destOrd="0" presId="urn:microsoft.com/office/officeart/2016/7/layout/BasicLinearProcessNumbered"/>
    <dgm:cxn modelId="{E7454D31-90C2-459B-8CCF-AB1B2CD68593}" srcId="{56E7E675-A42E-4330-99F1-23BB3081860C}" destId="{C6E66A09-9DF2-4ABF-8003-38498EA12C09}" srcOrd="1" destOrd="0" parTransId="{D4A53F7E-242D-43A9-8BA2-245C535FA585}" sibTransId="{08AB3D23-A13E-4D62-8420-02B69F6848FA}"/>
    <dgm:cxn modelId="{DFFC6637-E698-466D-8B48-FFA52CA8593E}" type="presOf" srcId="{08AB3D23-A13E-4D62-8420-02B69F6848FA}" destId="{582CABD0-1C9D-447B-9AA7-F093B1D3B9D2}" srcOrd="0" destOrd="0" presId="urn:microsoft.com/office/officeart/2016/7/layout/BasicLinearProcessNumbered"/>
    <dgm:cxn modelId="{2B9CCD5C-1D69-456E-B8C4-2692D2B36402}" srcId="{56E7E675-A42E-4330-99F1-23BB3081860C}" destId="{5E220890-CA46-4763-88FD-CF01C54152BB}" srcOrd="2" destOrd="0" parTransId="{3D7E8A45-D1DE-49CA-848F-36E195D2854E}" sibTransId="{DBFE5A6B-3CC1-4F74-91FD-FFD2E8CD1560}"/>
    <dgm:cxn modelId="{C7428A44-E5D3-42E4-B99F-6CD6922F5809}" type="presOf" srcId="{5E220890-CA46-4763-88FD-CF01C54152BB}" destId="{B42F6305-BB42-4F70-AE48-134A9C78C385}" srcOrd="1" destOrd="0" presId="urn:microsoft.com/office/officeart/2016/7/layout/BasicLinearProcessNumbered"/>
    <dgm:cxn modelId="{3FC4D144-C849-4ED9-93CC-9C1A89B4F757}" srcId="{56E7E675-A42E-4330-99F1-23BB3081860C}" destId="{FAF7963D-476D-4385-8E66-5631BA5BFDD4}" srcOrd="0" destOrd="0" parTransId="{560B502E-2914-46FB-B6F5-B472023A45D3}" sibTransId="{DF12E555-55E6-4758-9389-F2C9D4335FB6}"/>
    <dgm:cxn modelId="{AC952C70-B207-419A-820A-44B2393089E1}" type="presOf" srcId="{5E220890-CA46-4763-88FD-CF01C54152BB}" destId="{8BCE6A2C-0506-432B-B245-9E560479478C}" srcOrd="0" destOrd="0" presId="urn:microsoft.com/office/officeart/2016/7/layout/BasicLinearProcessNumbered"/>
    <dgm:cxn modelId="{E4D2727F-46FB-4D4C-87CE-1FB07B84C149}" type="presOf" srcId="{F44AAB48-4FB9-4DE3-A49E-9B8B5F65F240}" destId="{FDF44EFC-8178-4019-BFF9-287705684C63}" srcOrd="0" destOrd="0" presId="urn:microsoft.com/office/officeart/2016/7/layout/BasicLinearProcessNumbered"/>
    <dgm:cxn modelId="{5DFBC283-299B-4BDA-9297-A058D7EB65E3}" type="presOf" srcId="{C6E66A09-9DF2-4ABF-8003-38498EA12C09}" destId="{511D2478-36D9-483A-A2E6-2BBAAB2894BC}" srcOrd="0" destOrd="0" presId="urn:microsoft.com/office/officeart/2016/7/layout/BasicLinearProcessNumbered"/>
    <dgm:cxn modelId="{A5357C93-CE95-4258-8746-7585F4152DEC}" type="presOf" srcId="{DBFE5A6B-3CC1-4F74-91FD-FFD2E8CD1560}" destId="{5E2ED3A8-EE3A-4B62-BE49-DEBFF59D13BF}" srcOrd="0" destOrd="0" presId="urn:microsoft.com/office/officeart/2016/7/layout/BasicLinearProcessNumbered"/>
    <dgm:cxn modelId="{318AD29E-5AAC-4A94-9603-556F73AF21DE}" type="presOf" srcId="{DF12E555-55E6-4758-9389-F2C9D4335FB6}" destId="{DB83CDFB-7FB8-45A9-9BD4-AC51A9B659D8}" srcOrd="0" destOrd="0" presId="urn:microsoft.com/office/officeart/2016/7/layout/BasicLinearProcessNumbered"/>
    <dgm:cxn modelId="{8E965DB3-DA7A-44BC-9F93-7828565C216B}" srcId="{56E7E675-A42E-4330-99F1-23BB3081860C}" destId="{E3C01B53-6CF9-47C1-B7A3-B7C4E46A1EA4}" srcOrd="3" destOrd="0" parTransId="{D5E01327-635C-4ADA-8F98-9242690B1360}" sibTransId="{F44AAB48-4FB9-4DE3-A49E-9B8B5F65F240}"/>
    <dgm:cxn modelId="{0725DAB8-FD09-4F9F-8F94-88ADEEE41387}" type="presOf" srcId="{E3C01B53-6CF9-47C1-B7A3-B7C4E46A1EA4}" destId="{2AF5E0A9-D1C4-4721-83AD-D888C7A3120A}" srcOrd="1" destOrd="0" presId="urn:microsoft.com/office/officeart/2016/7/layout/BasicLinearProcessNumbered"/>
    <dgm:cxn modelId="{BF47F6E0-B7B5-45EA-B9CA-C0E3525BDB86}" type="presOf" srcId="{FAF7963D-476D-4385-8E66-5631BA5BFDD4}" destId="{7AD30C5A-DC89-4E8B-8138-938FD2388D0F}" srcOrd="1" destOrd="0" presId="urn:microsoft.com/office/officeart/2016/7/layout/BasicLinearProcessNumbered"/>
    <dgm:cxn modelId="{A86784E3-1DE8-47ED-A660-1F66A3888CF4}" type="presOf" srcId="{FAF7963D-476D-4385-8E66-5631BA5BFDD4}" destId="{B6D567E1-B212-4751-ABF9-2CC5EFB5BE6F}" srcOrd="0" destOrd="0" presId="urn:microsoft.com/office/officeart/2016/7/layout/BasicLinearProcessNumbered"/>
    <dgm:cxn modelId="{9B4E026D-BD2E-4C68-9F83-D1CDD022DE2F}" type="presParOf" srcId="{DF13E125-B11A-427C-9E88-CB7B782FCAC8}" destId="{73B6BC31-3F0C-4272-B3F0-7F06316DE2ED}" srcOrd="0" destOrd="0" presId="urn:microsoft.com/office/officeart/2016/7/layout/BasicLinearProcessNumbered"/>
    <dgm:cxn modelId="{B71EE8E6-4AC9-4D72-B495-002D37B344B7}" type="presParOf" srcId="{73B6BC31-3F0C-4272-B3F0-7F06316DE2ED}" destId="{B6D567E1-B212-4751-ABF9-2CC5EFB5BE6F}" srcOrd="0" destOrd="0" presId="urn:microsoft.com/office/officeart/2016/7/layout/BasicLinearProcessNumbered"/>
    <dgm:cxn modelId="{07A88499-DD49-4B98-8F83-912C08409022}" type="presParOf" srcId="{73B6BC31-3F0C-4272-B3F0-7F06316DE2ED}" destId="{DB83CDFB-7FB8-45A9-9BD4-AC51A9B659D8}" srcOrd="1" destOrd="0" presId="urn:microsoft.com/office/officeart/2016/7/layout/BasicLinearProcessNumbered"/>
    <dgm:cxn modelId="{8915E891-318B-4AD5-A2B4-EC12B2A0DC83}" type="presParOf" srcId="{73B6BC31-3F0C-4272-B3F0-7F06316DE2ED}" destId="{AC52EB06-E849-4F3B-8495-15A11192D055}" srcOrd="2" destOrd="0" presId="urn:microsoft.com/office/officeart/2016/7/layout/BasicLinearProcessNumbered"/>
    <dgm:cxn modelId="{D579F53D-E671-48A8-ACF8-E8731826ADA8}" type="presParOf" srcId="{73B6BC31-3F0C-4272-B3F0-7F06316DE2ED}" destId="{7AD30C5A-DC89-4E8B-8138-938FD2388D0F}" srcOrd="3" destOrd="0" presId="urn:microsoft.com/office/officeart/2016/7/layout/BasicLinearProcessNumbered"/>
    <dgm:cxn modelId="{80FCBFE8-C826-4ED3-959E-77B7B3D7EA12}" type="presParOf" srcId="{DF13E125-B11A-427C-9E88-CB7B782FCAC8}" destId="{1654D7FB-EB39-4E47-8375-8BE0E0969F49}" srcOrd="1" destOrd="0" presId="urn:microsoft.com/office/officeart/2016/7/layout/BasicLinearProcessNumbered"/>
    <dgm:cxn modelId="{A59A0238-A0B2-426E-A9AD-074F5D866EF4}" type="presParOf" srcId="{DF13E125-B11A-427C-9E88-CB7B782FCAC8}" destId="{38556C55-BDEB-4237-A32A-AEF908A0979B}" srcOrd="2" destOrd="0" presId="urn:microsoft.com/office/officeart/2016/7/layout/BasicLinearProcessNumbered"/>
    <dgm:cxn modelId="{033FD22D-132A-48D9-8EEA-D75C5D8287A7}" type="presParOf" srcId="{38556C55-BDEB-4237-A32A-AEF908A0979B}" destId="{511D2478-36D9-483A-A2E6-2BBAAB2894BC}" srcOrd="0" destOrd="0" presId="urn:microsoft.com/office/officeart/2016/7/layout/BasicLinearProcessNumbered"/>
    <dgm:cxn modelId="{61DAB6FD-CFE0-4458-82EE-0C3F74B4CAE5}" type="presParOf" srcId="{38556C55-BDEB-4237-A32A-AEF908A0979B}" destId="{582CABD0-1C9D-447B-9AA7-F093B1D3B9D2}" srcOrd="1" destOrd="0" presId="urn:microsoft.com/office/officeart/2016/7/layout/BasicLinearProcessNumbered"/>
    <dgm:cxn modelId="{C1A835A2-7926-4D68-89B6-36C5B1F8060E}" type="presParOf" srcId="{38556C55-BDEB-4237-A32A-AEF908A0979B}" destId="{2E266E52-24F0-482D-BD4A-4351E9FEB7D3}" srcOrd="2" destOrd="0" presId="urn:microsoft.com/office/officeart/2016/7/layout/BasicLinearProcessNumbered"/>
    <dgm:cxn modelId="{FC26E35E-28B9-4613-B901-E8DD4316916C}" type="presParOf" srcId="{38556C55-BDEB-4237-A32A-AEF908A0979B}" destId="{E31FD932-BD95-4EB0-9240-7CA2A836B806}" srcOrd="3" destOrd="0" presId="urn:microsoft.com/office/officeart/2016/7/layout/BasicLinearProcessNumbered"/>
    <dgm:cxn modelId="{D5FF9160-D554-4DE4-B325-C98ACDDC3B17}" type="presParOf" srcId="{DF13E125-B11A-427C-9E88-CB7B782FCAC8}" destId="{0DFCA2EE-E3C1-4C99-A3DA-1EFC9D533C4A}" srcOrd="3" destOrd="0" presId="urn:microsoft.com/office/officeart/2016/7/layout/BasicLinearProcessNumbered"/>
    <dgm:cxn modelId="{91924182-9BD2-4B16-AB5D-DC52FE7F8C28}" type="presParOf" srcId="{DF13E125-B11A-427C-9E88-CB7B782FCAC8}" destId="{30EAE5A3-C3F4-42CD-805A-A03695FCBF82}" srcOrd="4" destOrd="0" presId="urn:microsoft.com/office/officeart/2016/7/layout/BasicLinearProcessNumbered"/>
    <dgm:cxn modelId="{B2366445-0D4D-4EBD-B240-7D8622949758}" type="presParOf" srcId="{30EAE5A3-C3F4-42CD-805A-A03695FCBF82}" destId="{8BCE6A2C-0506-432B-B245-9E560479478C}" srcOrd="0" destOrd="0" presId="urn:microsoft.com/office/officeart/2016/7/layout/BasicLinearProcessNumbered"/>
    <dgm:cxn modelId="{4DED09DF-6CE4-4C45-B818-FFC8CF9728E5}" type="presParOf" srcId="{30EAE5A3-C3F4-42CD-805A-A03695FCBF82}" destId="{5E2ED3A8-EE3A-4B62-BE49-DEBFF59D13BF}" srcOrd="1" destOrd="0" presId="urn:microsoft.com/office/officeart/2016/7/layout/BasicLinearProcessNumbered"/>
    <dgm:cxn modelId="{87F2F82A-F9D6-4A27-8B66-D431420B3DB6}" type="presParOf" srcId="{30EAE5A3-C3F4-42CD-805A-A03695FCBF82}" destId="{A5FEC2CD-7899-4DBF-9D26-FC72A4C59510}" srcOrd="2" destOrd="0" presId="urn:microsoft.com/office/officeart/2016/7/layout/BasicLinearProcessNumbered"/>
    <dgm:cxn modelId="{9B8E7C57-A5C5-4CC3-920B-55FDA4CF9806}" type="presParOf" srcId="{30EAE5A3-C3F4-42CD-805A-A03695FCBF82}" destId="{B42F6305-BB42-4F70-AE48-134A9C78C385}" srcOrd="3" destOrd="0" presId="urn:microsoft.com/office/officeart/2016/7/layout/BasicLinearProcessNumbered"/>
    <dgm:cxn modelId="{81AEC40F-1CB1-45D3-93F2-CF5BBC627C11}" type="presParOf" srcId="{DF13E125-B11A-427C-9E88-CB7B782FCAC8}" destId="{3352C51C-1A1A-4D27-B143-1595074AE3DE}" srcOrd="5" destOrd="0" presId="urn:microsoft.com/office/officeart/2016/7/layout/BasicLinearProcessNumbered"/>
    <dgm:cxn modelId="{A797B543-2633-4E87-BABE-57D62132B61B}" type="presParOf" srcId="{DF13E125-B11A-427C-9E88-CB7B782FCAC8}" destId="{D0B7F43B-9F69-42D8-9C09-E1AB02A1414A}" srcOrd="6" destOrd="0" presId="urn:microsoft.com/office/officeart/2016/7/layout/BasicLinearProcessNumbered"/>
    <dgm:cxn modelId="{6CF19B98-22B0-4AEB-B25B-D4D8A1C2D026}" type="presParOf" srcId="{D0B7F43B-9F69-42D8-9C09-E1AB02A1414A}" destId="{2433640F-839D-400C-8506-DF5026BB7289}" srcOrd="0" destOrd="0" presId="urn:microsoft.com/office/officeart/2016/7/layout/BasicLinearProcessNumbered"/>
    <dgm:cxn modelId="{933281C8-A9D8-4287-A866-7B37B848B1CE}" type="presParOf" srcId="{D0B7F43B-9F69-42D8-9C09-E1AB02A1414A}" destId="{FDF44EFC-8178-4019-BFF9-287705684C63}" srcOrd="1" destOrd="0" presId="urn:microsoft.com/office/officeart/2016/7/layout/BasicLinearProcessNumbered"/>
    <dgm:cxn modelId="{34DD20A3-1758-4D5D-8D76-D05CE12AD072}" type="presParOf" srcId="{D0B7F43B-9F69-42D8-9C09-E1AB02A1414A}" destId="{5C20C893-D358-4D91-8303-9EE6E0B38D31}" srcOrd="2" destOrd="0" presId="urn:microsoft.com/office/officeart/2016/7/layout/BasicLinearProcessNumbered"/>
    <dgm:cxn modelId="{485B3D11-766F-4F52-B906-33513B5D0381}" type="presParOf" srcId="{D0B7F43B-9F69-42D8-9C09-E1AB02A1414A}" destId="{2AF5E0A9-D1C4-4721-83AD-D888C7A3120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2D5E08C-E3DD-41AB-B7C4-FD461A82B7CC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1FCD56D-B69F-450F-99E6-5FEFD1EF5896}">
      <dgm:prSet/>
      <dgm:spPr/>
      <dgm:t>
        <a:bodyPr/>
        <a:lstStyle/>
        <a:p>
          <a:r>
            <a:rPr lang="en-US" b="0" i="0" baseline="0"/>
            <a:t>(3, 3, L)</a:t>
          </a:r>
          <a:br>
            <a:rPr lang="en-US" b="0" i="0" baseline="0"/>
          </a:br>
          <a:r>
            <a:rPr lang="en-US" b="0" i="0" baseline="0"/>
            <a:t>→ Two cannibals cross</a:t>
          </a:r>
          <a:endParaRPr lang="en-US"/>
        </a:p>
      </dgm:t>
    </dgm:pt>
    <dgm:pt modelId="{A07A4653-9159-431C-B6CE-4076B317BF68}" type="parTrans" cxnId="{4490FF8D-3DDB-44D1-A954-F03B56AC0D75}">
      <dgm:prSet/>
      <dgm:spPr/>
      <dgm:t>
        <a:bodyPr/>
        <a:lstStyle/>
        <a:p>
          <a:endParaRPr lang="en-US"/>
        </a:p>
      </dgm:t>
    </dgm:pt>
    <dgm:pt modelId="{99F9FE0C-C57F-4CB8-A6F8-3A9F515382E5}" type="sibTrans" cxnId="{4490FF8D-3DDB-44D1-A954-F03B56AC0D75}">
      <dgm:prSet/>
      <dgm:spPr/>
      <dgm:t>
        <a:bodyPr/>
        <a:lstStyle/>
        <a:p>
          <a:endParaRPr lang="en-US"/>
        </a:p>
      </dgm:t>
    </dgm:pt>
    <dgm:pt modelId="{FCFEB503-7815-4810-8621-20EF2A495DBA}">
      <dgm:prSet/>
      <dgm:spPr/>
      <dgm:t>
        <a:bodyPr/>
        <a:lstStyle/>
        <a:p>
          <a:r>
            <a:rPr lang="en-US" b="0" i="0" baseline="0"/>
            <a:t>(3, 1, R)</a:t>
          </a:r>
          <a:br>
            <a:rPr lang="en-US" b="0" i="0" baseline="0"/>
          </a:br>
          <a:r>
            <a:rPr lang="en-US" b="0" i="0" baseline="0"/>
            <a:t>→ One cannibal returns</a:t>
          </a:r>
          <a:endParaRPr lang="en-US"/>
        </a:p>
      </dgm:t>
    </dgm:pt>
    <dgm:pt modelId="{47967953-47C8-4921-9EF3-774228BF134A}" type="parTrans" cxnId="{F1B3FE6E-9CE0-4722-B536-EAE96908F567}">
      <dgm:prSet/>
      <dgm:spPr/>
      <dgm:t>
        <a:bodyPr/>
        <a:lstStyle/>
        <a:p>
          <a:endParaRPr lang="en-US"/>
        </a:p>
      </dgm:t>
    </dgm:pt>
    <dgm:pt modelId="{69C7DD87-E442-4B60-97A2-FE0347F6225D}" type="sibTrans" cxnId="{F1B3FE6E-9CE0-4722-B536-EAE96908F567}">
      <dgm:prSet/>
      <dgm:spPr/>
      <dgm:t>
        <a:bodyPr/>
        <a:lstStyle/>
        <a:p>
          <a:endParaRPr lang="en-US"/>
        </a:p>
      </dgm:t>
    </dgm:pt>
    <dgm:pt modelId="{527AD69B-F069-412A-87FB-C15725C6367A}">
      <dgm:prSet/>
      <dgm:spPr/>
      <dgm:t>
        <a:bodyPr/>
        <a:lstStyle/>
        <a:p>
          <a:r>
            <a:rPr lang="en-US" b="0" i="0" baseline="0"/>
            <a:t>(3, 2, L)</a:t>
          </a:r>
          <a:br>
            <a:rPr lang="en-US" b="0" i="0" baseline="0"/>
          </a:br>
          <a:r>
            <a:rPr lang="en-US" b="0" i="0" baseline="0"/>
            <a:t>→ Two cannibals cross again</a:t>
          </a:r>
          <a:endParaRPr lang="en-US"/>
        </a:p>
      </dgm:t>
    </dgm:pt>
    <dgm:pt modelId="{A256C02D-643B-4085-B42C-3073B1411750}" type="parTrans" cxnId="{DCF3CFEF-90D3-439D-879B-EC42604453DC}">
      <dgm:prSet/>
      <dgm:spPr/>
      <dgm:t>
        <a:bodyPr/>
        <a:lstStyle/>
        <a:p>
          <a:endParaRPr lang="en-US"/>
        </a:p>
      </dgm:t>
    </dgm:pt>
    <dgm:pt modelId="{F76CF5E6-BEDE-4D07-8131-6A26BBEDD5C8}" type="sibTrans" cxnId="{DCF3CFEF-90D3-439D-879B-EC42604453DC}">
      <dgm:prSet/>
      <dgm:spPr/>
      <dgm:t>
        <a:bodyPr/>
        <a:lstStyle/>
        <a:p>
          <a:endParaRPr lang="en-US"/>
        </a:p>
      </dgm:t>
    </dgm:pt>
    <dgm:pt modelId="{D89F8C96-72BC-4DE6-AB9B-AEBF1A23CB16}">
      <dgm:prSet/>
      <dgm:spPr/>
      <dgm:t>
        <a:bodyPr/>
        <a:lstStyle/>
        <a:p>
          <a:r>
            <a:rPr lang="en-US" b="0" i="0" baseline="0"/>
            <a:t>(3, 0, R)</a:t>
          </a:r>
          <a:br>
            <a:rPr lang="en-US" b="0" i="0" baseline="0"/>
          </a:br>
          <a:r>
            <a:rPr lang="en-US" b="0" i="0" baseline="0"/>
            <a:t>→ One cannibal returns</a:t>
          </a:r>
          <a:endParaRPr lang="en-US"/>
        </a:p>
      </dgm:t>
    </dgm:pt>
    <dgm:pt modelId="{82EC29BC-9005-486B-9B89-594D6EDD822A}" type="parTrans" cxnId="{E929A8CE-3934-4763-881E-F2032550E060}">
      <dgm:prSet/>
      <dgm:spPr/>
      <dgm:t>
        <a:bodyPr/>
        <a:lstStyle/>
        <a:p>
          <a:endParaRPr lang="en-US"/>
        </a:p>
      </dgm:t>
    </dgm:pt>
    <dgm:pt modelId="{8C220F89-B7C2-43D3-B30A-074B72169910}" type="sibTrans" cxnId="{E929A8CE-3934-4763-881E-F2032550E060}">
      <dgm:prSet/>
      <dgm:spPr/>
      <dgm:t>
        <a:bodyPr/>
        <a:lstStyle/>
        <a:p>
          <a:endParaRPr lang="en-US"/>
        </a:p>
      </dgm:t>
    </dgm:pt>
    <dgm:pt modelId="{50E8F4D5-7CC5-4961-9FD1-03B6F8257123}">
      <dgm:prSet/>
      <dgm:spPr/>
      <dgm:t>
        <a:bodyPr/>
        <a:lstStyle/>
        <a:p>
          <a:r>
            <a:rPr lang="en-US" b="0" i="0" baseline="0"/>
            <a:t>(3, 1, L)</a:t>
          </a:r>
          <a:br>
            <a:rPr lang="en-US" b="0" i="0" baseline="0"/>
          </a:br>
          <a:r>
            <a:rPr lang="en-US" b="0" i="0" baseline="0"/>
            <a:t>→ Two missionaries cross</a:t>
          </a:r>
          <a:endParaRPr lang="en-US"/>
        </a:p>
      </dgm:t>
    </dgm:pt>
    <dgm:pt modelId="{0082FC98-0ACD-4BAC-8AA0-388AAB42C78F}" type="parTrans" cxnId="{1A4C9E31-5A8C-4F78-A351-AB13FCB48709}">
      <dgm:prSet/>
      <dgm:spPr/>
      <dgm:t>
        <a:bodyPr/>
        <a:lstStyle/>
        <a:p>
          <a:endParaRPr lang="en-US"/>
        </a:p>
      </dgm:t>
    </dgm:pt>
    <dgm:pt modelId="{777A52D5-CDA0-4F88-8619-A527A20D0652}" type="sibTrans" cxnId="{1A4C9E31-5A8C-4F78-A351-AB13FCB48709}">
      <dgm:prSet/>
      <dgm:spPr/>
      <dgm:t>
        <a:bodyPr/>
        <a:lstStyle/>
        <a:p>
          <a:endParaRPr lang="en-US"/>
        </a:p>
      </dgm:t>
    </dgm:pt>
    <dgm:pt modelId="{02261144-B76E-4863-839E-2D508C0A5B7E}">
      <dgm:prSet/>
      <dgm:spPr/>
      <dgm:t>
        <a:bodyPr/>
        <a:lstStyle/>
        <a:p>
          <a:r>
            <a:rPr lang="en-US" b="0" i="0" baseline="0"/>
            <a:t>(1, 1, R)</a:t>
          </a:r>
          <a:br>
            <a:rPr lang="en-US" b="0" i="0" baseline="0"/>
          </a:br>
          <a:r>
            <a:rPr lang="en-US" b="0" i="0" baseline="0"/>
            <a:t>→ One cannibal, one missionary return</a:t>
          </a:r>
          <a:endParaRPr lang="en-US"/>
        </a:p>
      </dgm:t>
    </dgm:pt>
    <dgm:pt modelId="{6C693D89-0791-448E-A5C3-370A1A9AF1B0}" type="parTrans" cxnId="{70A10B71-2C08-4A81-807B-E62172023F7B}">
      <dgm:prSet/>
      <dgm:spPr/>
      <dgm:t>
        <a:bodyPr/>
        <a:lstStyle/>
        <a:p>
          <a:endParaRPr lang="en-US"/>
        </a:p>
      </dgm:t>
    </dgm:pt>
    <dgm:pt modelId="{D65B50EA-3A08-4A93-BF39-4AC5D1CFB6C2}" type="sibTrans" cxnId="{70A10B71-2C08-4A81-807B-E62172023F7B}">
      <dgm:prSet/>
      <dgm:spPr/>
      <dgm:t>
        <a:bodyPr/>
        <a:lstStyle/>
        <a:p>
          <a:endParaRPr lang="en-US"/>
        </a:p>
      </dgm:t>
    </dgm:pt>
    <dgm:pt modelId="{2CE71A5B-7260-49E7-AD87-B5F6E8CC901D}">
      <dgm:prSet/>
      <dgm:spPr/>
      <dgm:t>
        <a:bodyPr/>
        <a:lstStyle/>
        <a:p>
          <a:r>
            <a:rPr lang="en-US" b="0" i="0" baseline="0"/>
            <a:t>(2, 2, L)</a:t>
          </a:r>
          <a:br>
            <a:rPr lang="en-US" b="0" i="0" baseline="0"/>
          </a:br>
          <a:r>
            <a:rPr lang="en-US" b="0" i="0" baseline="0"/>
            <a:t>→ Two missionaries cross</a:t>
          </a:r>
          <a:endParaRPr lang="en-US"/>
        </a:p>
      </dgm:t>
    </dgm:pt>
    <dgm:pt modelId="{796DC438-6A58-4482-B7C3-2D93E49323F0}" type="parTrans" cxnId="{800F0D4E-2034-4C99-AAE5-72CB9DE72C13}">
      <dgm:prSet/>
      <dgm:spPr/>
      <dgm:t>
        <a:bodyPr/>
        <a:lstStyle/>
        <a:p>
          <a:endParaRPr lang="en-US"/>
        </a:p>
      </dgm:t>
    </dgm:pt>
    <dgm:pt modelId="{E89CC678-5C4C-46FF-B7E3-BA8B79865E35}" type="sibTrans" cxnId="{800F0D4E-2034-4C99-AAE5-72CB9DE72C13}">
      <dgm:prSet/>
      <dgm:spPr/>
      <dgm:t>
        <a:bodyPr/>
        <a:lstStyle/>
        <a:p>
          <a:endParaRPr lang="en-US"/>
        </a:p>
      </dgm:t>
    </dgm:pt>
    <dgm:pt modelId="{65F89CB5-A448-49E6-9364-E138EAEFE4F9}">
      <dgm:prSet/>
      <dgm:spPr/>
      <dgm:t>
        <a:bodyPr/>
        <a:lstStyle/>
        <a:p>
          <a:r>
            <a:rPr lang="en-US" b="0" i="0" baseline="0"/>
            <a:t>(0, 2, R)</a:t>
          </a:r>
          <a:br>
            <a:rPr lang="en-US" b="0" i="0" baseline="0"/>
          </a:br>
          <a:r>
            <a:rPr lang="en-US" b="0" i="0" baseline="0"/>
            <a:t>→ One cannibal returns</a:t>
          </a:r>
          <a:endParaRPr lang="en-US"/>
        </a:p>
      </dgm:t>
    </dgm:pt>
    <dgm:pt modelId="{5C579DE2-4B9B-415B-B18D-B784DB132B99}" type="parTrans" cxnId="{0AB7721B-343D-46F9-AC25-4CBF3CD8B2AA}">
      <dgm:prSet/>
      <dgm:spPr/>
      <dgm:t>
        <a:bodyPr/>
        <a:lstStyle/>
        <a:p>
          <a:endParaRPr lang="en-US"/>
        </a:p>
      </dgm:t>
    </dgm:pt>
    <dgm:pt modelId="{2C479E65-A898-4A0A-8FB1-6D90F6284125}" type="sibTrans" cxnId="{0AB7721B-343D-46F9-AC25-4CBF3CD8B2AA}">
      <dgm:prSet/>
      <dgm:spPr/>
      <dgm:t>
        <a:bodyPr/>
        <a:lstStyle/>
        <a:p>
          <a:endParaRPr lang="en-US"/>
        </a:p>
      </dgm:t>
    </dgm:pt>
    <dgm:pt modelId="{2063F065-3F7B-49E7-A572-3903DB14F87B}">
      <dgm:prSet/>
      <dgm:spPr/>
      <dgm:t>
        <a:bodyPr/>
        <a:lstStyle/>
        <a:p>
          <a:r>
            <a:rPr lang="en-US" b="0" i="0" baseline="0"/>
            <a:t>(0, 3, L)</a:t>
          </a:r>
          <a:br>
            <a:rPr lang="en-US" b="0" i="0" baseline="0"/>
          </a:br>
          <a:r>
            <a:rPr lang="en-US" b="0" i="0" baseline="0"/>
            <a:t>→ Two cannibals cross</a:t>
          </a:r>
          <a:endParaRPr lang="en-US"/>
        </a:p>
      </dgm:t>
    </dgm:pt>
    <dgm:pt modelId="{70C08BFF-F091-4E81-9F6F-8939D8D10A0C}" type="parTrans" cxnId="{C88553B1-E4C9-4315-9551-07151F37B220}">
      <dgm:prSet/>
      <dgm:spPr/>
      <dgm:t>
        <a:bodyPr/>
        <a:lstStyle/>
        <a:p>
          <a:endParaRPr lang="en-US"/>
        </a:p>
      </dgm:t>
    </dgm:pt>
    <dgm:pt modelId="{32221D80-06C9-443F-BE99-09C5E69616FA}" type="sibTrans" cxnId="{C88553B1-E4C9-4315-9551-07151F37B220}">
      <dgm:prSet/>
      <dgm:spPr/>
      <dgm:t>
        <a:bodyPr/>
        <a:lstStyle/>
        <a:p>
          <a:endParaRPr lang="en-US"/>
        </a:p>
      </dgm:t>
    </dgm:pt>
    <dgm:pt modelId="{CD1409D8-BF02-4912-9544-B53B2B989051}">
      <dgm:prSet/>
      <dgm:spPr/>
      <dgm:t>
        <a:bodyPr/>
        <a:lstStyle/>
        <a:p>
          <a:r>
            <a:rPr lang="en-US" b="0" i="0" baseline="0"/>
            <a:t>(0, 1, R)</a:t>
          </a:r>
          <a:br>
            <a:rPr lang="en-US" b="0" i="0" baseline="0"/>
          </a:br>
          <a:r>
            <a:rPr lang="en-US" b="0" i="0" baseline="0"/>
            <a:t>→ One cannibal returns</a:t>
          </a:r>
          <a:endParaRPr lang="en-US"/>
        </a:p>
      </dgm:t>
    </dgm:pt>
    <dgm:pt modelId="{80C121C2-3009-45E5-99A8-E637BC8DA030}" type="parTrans" cxnId="{8594B0C4-E8F2-4D9E-A605-B1F5E69165A3}">
      <dgm:prSet/>
      <dgm:spPr/>
      <dgm:t>
        <a:bodyPr/>
        <a:lstStyle/>
        <a:p>
          <a:endParaRPr lang="en-US"/>
        </a:p>
      </dgm:t>
    </dgm:pt>
    <dgm:pt modelId="{DA43EA65-CA33-4429-83A2-9CDF2BB5A056}" type="sibTrans" cxnId="{8594B0C4-E8F2-4D9E-A605-B1F5E69165A3}">
      <dgm:prSet/>
      <dgm:spPr/>
      <dgm:t>
        <a:bodyPr/>
        <a:lstStyle/>
        <a:p>
          <a:endParaRPr lang="en-US"/>
        </a:p>
      </dgm:t>
    </dgm:pt>
    <dgm:pt modelId="{E048B514-4A7F-4FA8-82DC-9808EFBD2A37}">
      <dgm:prSet/>
      <dgm:spPr/>
      <dgm:t>
        <a:bodyPr/>
        <a:lstStyle/>
        <a:p>
          <a:r>
            <a:rPr lang="en-US" b="0" i="0" baseline="0"/>
            <a:t>(0, 2, L)</a:t>
          </a:r>
          <a:br>
            <a:rPr lang="en-US" b="0" i="0" baseline="0"/>
          </a:br>
          <a:r>
            <a:rPr lang="en-US" b="0" i="0" baseline="0"/>
            <a:t>→ Two cannibals cross</a:t>
          </a:r>
          <a:endParaRPr lang="en-US"/>
        </a:p>
      </dgm:t>
    </dgm:pt>
    <dgm:pt modelId="{D9A3A062-EE01-4A86-87BF-72365F6A2A03}" type="parTrans" cxnId="{D4EA5171-B7FD-4459-80E3-DC87A2F06A95}">
      <dgm:prSet/>
      <dgm:spPr/>
      <dgm:t>
        <a:bodyPr/>
        <a:lstStyle/>
        <a:p>
          <a:endParaRPr lang="en-US"/>
        </a:p>
      </dgm:t>
    </dgm:pt>
    <dgm:pt modelId="{AB182FB9-2274-4150-86C3-1BD047548FE0}" type="sibTrans" cxnId="{D4EA5171-B7FD-4459-80E3-DC87A2F06A95}">
      <dgm:prSet/>
      <dgm:spPr/>
      <dgm:t>
        <a:bodyPr/>
        <a:lstStyle/>
        <a:p>
          <a:endParaRPr lang="en-US"/>
        </a:p>
      </dgm:t>
    </dgm:pt>
    <dgm:pt modelId="{5CF5D57A-BDD1-4209-9C6B-13E1CCFEC91B}">
      <dgm:prSet/>
      <dgm:spPr/>
      <dgm:t>
        <a:bodyPr/>
        <a:lstStyle/>
        <a:p>
          <a:r>
            <a:rPr lang="en-US" b="0" i="0" baseline="0" dirty="0"/>
            <a:t>(0, 0, R)  GOAL NODE</a:t>
          </a:r>
          <a:endParaRPr lang="en-US" dirty="0"/>
        </a:p>
      </dgm:t>
    </dgm:pt>
    <dgm:pt modelId="{DD19CC7F-8EE2-4E03-96A2-23EE89AC1E5D}" type="parTrans" cxnId="{20E55941-FD57-457D-9AAC-DEE34788CD9C}">
      <dgm:prSet/>
      <dgm:spPr/>
      <dgm:t>
        <a:bodyPr/>
        <a:lstStyle/>
        <a:p>
          <a:endParaRPr lang="en-US"/>
        </a:p>
      </dgm:t>
    </dgm:pt>
    <dgm:pt modelId="{22C02E90-4199-4BE9-AA15-58DCA7E50CB2}" type="sibTrans" cxnId="{20E55941-FD57-457D-9AAC-DEE34788CD9C}">
      <dgm:prSet/>
      <dgm:spPr/>
      <dgm:t>
        <a:bodyPr/>
        <a:lstStyle/>
        <a:p>
          <a:endParaRPr lang="en-US"/>
        </a:p>
      </dgm:t>
    </dgm:pt>
    <dgm:pt modelId="{C65CB2F0-A258-4998-B997-19AA57532BAA}" type="pres">
      <dgm:prSet presAssocID="{92D5E08C-E3DD-41AB-B7C4-FD461A82B7CC}" presName="diagram" presStyleCnt="0">
        <dgm:presLayoutVars>
          <dgm:dir/>
          <dgm:resizeHandles val="exact"/>
        </dgm:presLayoutVars>
      </dgm:prSet>
      <dgm:spPr/>
    </dgm:pt>
    <dgm:pt modelId="{C55B6443-8F82-4D3A-94B3-5829B67B1B63}" type="pres">
      <dgm:prSet presAssocID="{71FCD56D-B69F-450F-99E6-5FEFD1EF5896}" presName="node" presStyleLbl="node1" presStyleIdx="0" presStyleCnt="12">
        <dgm:presLayoutVars>
          <dgm:bulletEnabled val="1"/>
        </dgm:presLayoutVars>
      </dgm:prSet>
      <dgm:spPr/>
    </dgm:pt>
    <dgm:pt modelId="{30B42C4B-C5CB-4C51-B160-EDCB88F34976}" type="pres">
      <dgm:prSet presAssocID="{99F9FE0C-C57F-4CB8-A6F8-3A9F515382E5}" presName="sibTrans" presStyleCnt="0"/>
      <dgm:spPr/>
    </dgm:pt>
    <dgm:pt modelId="{D3AFA80A-A19C-4DE5-8DE5-FEDE4DB276E5}" type="pres">
      <dgm:prSet presAssocID="{FCFEB503-7815-4810-8621-20EF2A495DBA}" presName="node" presStyleLbl="node1" presStyleIdx="1" presStyleCnt="12">
        <dgm:presLayoutVars>
          <dgm:bulletEnabled val="1"/>
        </dgm:presLayoutVars>
      </dgm:prSet>
      <dgm:spPr/>
    </dgm:pt>
    <dgm:pt modelId="{3469F75E-3FE1-49EA-BB1D-A8789205E59F}" type="pres">
      <dgm:prSet presAssocID="{69C7DD87-E442-4B60-97A2-FE0347F6225D}" presName="sibTrans" presStyleCnt="0"/>
      <dgm:spPr/>
    </dgm:pt>
    <dgm:pt modelId="{D8447B27-EC7F-4C42-BC02-4A06F2B4107D}" type="pres">
      <dgm:prSet presAssocID="{527AD69B-F069-412A-87FB-C15725C6367A}" presName="node" presStyleLbl="node1" presStyleIdx="2" presStyleCnt="12">
        <dgm:presLayoutVars>
          <dgm:bulletEnabled val="1"/>
        </dgm:presLayoutVars>
      </dgm:prSet>
      <dgm:spPr/>
    </dgm:pt>
    <dgm:pt modelId="{F21634DA-D5E6-45D0-AC53-1BD6DCF59363}" type="pres">
      <dgm:prSet presAssocID="{F76CF5E6-BEDE-4D07-8131-6A26BBEDD5C8}" presName="sibTrans" presStyleCnt="0"/>
      <dgm:spPr/>
    </dgm:pt>
    <dgm:pt modelId="{1DF2DDF0-EF91-467E-A521-6D2F8D2567E1}" type="pres">
      <dgm:prSet presAssocID="{D89F8C96-72BC-4DE6-AB9B-AEBF1A23CB16}" presName="node" presStyleLbl="node1" presStyleIdx="3" presStyleCnt="12">
        <dgm:presLayoutVars>
          <dgm:bulletEnabled val="1"/>
        </dgm:presLayoutVars>
      </dgm:prSet>
      <dgm:spPr/>
    </dgm:pt>
    <dgm:pt modelId="{346A6730-2BC1-4AC1-93D4-C707A451F1A0}" type="pres">
      <dgm:prSet presAssocID="{8C220F89-B7C2-43D3-B30A-074B72169910}" presName="sibTrans" presStyleCnt="0"/>
      <dgm:spPr/>
    </dgm:pt>
    <dgm:pt modelId="{3222602D-52D7-47D6-87D0-C7EBCF689C0B}" type="pres">
      <dgm:prSet presAssocID="{50E8F4D5-7CC5-4961-9FD1-03B6F8257123}" presName="node" presStyleLbl="node1" presStyleIdx="4" presStyleCnt="12">
        <dgm:presLayoutVars>
          <dgm:bulletEnabled val="1"/>
        </dgm:presLayoutVars>
      </dgm:prSet>
      <dgm:spPr/>
    </dgm:pt>
    <dgm:pt modelId="{1DCED5C6-83B3-4695-9F3A-7673DFC37676}" type="pres">
      <dgm:prSet presAssocID="{777A52D5-CDA0-4F88-8619-A527A20D0652}" presName="sibTrans" presStyleCnt="0"/>
      <dgm:spPr/>
    </dgm:pt>
    <dgm:pt modelId="{7143BFCE-0A94-4661-A6CE-AAAB81F35899}" type="pres">
      <dgm:prSet presAssocID="{02261144-B76E-4863-839E-2D508C0A5B7E}" presName="node" presStyleLbl="node1" presStyleIdx="5" presStyleCnt="12">
        <dgm:presLayoutVars>
          <dgm:bulletEnabled val="1"/>
        </dgm:presLayoutVars>
      </dgm:prSet>
      <dgm:spPr/>
    </dgm:pt>
    <dgm:pt modelId="{D40BE56B-F58D-4B9D-8943-900F487BB4D5}" type="pres">
      <dgm:prSet presAssocID="{D65B50EA-3A08-4A93-BF39-4AC5D1CFB6C2}" presName="sibTrans" presStyleCnt="0"/>
      <dgm:spPr/>
    </dgm:pt>
    <dgm:pt modelId="{42D891DA-2802-4583-866B-7539F1DC2161}" type="pres">
      <dgm:prSet presAssocID="{2CE71A5B-7260-49E7-AD87-B5F6E8CC901D}" presName="node" presStyleLbl="node1" presStyleIdx="6" presStyleCnt="12">
        <dgm:presLayoutVars>
          <dgm:bulletEnabled val="1"/>
        </dgm:presLayoutVars>
      </dgm:prSet>
      <dgm:spPr/>
    </dgm:pt>
    <dgm:pt modelId="{36D75176-30AA-4BF3-BADD-9198AD0C63D0}" type="pres">
      <dgm:prSet presAssocID="{E89CC678-5C4C-46FF-B7E3-BA8B79865E35}" presName="sibTrans" presStyleCnt="0"/>
      <dgm:spPr/>
    </dgm:pt>
    <dgm:pt modelId="{812912B4-AE48-43DB-B4EA-533702ECF26F}" type="pres">
      <dgm:prSet presAssocID="{65F89CB5-A448-49E6-9364-E138EAEFE4F9}" presName="node" presStyleLbl="node1" presStyleIdx="7" presStyleCnt="12">
        <dgm:presLayoutVars>
          <dgm:bulletEnabled val="1"/>
        </dgm:presLayoutVars>
      </dgm:prSet>
      <dgm:spPr/>
    </dgm:pt>
    <dgm:pt modelId="{CB63D0DD-4203-42FB-8EBE-893CB3A61A65}" type="pres">
      <dgm:prSet presAssocID="{2C479E65-A898-4A0A-8FB1-6D90F6284125}" presName="sibTrans" presStyleCnt="0"/>
      <dgm:spPr/>
    </dgm:pt>
    <dgm:pt modelId="{82E09CBA-C6FC-4923-B0EF-B1E94470FD1E}" type="pres">
      <dgm:prSet presAssocID="{2063F065-3F7B-49E7-A572-3903DB14F87B}" presName="node" presStyleLbl="node1" presStyleIdx="8" presStyleCnt="12">
        <dgm:presLayoutVars>
          <dgm:bulletEnabled val="1"/>
        </dgm:presLayoutVars>
      </dgm:prSet>
      <dgm:spPr/>
    </dgm:pt>
    <dgm:pt modelId="{B2126D9F-EEBF-42ED-B59F-8D65E04DC542}" type="pres">
      <dgm:prSet presAssocID="{32221D80-06C9-443F-BE99-09C5E69616FA}" presName="sibTrans" presStyleCnt="0"/>
      <dgm:spPr/>
    </dgm:pt>
    <dgm:pt modelId="{F2462563-AC2B-4D82-B83A-647CF6ED192B}" type="pres">
      <dgm:prSet presAssocID="{CD1409D8-BF02-4912-9544-B53B2B989051}" presName="node" presStyleLbl="node1" presStyleIdx="9" presStyleCnt="12">
        <dgm:presLayoutVars>
          <dgm:bulletEnabled val="1"/>
        </dgm:presLayoutVars>
      </dgm:prSet>
      <dgm:spPr/>
    </dgm:pt>
    <dgm:pt modelId="{789C6E5C-354D-451F-82E0-0C5988763DB5}" type="pres">
      <dgm:prSet presAssocID="{DA43EA65-CA33-4429-83A2-9CDF2BB5A056}" presName="sibTrans" presStyleCnt="0"/>
      <dgm:spPr/>
    </dgm:pt>
    <dgm:pt modelId="{3008E56A-6641-4572-96DF-A0F6351470BF}" type="pres">
      <dgm:prSet presAssocID="{E048B514-4A7F-4FA8-82DC-9808EFBD2A37}" presName="node" presStyleLbl="node1" presStyleIdx="10" presStyleCnt="12">
        <dgm:presLayoutVars>
          <dgm:bulletEnabled val="1"/>
        </dgm:presLayoutVars>
      </dgm:prSet>
      <dgm:spPr/>
    </dgm:pt>
    <dgm:pt modelId="{0231FF07-F005-4CC2-B769-F49DA8BB4B99}" type="pres">
      <dgm:prSet presAssocID="{AB182FB9-2274-4150-86C3-1BD047548FE0}" presName="sibTrans" presStyleCnt="0"/>
      <dgm:spPr/>
    </dgm:pt>
    <dgm:pt modelId="{FEBFFA23-6043-4829-9E6C-AC968DF43AFC}" type="pres">
      <dgm:prSet presAssocID="{5CF5D57A-BDD1-4209-9C6B-13E1CCFEC91B}" presName="node" presStyleLbl="node1" presStyleIdx="11" presStyleCnt="12">
        <dgm:presLayoutVars>
          <dgm:bulletEnabled val="1"/>
        </dgm:presLayoutVars>
      </dgm:prSet>
      <dgm:spPr/>
    </dgm:pt>
  </dgm:ptLst>
  <dgm:cxnLst>
    <dgm:cxn modelId="{97C8B717-F280-4D3D-8351-9BDF89CFACE1}" type="presOf" srcId="{65F89CB5-A448-49E6-9364-E138EAEFE4F9}" destId="{812912B4-AE48-43DB-B4EA-533702ECF26F}" srcOrd="0" destOrd="0" presId="urn:microsoft.com/office/officeart/2005/8/layout/default"/>
    <dgm:cxn modelId="{0AB7721B-343D-46F9-AC25-4CBF3CD8B2AA}" srcId="{92D5E08C-E3DD-41AB-B7C4-FD461A82B7CC}" destId="{65F89CB5-A448-49E6-9364-E138EAEFE4F9}" srcOrd="7" destOrd="0" parTransId="{5C579DE2-4B9B-415B-B18D-B784DB132B99}" sibTransId="{2C479E65-A898-4A0A-8FB1-6D90F6284125}"/>
    <dgm:cxn modelId="{1A4C9E31-5A8C-4F78-A351-AB13FCB48709}" srcId="{92D5E08C-E3DD-41AB-B7C4-FD461A82B7CC}" destId="{50E8F4D5-7CC5-4961-9FD1-03B6F8257123}" srcOrd="4" destOrd="0" parTransId="{0082FC98-0ACD-4BAC-8AA0-388AAB42C78F}" sibTransId="{777A52D5-CDA0-4F88-8619-A527A20D0652}"/>
    <dgm:cxn modelId="{20E55941-FD57-457D-9AAC-DEE34788CD9C}" srcId="{92D5E08C-E3DD-41AB-B7C4-FD461A82B7CC}" destId="{5CF5D57A-BDD1-4209-9C6B-13E1CCFEC91B}" srcOrd="11" destOrd="0" parTransId="{DD19CC7F-8EE2-4E03-96A2-23EE89AC1E5D}" sibTransId="{22C02E90-4199-4BE9-AA15-58DCA7E50CB2}"/>
    <dgm:cxn modelId="{D7CA9A67-7E2E-4791-BC06-D8D03DED5AC1}" type="presOf" srcId="{71FCD56D-B69F-450F-99E6-5FEFD1EF5896}" destId="{C55B6443-8F82-4D3A-94B3-5829B67B1B63}" srcOrd="0" destOrd="0" presId="urn:microsoft.com/office/officeart/2005/8/layout/default"/>
    <dgm:cxn modelId="{800F0D4E-2034-4C99-AAE5-72CB9DE72C13}" srcId="{92D5E08C-E3DD-41AB-B7C4-FD461A82B7CC}" destId="{2CE71A5B-7260-49E7-AD87-B5F6E8CC901D}" srcOrd="6" destOrd="0" parTransId="{796DC438-6A58-4482-B7C3-2D93E49323F0}" sibTransId="{E89CC678-5C4C-46FF-B7E3-BA8B79865E35}"/>
    <dgm:cxn modelId="{F1B3FE6E-9CE0-4722-B536-EAE96908F567}" srcId="{92D5E08C-E3DD-41AB-B7C4-FD461A82B7CC}" destId="{FCFEB503-7815-4810-8621-20EF2A495DBA}" srcOrd="1" destOrd="0" parTransId="{47967953-47C8-4921-9EF3-774228BF134A}" sibTransId="{69C7DD87-E442-4B60-97A2-FE0347F6225D}"/>
    <dgm:cxn modelId="{13D61C6F-5FAF-4B1F-AD7D-65342D89B560}" type="presOf" srcId="{527AD69B-F069-412A-87FB-C15725C6367A}" destId="{D8447B27-EC7F-4C42-BC02-4A06F2B4107D}" srcOrd="0" destOrd="0" presId="urn:microsoft.com/office/officeart/2005/8/layout/default"/>
    <dgm:cxn modelId="{8A9B3370-363D-4BEC-B570-BBDF24908621}" type="presOf" srcId="{2063F065-3F7B-49E7-A572-3903DB14F87B}" destId="{82E09CBA-C6FC-4923-B0EF-B1E94470FD1E}" srcOrd="0" destOrd="0" presId="urn:microsoft.com/office/officeart/2005/8/layout/default"/>
    <dgm:cxn modelId="{70A10B71-2C08-4A81-807B-E62172023F7B}" srcId="{92D5E08C-E3DD-41AB-B7C4-FD461A82B7CC}" destId="{02261144-B76E-4863-839E-2D508C0A5B7E}" srcOrd="5" destOrd="0" parTransId="{6C693D89-0791-448E-A5C3-370A1A9AF1B0}" sibTransId="{D65B50EA-3A08-4A93-BF39-4AC5D1CFB6C2}"/>
    <dgm:cxn modelId="{D4EA5171-B7FD-4459-80E3-DC87A2F06A95}" srcId="{92D5E08C-E3DD-41AB-B7C4-FD461A82B7CC}" destId="{E048B514-4A7F-4FA8-82DC-9808EFBD2A37}" srcOrd="10" destOrd="0" parTransId="{D9A3A062-EE01-4A86-87BF-72365F6A2A03}" sibTransId="{AB182FB9-2274-4150-86C3-1BD047548FE0}"/>
    <dgm:cxn modelId="{C578BB76-14ED-4196-B30A-66AEA6338211}" type="presOf" srcId="{92D5E08C-E3DD-41AB-B7C4-FD461A82B7CC}" destId="{C65CB2F0-A258-4998-B997-19AA57532BAA}" srcOrd="0" destOrd="0" presId="urn:microsoft.com/office/officeart/2005/8/layout/default"/>
    <dgm:cxn modelId="{4490FF8D-3DDB-44D1-A954-F03B56AC0D75}" srcId="{92D5E08C-E3DD-41AB-B7C4-FD461A82B7CC}" destId="{71FCD56D-B69F-450F-99E6-5FEFD1EF5896}" srcOrd="0" destOrd="0" parTransId="{A07A4653-9159-431C-B6CE-4076B317BF68}" sibTransId="{99F9FE0C-C57F-4CB8-A6F8-3A9F515382E5}"/>
    <dgm:cxn modelId="{4CC80D98-B5AF-4826-A002-22787704DFB9}" type="presOf" srcId="{CD1409D8-BF02-4912-9544-B53B2B989051}" destId="{F2462563-AC2B-4D82-B83A-647CF6ED192B}" srcOrd="0" destOrd="0" presId="urn:microsoft.com/office/officeart/2005/8/layout/default"/>
    <dgm:cxn modelId="{BD7C3B9D-0595-44DA-9B39-CED8B137FFC9}" type="presOf" srcId="{5CF5D57A-BDD1-4209-9C6B-13E1CCFEC91B}" destId="{FEBFFA23-6043-4829-9E6C-AC968DF43AFC}" srcOrd="0" destOrd="0" presId="urn:microsoft.com/office/officeart/2005/8/layout/default"/>
    <dgm:cxn modelId="{A228B7A9-EB37-4877-BADD-187E25B5EC0A}" type="presOf" srcId="{E048B514-4A7F-4FA8-82DC-9808EFBD2A37}" destId="{3008E56A-6641-4572-96DF-A0F6351470BF}" srcOrd="0" destOrd="0" presId="urn:microsoft.com/office/officeart/2005/8/layout/default"/>
    <dgm:cxn modelId="{2A9843AF-A827-4DA5-95CF-7284F6B2C2ED}" type="presOf" srcId="{FCFEB503-7815-4810-8621-20EF2A495DBA}" destId="{D3AFA80A-A19C-4DE5-8DE5-FEDE4DB276E5}" srcOrd="0" destOrd="0" presId="urn:microsoft.com/office/officeart/2005/8/layout/default"/>
    <dgm:cxn modelId="{C88553B1-E4C9-4315-9551-07151F37B220}" srcId="{92D5E08C-E3DD-41AB-B7C4-FD461A82B7CC}" destId="{2063F065-3F7B-49E7-A572-3903DB14F87B}" srcOrd="8" destOrd="0" parTransId="{70C08BFF-F091-4E81-9F6F-8939D8D10A0C}" sibTransId="{32221D80-06C9-443F-BE99-09C5E69616FA}"/>
    <dgm:cxn modelId="{8594B0C4-E8F2-4D9E-A605-B1F5E69165A3}" srcId="{92D5E08C-E3DD-41AB-B7C4-FD461A82B7CC}" destId="{CD1409D8-BF02-4912-9544-B53B2B989051}" srcOrd="9" destOrd="0" parTransId="{80C121C2-3009-45E5-99A8-E637BC8DA030}" sibTransId="{DA43EA65-CA33-4429-83A2-9CDF2BB5A056}"/>
    <dgm:cxn modelId="{E929A8CE-3934-4763-881E-F2032550E060}" srcId="{92D5E08C-E3DD-41AB-B7C4-FD461A82B7CC}" destId="{D89F8C96-72BC-4DE6-AB9B-AEBF1A23CB16}" srcOrd="3" destOrd="0" parTransId="{82EC29BC-9005-486B-9B89-594D6EDD822A}" sibTransId="{8C220F89-B7C2-43D3-B30A-074B72169910}"/>
    <dgm:cxn modelId="{E758A3D1-4F24-4B60-AE52-38C82500D9C7}" type="presOf" srcId="{2CE71A5B-7260-49E7-AD87-B5F6E8CC901D}" destId="{42D891DA-2802-4583-866B-7539F1DC2161}" srcOrd="0" destOrd="0" presId="urn:microsoft.com/office/officeart/2005/8/layout/default"/>
    <dgm:cxn modelId="{ECC78AD3-E0CA-43BA-9312-91D6C22F0F7F}" type="presOf" srcId="{50E8F4D5-7CC5-4961-9FD1-03B6F8257123}" destId="{3222602D-52D7-47D6-87D0-C7EBCF689C0B}" srcOrd="0" destOrd="0" presId="urn:microsoft.com/office/officeart/2005/8/layout/default"/>
    <dgm:cxn modelId="{F30552D6-2C90-41F1-8F90-3AC0ED6B15F3}" type="presOf" srcId="{02261144-B76E-4863-839E-2D508C0A5B7E}" destId="{7143BFCE-0A94-4661-A6CE-AAAB81F35899}" srcOrd="0" destOrd="0" presId="urn:microsoft.com/office/officeart/2005/8/layout/default"/>
    <dgm:cxn modelId="{53FB0ADB-E860-4062-BD2A-E40A6D0D5663}" type="presOf" srcId="{D89F8C96-72BC-4DE6-AB9B-AEBF1A23CB16}" destId="{1DF2DDF0-EF91-467E-A521-6D2F8D2567E1}" srcOrd="0" destOrd="0" presId="urn:microsoft.com/office/officeart/2005/8/layout/default"/>
    <dgm:cxn modelId="{DCF3CFEF-90D3-439D-879B-EC42604453DC}" srcId="{92D5E08C-E3DD-41AB-B7C4-FD461A82B7CC}" destId="{527AD69B-F069-412A-87FB-C15725C6367A}" srcOrd="2" destOrd="0" parTransId="{A256C02D-643B-4085-B42C-3073B1411750}" sibTransId="{F76CF5E6-BEDE-4D07-8131-6A26BBEDD5C8}"/>
    <dgm:cxn modelId="{D46C6967-7663-4248-AE02-2588BB2D7960}" type="presParOf" srcId="{C65CB2F0-A258-4998-B997-19AA57532BAA}" destId="{C55B6443-8F82-4D3A-94B3-5829B67B1B63}" srcOrd="0" destOrd="0" presId="urn:microsoft.com/office/officeart/2005/8/layout/default"/>
    <dgm:cxn modelId="{736D7036-A0DD-40F0-88F3-EBD7B59D8BAF}" type="presParOf" srcId="{C65CB2F0-A258-4998-B997-19AA57532BAA}" destId="{30B42C4B-C5CB-4C51-B160-EDCB88F34976}" srcOrd="1" destOrd="0" presId="urn:microsoft.com/office/officeart/2005/8/layout/default"/>
    <dgm:cxn modelId="{220D8DA2-CED6-49ED-8F9F-37B31D7AAFF6}" type="presParOf" srcId="{C65CB2F0-A258-4998-B997-19AA57532BAA}" destId="{D3AFA80A-A19C-4DE5-8DE5-FEDE4DB276E5}" srcOrd="2" destOrd="0" presId="urn:microsoft.com/office/officeart/2005/8/layout/default"/>
    <dgm:cxn modelId="{8FEABD9C-5BA3-4CFC-A73A-3F229BB0F786}" type="presParOf" srcId="{C65CB2F0-A258-4998-B997-19AA57532BAA}" destId="{3469F75E-3FE1-49EA-BB1D-A8789205E59F}" srcOrd="3" destOrd="0" presId="urn:microsoft.com/office/officeart/2005/8/layout/default"/>
    <dgm:cxn modelId="{E17AEA17-6D17-44C5-99CF-6E9E70C06528}" type="presParOf" srcId="{C65CB2F0-A258-4998-B997-19AA57532BAA}" destId="{D8447B27-EC7F-4C42-BC02-4A06F2B4107D}" srcOrd="4" destOrd="0" presId="urn:microsoft.com/office/officeart/2005/8/layout/default"/>
    <dgm:cxn modelId="{FD63DBFC-DBCC-4B33-96A7-8A8A88696A88}" type="presParOf" srcId="{C65CB2F0-A258-4998-B997-19AA57532BAA}" destId="{F21634DA-D5E6-45D0-AC53-1BD6DCF59363}" srcOrd="5" destOrd="0" presId="urn:microsoft.com/office/officeart/2005/8/layout/default"/>
    <dgm:cxn modelId="{711254C2-91E8-4AE8-BECB-6FEE9CDC7211}" type="presParOf" srcId="{C65CB2F0-A258-4998-B997-19AA57532BAA}" destId="{1DF2DDF0-EF91-467E-A521-6D2F8D2567E1}" srcOrd="6" destOrd="0" presId="urn:microsoft.com/office/officeart/2005/8/layout/default"/>
    <dgm:cxn modelId="{D7BAA292-F438-4FE1-A05F-27BC7076534A}" type="presParOf" srcId="{C65CB2F0-A258-4998-B997-19AA57532BAA}" destId="{346A6730-2BC1-4AC1-93D4-C707A451F1A0}" srcOrd="7" destOrd="0" presId="urn:microsoft.com/office/officeart/2005/8/layout/default"/>
    <dgm:cxn modelId="{35EE136F-E506-4A31-AE2C-B46A21D3B628}" type="presParOf" srcId="{C65CB2F0-A258-4998-B997-19AA57532BAA}" destId="{3222602D-52D7-47D6-87D0-C7EBCF689C0B}" srcOrd="8" destOrd="0" presId="urn:microsoft.com/office/officeart/2005/8/layout/default"/>
    <dgm:cxn modelId="{F5AB877B-2B91-4B28-972F-8758D63F41DE}" type="presParOf" srcId="{C65CB2F0-A258-4998-B997-19AA57532BAA}" destId="{1DCED5C6-83B3-4695-9F3A-7673DFC37676}" srcOrd="9" destOrd="0" presId="urn:microsoft.com/office/officeart/2005/8/layout/default"/>
    <dgm:cxn modelId="{211D4978-AC1E-4778-A2C8-BB0025179169}" type="presParOf" srcId="{C65CB2F0-A258-4998-B997-19AA57532BAA}" destId="{7143BFCE-0A94-4661-A6CE-AAAB81F35899}" srcOrd="10" destOrd="0" presId="urn:microsoft.com/office/officeart/2005/8/layout/default"/>
    <dgm:cxn modelId="{CE6377C3-A76E-4DAD-81B5-46B56CA89851}" type="presParOf" srcId="{C65CB2F0-A258-4998-B997-19AA57532BAA}" destId="{D40BE56B-F58D-4B9D-8943-900F487BB4D5}" srcOrd="11" destOrd="0" presId="urn:microsoft.com/office/officeart/2005/8/layout/default"/>
    <dgm:cxn modelId="{5FB6D872-59E5-4657-B1DC-2347E0646713}" type="presParOf" srcId="{C65CB2F0-A258-4998-B997-19AA57532BAA}" destId="{42D891DA-2802-4583-866B-7539F1DC2161}" srcOrd="12" destOrd="0" presId="urn:microsoft.com/office/officeart/2005/8/layout/default"/>
    <dgm:cxn modelId="{7BBC8819-90F2-4D22-AC00-EA9E32312EDB}" type="presParOf" srcId="{C65CB2F0-A258-4998-B997-19AA57532BAA}" destId="{36D75176-30AA-4BF3-BADD-9198AD0C63D0}" srcOrd="13" destOrd="0" presId="urn:microsoft.com/office/officeart/2005/8/layout/default"/>
    <dgm:cxn modelId="{8CF8137F-3EB3-48EC-9740-88BC84E81660}" type="presParOf" srcId="{C65CB2F0-A258-4998-B997-19AA57532BAA}" destId="{812912B4-AE48-43DB-B4EA-533702ECF26F}" srcOrd="14" destOrd="0" presId="urn:microsoft.com/office/officeart/2005/8/layout/default"/>
    <dgm:cxn modelId="{5F5E346F-CBF5-469F-BD3C-20A1C6A39951}" type="presParOf" srcId="{C65CB2F0-A258-4998-B997-19AA57532BAA}" destId="{CB63D0DD-4203-42FB-8EBE-893CB3A61A65}" srcOrd="15" destOrd="0" presId="urn:microsoft.com/office/officeart/2005/8/layout/default"/>
    <dgm:cxn modelId="{28D7FCCE-0EC3-49C5-8A50-20EE06337904}" type="presParOf" srcId="{C65CB2F0-A258-4998-B997-19AA57532BAA}" destId="{82E09CBA-C6FC-4923-B0EF-B1E94470FD1E}" srcOrd="16" destOrd="0" presId="urn:microsoft.com/office/officeart/2005/8/layout/default"/>
    <dgm:cxn modelId="{1A777A02-A04B-4008-99BD-F38402DFA911}" type="presParOf" srcId="{C65CB2F0-A258-4998-B997-19AA57532BAA}" destId="{B2126D9F-EEBF-42ED-B59F-8D65E04DC542}" srcOrd="17" destOrd="0" presId="urn:microsoft.com/office/officeart/2005/8/layout/default"/>
    <dgm:cxn modelId="{580B1484-502D-40C1-B68A-BE6ED40DDF9E}" type="presParOf" srcId="{C65CB2F0-A258-4998-B997-19AA57532BAA}" destId="{F2462563-AC2B-4D82-B83A-647CF6ED192B}" srcOrd="18" destOrd="0" presId="urn:microsoft.com/office/officeart/2005/8/layout/default"/>
    <dgm:cxn modelId="{E1409271-33C5-45B3-BAD7-E162A17B6981}" type="presParOf" srcId="{C65CB2F0-A258-4998-B997-19AA57532BAA}" destId="{789C6E5C-354D-451F-82E0-0C5988763DB5}" srcOrd="19" destOrd="0" presId="urn:microsoft.com/office/officeart/2005/8/layout/default"/>
    <dgm:cxn modelId="{56A4FF44-B7E1-40EF-8CFD-1E9CCA925E2B}" type="presParOf" srcId="{C65CB2F0-A258-4998-B997-19AA57532BAA}" destId="{3008E56A-6641-4572-96DF-A0F6351470BF}" srcOrd="20" destOrd="0" presId="urn:microsoft.com/office/officeart/2005/8/layout/default"/>
    <dgm:cxn modelId="{B33776E1-D02A-44B4-B8F4-A49AB44F1B29}" type="presParOf" srcId="{C65CB2F0-A258-4998-B997-19AA57532BAA}" destId="{0231FF07-F005-4CC2-B769-F49DA8BB4B99}" srcOrd="21" destOrd="0" presId="urn:microsoft.com/office/officeart/2005/8/layout/default"/>
    <dgm:cxn modelId="{5C3B7D35-C3B0-4904-A768-28D56EBFD6B0}" type="presParOf" srcId="{C65CB2F0-A258-4998-B997-19AA57532BAA}" destId="{FEBFFA23-6043-4829-9E6C-AC968DF43AFC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4E930C6-C284-4321-8D8D-F1C33FB9689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8A4F07-3BF4-4522-AA4A-DC02BD90AF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Planning systems is to foundation for complex constraints-based scheduling</a:t>
          </a:r>
        </a:p>
      </dgm:t>
    </dgm:pt>
    <dgm:pt modelId="{8F028AE4-66A7-4226-B3AB-EA47F646E102}" type="parTrans" cxnId="{0933D8CB-48AC-4291-9357-3EBF6B1418C3}">
      <dgm:prSet/>
      <dgm:spPr/>
      <dgm:t>
        <a:bodyPr/>
        <a:lstStyle/>
        <a:p>
          <a:endParaRPr lang="en-US"/>
        </a:p>
      </dgm:t>
    </dgm:pt>
    <dgm:pt modelId="{941FA0AE-7E0D-417B-9800-48CCDADCFEC5}" type="sibTrans" cxnId="{0933D8CB-48AC-4291-9357-3EBF6B1418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78A96E-051D-4406-892B-6A973FE74F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Transportation logistics is to managing movement of incompatible resources</a:t>
          </a:r>
        </a:p>
      </dgm:t>
    </dgm:pt>
    <dgm:pt modelId="{387A52FE-CCBF-4A8A-B5B5-35F88871ACAD}" type="parTrans" cxnId="{11DC0365-EDC0-4391-8892-9911F545027A}">
      <dgm:prSet/>
      <dgm:spPr/>
      <dgm:t>
        <a:bodyPr/>
        <a:lstStyle/>
        <a:p>
          <a:endParaRPr lang="en-US"/>
        </a:p>
      </dgm:t>
    </dgm:pt>
    <dgm:pt modelId="{6477549F-F6F3-49D5-9323-3AA7B05C02CC}" type="sibTrans" cxnId="{11DC0365-EDC0-4391-8892-9911F545027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F34A1B-85FB-46CD-BB81-832806B70C7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Resource allocation is to distributing resources with constraints</a:t>
          </a:r>
        </a:p>
      </dgm:t>
    </dgm:pt>
    <dgm:pt modelId="{305F056F-DB34-4D7E-9806-2394325C56B2}" type="parTrans" cxnId="{E0F78858-A6F9-40AE-92F7-854432320B03}">
      <dgm:prSet/>
      <dgm:spPr/>
      <dgm:t>
        <a:bodyPr/>
        <a:lstStyle/>
        <a:p>
          <a:endParaRPr lang="en-US"/>
        </a:p>
      </dgm:t>
    </dgm:pt>
    <dgm:pt modelId="{AECFE1DA-B7EF-497A-878A-9CA8AF54FEBB}" type="sibTrans" cxnId="{E0F78858-A6F9-40AE-92F7-854432320B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07FA67-0A00-4E31-AF6A-5D3A96B786C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AI Education is to teaching state space search and constraint satisfaction</a:t>
          </a:r>
        </a:p>
      </dgm:t>
    </dgm:pt>
    <dgm:pt modelId="{843DCD96-74B1-4D19-A9DA-B9D34EFCDA49}" type="parTrans" cxnId="{218D6B13-2610-4692-9B45-0D709917A372}">
      <dgm:prSet/>
      <dgm:spPr/>
      <dgm:t>
        <a:bodyPr/>
        <a:lstStyle/>
        <a:p>
          <a:endParaRPr lang="en-US"/>
        </a:p>
      </dgm:t>
    </dgm:pt>
    <dgm:pt modelId="{DE1D4891-71ED-4B2B-8E9A-4E0DF5ADE8C0}" type="sibTrans" cxnId="{218D6B13-2610-4692-9B45-0D709917A3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D13602-2CEC-4A7A-8D92-B8026060F7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Game Design is basis for puzzles games with similar constraints</a:t>
          </a:r>
        </a:p>
      </dgm:t>
    </dgm:pt>
    <dgm:pt modelId="{A302344E-BC4D-47F6-9630-05C7EA400E98}" type="parTrans" cxnId="{ED6F83F1-769B-47EE-AC72-DBA4784CFB92}">
      <dgm:prSet/>
      <dgm:spPr/>
      <dgm:t>
        <a:bodyPr/>
        <a:lstStyle/>
        <a:p>
          <a:endParaRPr lang="en-US"/>
        </a:p>
      </dgm:t>
    </dgm:pt>
    <dgm:pt modelId="{B8120D7C-0BFF-40FF-B0A2-5A102E6441D4}" type="sibTrans" cxnId="{ED6F83F1-769B-47EE-AC72-DBA4784CFB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01367A-34A7-43F0-89AB-700D5A6A8A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Operations Research is to solving real-world constraints problem</a:t>
          </a:r>
        </a:p>
      </dgm:t>
    </dgm:pt>
    <dgm:pt modelId="{3F77D0C9-69FA-445A-A5A3-C1B3F141A73A}" type="parTrans" cxnId="{776BDDA2-DA55-415A-9736-CDF711EC9697}">
      <dgm:prSet/>
      <dgm:spPr/>
      <dgm:t>
        <a:bodyPr/>
        <a:lstStyle/>
        <a:p>
          <a:endParaRPr lang="en-US"/>
        </a:p>
      </dgm:t>
    </dgm:pt>
    <dgm:pt modelId="{3C8CB0D2-C7A8-4D97-AA94-F3103F3D011D}" type="sibTrans" cxnId="{776BDDA2-DA55-415A-9736-CDF711EC96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D160FA-F987-4C0F-860E-DA3313EC1C1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Security Systems is to managing movement of entities with security constraints</a:t>
          </a:r>
        </a:p>
      </dgm:t>
    </dgm:pt>
    <dgm:pt modelId="{E1FB8EEC-526D-4481-9646-213A245A363C}" type="parTrans" cxnId="{DB9D44D1-4FF4-4679-ACE6-86A51EAB75FD}">
      <dgm:prSet/>
      <dgm:spPr/>
      <dgm:t>
        <a:bodyPr/>
        <a:lstStyle/>
        <a:p>
          <a:endParaRPr lang="en-US"/>
        </a:p>
      </dgm:t>
    </dgm:pt>
    <dgm:pt modelId="{8A2B7E15-90B6-461E-ADEA-794EB2D618C1}" type="sibTrans" cxnId="{DB9D44D1-4FF4-4679-ACE6-86A51EAB75FD}">
      <dgm:prSet/>
      <dgm:spPr/>
      <dgm:t>
        <a:bodyPr/>
        <a:lstStyle/>
        <a:p>
          <a:endParaRPr lang="en-US"/>
        </a:p>
      </dgm:t>
    </dgm:pt>
    <dgm:pt modelId="{15F3C87D-CD2F-4D0B-9B3F-BF5305F7A801}" type="pres">
      <dgm:prSet presAssocID="{44E930C6-C284-4321-8D8D-F1C33FB96890}" presName="root" presStyleCnt="0">
        <dgm:presLayoutVars>
          <dgm:dir/>
          <dgm:resizeHandles val="exact"/>
        </dgm:presLayoutVars>
      </dgm:prSet>
      <dgm:spPr/>
    </dgm:pt>
    <dgm:pt modelId="{C1C80291-8A1E-423B-A22B-1FAB65CBB27F}" type="pres">
      <dgm:prSet presAssocID="{44E930C6-C284-4321-8D8D-F1C33FB96890}" presName="container" presStyleCnt="0">
        <dgm:presLayoutVars>
          <dgm:dir/>
          <dgm:resizeHandles val="exact"/>
        </dgm:presLayoutVars>
      </dgm:prSet>
      <dgm:spPr/>
    </dgm:pt>
    <dgm:pt modelId="{E9054884-F67C-49FE-B12D-4536FBA18A1B}" type="pres">
      <dgm:prSet presAssocID="{CD8A4F07-3BF4-4522-AA4A-DC02BD90AF22}" presName="compNode" presStyleCnt="0"/>
      <dgm:spPr/>
    </dgm:pt>
    <dgm:pt modelId="{CD615D67-596B-4125-83C8-2205E753B5AB}" type="pres">
      <dgm:prSet presAssocID="{CD8A4F07-3BF4-4522-AA4A-DC02BD90AF22}" presName="iconBgRect" presStyleLbl="bgShp" presStyleIdx="0" presStyleCnt="7"/>
      <dgm:spPr/>
    </dgm:pt>
    <dgm:pt modelId="{9D9BFE04-1640-4A40-9EAF-786A02B08A72}" type="pres">
      <dgm:prSet presAssocID="{CD8A4F07-3BF4-4522-AA4A-DC02BD90AF2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1C653D05-A5DE-4A59-AA78-C940B9A8B2CD}" type="pres">
      <dgm:prSet presAssocID="{CD8A4F07-3BF4-4522-AA4A-DC02BD90AF22}" presName="spaceRect" presStyleCnt="0"/>
      <dgm:spPr/>
    </dgm:pt>
    <dgm:pt modelId="{9DECBB39-03A1-475C-8AAD-BB066F3FD6AF}" type="pres">
      <dgm:prSet presAssocID="{CD8A4F07-3BF4-4522-AA4A-DC02BD90AF22}" presName="textRect" presStyleLbl="revTx" presStyleIdx="0" presStyleCnt="7">
        <dgm:presLayoutVars>
          <dgm:chMax val="1"/>
          <dgm:chPref val="1"/>
        </dgm:presLayoutVars>
      </dgm:prSet>
      <dgm:spPr/>
    </dgm:pt>
    <dgm:pt modelId="{A240D6EE-A96E-4FB5-9BA2-2170419E297F}" type="pres">
      <dgm:prSet presAssocID="{941FA0AE-7E0D-417B-9800-48CCDADCFEC5}" presName="sibTrans" presStyleLbl="sibTrans2D1" presStyleIdx="0" presStyleCnt="0"/>
      <dgm:spPr/>
    </dgm:pt>
    <dgm:pt modelId="{7D070349-5DBB-42CC-9545-7216875C5FEE}" type="pres">
      <dgm:prSet presAssocID="{7978A96E-051D-4406-892B-6A973FE74FCF}" presName="compNode" presStyleCnt="0"/>
      <dgm:spPr/>
    </dgm:pt>
    <dgm:pt modelId="{92C06F1E-2B35-4DEA-8DB7-E06B13C20524}" type="pres">
      <dgm:prSet presAssocID="{7978A96E-051D-4406-892B-6A973FE74FCF}" presName="iconBgRect" presStyleLbl="bgShp" presStyleIdx="1" presStyleCnt="7"/>
      <dgm:spPr/>
    </dgm:pt>
    <dgm:pt modelId="{AE7120DB-778E-426C-81B0-BF2B7481127C}" type="pres">
      <dgm:prSet presAssocID="{7978A96E-051D-4406-892B-6A973FE74FC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D4B3F0B1-22D8-40C8-A1D5-57174AD8352C}" type="pres">
      <dgm:prSet presAssocID="{7978A96E-051D-4406-892B-6A973FE74FCF}" presName="spaceRect" presStyleCnt="0"/>
      <dgm:spPr/>
    </dgm:pt>
    <dgm:pt modelId="{57F0AFE9-DCEC-40B4-A303-69350BC002ED}" type="pres">
      <dgm:prSet presAssocID="{7978A96E-051D-4406-892B-6A973FE74FCF}" presName="textRect" presStyleLbl="revTx" presStyleIdx="1" presStyleCnt="7" custScaleY="116269">
        <dgm:presLayoutVars>
          <dgm:chMax val="1"/>
          <dgm:chPref val="1"/>
        </dgm:presLayoutVars>
      </dgm:prSet>
      <dgm:spPr/>
    </dgm:pt>
    <dgm:pt modelId="{6B121AF2-206B-4026-A209-9AB62CDDB390}" type="pres">
      <dgm:prSet presAssocID="{6477549F-F6F3-49D5-9323-3AA7B05C02CC}" presName="sibTrans" presStyleLbl="sibTrans2D1" presStyleIdx="0" presStyleCnt="0"/>
      <dgm:spPr/>
    </dgm:pt>
    <dgm:pt modelId="{954F0C06-BDE1-435B-A619-29934DE393A9}" type="pres">
      <dgm:prSet presAssocID="{BCF34A1B-85FB-46CD-BB81-832806B70C74}" presName="compNode" presStyleCnt="0"/>
      <dgm:spPr/>
    </dgm:pt>
    <dgm:pt modelId="{D4518034-1A10-46A6-B204-0A771ADAE6DB}" type="pres">
      <dgm:prSet presAssocID="{BCF34A1B-85FB-46CD-BB81-832806B70C74}" presName="iconBgRect" presStyleLbl="bgShp" presStyleIdx="2" presStyleCnt="7"/>
      <dgm:spPr/>
    </dgm:pt>
    <dgm:pt modelId="{8BFDE7A5-8ED8-41B4-9CAE-5A7B6CD39377}" type="pres">
      <dgm:prSet presAssocID="{BCF34A1B-85FB-46CD-BB81-832806B70C74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91421AA-0F07-4759-AC92-B417D6C2A72E}" type="pres">
      <dgm:prSet presAssocID="{BCF34A1B-85FB-46CD-BB81-832806B70C74}" presName="spaceRect" presStyleCnt="0"/>
      <dgm:spPr/>
    </dgm:pt>
    <dgm:pt modelId="{8D5E4132-B39D-4D60-8747-8D346741B67B}" type="pres">
      <dgm:prSet presAssocID="{BCF34A1B-85FB-46CD-BB81-832806B70C74}" presName="textRect" presStyleLbl="revTx" presStyleIdx="2" presStyleCnt="7">
        <dgm:presLayoutVars>
          <dgm:chMax val="1"/>
          <dgm:chPref val="1"/>
        </dgm:presLayoutVars>
      </dgm:prSet>
      <dgm:spPr/>
    </dgm:pt>
    <dgm:pt modelId="{D3804D80-E114-49F4-8139-B27F9C5D5358}" type="pres">
      <dgm:prSet presAssocID="{AECFE1DA-B7EF-497A-878A-9CA8AF54FEBB}" presName="sibTrans" presStyleLbl="sibTrans2D1" presStyleIdx="0" presStyleCnt="0"/>
      <dgm:spPr/>
    </dgm:pt>
    <dgm:pt modelId="{FF6AD580-4C9A-49AA-BF31-04072296AAC0}" type="pres">
      <dgm:prSet presAssocID="{5A07FA67-0A00-4E31-AF6A-5D3A96B786CE}" presName="compNode" presStyleCnt="0"/>
      <dgm:spPr/>
    </dgm:pt>
    <dgm:pt modelId="{5A640D57-AFED-4ED6-8FB5-81A441AEF15E}" type="pres">
      <dgm:prSet presAssocID="{5A07FA67-0A00-4E31-AF6A-5D3A96B786CE}" presName="iconBgRect" presStyleLbl="bgShp" presStyleIdx="3" presStyleCnt="7"/>
      <dgm:spPr/>
    </dgm:pt>
    <dgm:pt modelId="{6FEB0F3B-9C7D-417B-8490-DE76058DA06B}" type="pres">
      <dgm:prSet presAssocID="{5A07FA67-0A00-4E31-AF6A-5D3A96B786CE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C65181B-14DA-47E4-91A8-67D013FFB2BB}" type="pres">
      <dgm:prSet presAssocID="{5A07FA67-0A00-4E31-AF6A-5D3A96B786CE}" presName="spaceRect" presStyleCnt="0"/>
      <dgm:spPr/>
    </dgm:pt>
    <dgm:pt modelId="{92068771-97CE-4B71-86FC-1E9C4F06F318}" type="pres">
      <dgm:prSet presAssocID="{5A07FA67-0A00-4E31-AF6A-5D3A96B786CE}" presName="textRect" presStyleLbl="revTx" presStyleIdx="3" presStyleCnt="7">
        <dgm:presLayoutVars>
          <dgm:chMax val="1"/>
          <dgm:chPref val="1"/>
        </dgm:presLayoutVars>
      </dgm:prSet>
      <dgm:spPr/>
    </dgm:pt>
    <dgm:pt modelId="{B5558E88-D8DC-4F1B-93AD-E44E05610B8D}" type="pres">
      <dgm:prSet presAssocID="{DE1D4891-71ED-4B2B-8E9A-4E0DF5ADE8C0}" presName="sibTrans" presStyleLbl="sibTrans2D1" presStyleIdx="0" presStyleCnt="0"/>
      <dgm:spPr/>
    </dgm:pt>
    <dgm:pt modelId="{04D6FE5C-0F32-4C3A-813A-8BBA52D3964D}" type="pres">
      <dgm:prSet presAssocID="{B9D13602-2CEC-4A7A-8D92-B8026060F785}" presName="compNode" presStyleCnt="0"/>
      <dgm:spPr/>
    </dgm:pt>
    <dgm:pt modelId="{9241992E-AFE4-4099-B21C-07F6411E01CF}" type="pres">
      <dgm:prSet presAssocID="{B9D13602-2CEC-4A7A-8D92-B8026060F785}" presName="iconBgRect" presStyleLbl="bgShp" presStyleIdx="4" presStyleCnt="7"/>
      <dgm:spPr/>
    </dgm:pt>
    <dgm:pt modelId="{5810E072-30BC-4B6C-BEC9-1CA6504A6859}" type="pres">
      <dgm:prSet presAssocID="{B9D13602-2CEC-4A7A-8D92-B8026060F78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248D3BF9-151B-4DCA-ACDC-29C9A7ABC50B}" type="pres">
      <dgm:prSet presAssocID="{B9D13602-2CEC-4A7A-8D92-B8026060F785}" presName="spaceRect" presStyleCnt="0"/>
      <dgm:spPr/>
    </dgm:pt>
    <dgm:pt modelId="{8CC2C3B4-95EE-4288-BD07-D48627F09886}" type="pres">
      <dgm:prSet presAssocID="{B9D13602-2CEC-4A7A-8D92-B8026060F785}" presName="textRect" presStyleLbl="revTx" presStyleIdx="4" presStyleCnt="7">
        <dgm:presLayoutVars>
          <dgm:chMax val="1"/>
          <dgm:chPref val="1"/>
        </dgm:presLayoutVars>
      </dgm:prSet>
      <dgm:spPr/>
    </dgm:pt>
    <dgm:pt modelId="{AA55A662-ECC0-4CF8-B1F2-E840A4D6F852}" type="pres">
      <dgm:prSet presAssocID="{B8120D7C-0BFF-40FF-B0A2-5A102E6441D4}" presName="sibTrans" presStyleLbl="sibTrans2D1" presStyleIdx="0" presStyleCnt="0"/>
      <dgm:spPr/>
    </dgm:pt>
    <dgm:pt modelId="{80408A85-5079-43A6-B4AF-93BD9B75A580}" type="pres">
      <dgm:prSet presAssocID="{6501367A-34A7-43F0-89AB-700D5A6A8AC4}" presName="compNode" presStyleCnt="0"/>
      <dgm:spPr/>
    </dgm:pt>
    <dgm:pt modelId="{C345D98A-AF62-40FA-A56A-A2C722504AF9}" type="pres">
      <dgm:prSet presAssocID="{6501367A-34A7-43F0-89AB-700D5A6A8AC4}" presName="iconBgRect" presStyleLbl="bgShp" presStyleIdx="5" presStyleCnt="7"/>
      <dgm:spPr/>
    </dgm:pt>
    <dgm:pt modelId="{752130CC-B00F-4827-868E-DC7595E12552}" type="pres">
      <dgm:prSet presAssocID="{6501367A-34A7-43F0-89AB-700D5A6A8AC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61B599E-36D7-4ECB-BC63-56899BF051B1}" type="pres">
      <dgm:prSet presAssocID="{6501367A-34A7-43F0-89AB-700D5A6A8AC4}" presName="spaceRect" presStyleCnt="0"/>
      <dgm:spPr/>
    </dgm:pt>
    <dgm:pt modelId="{D18F1ACC-A91A-4B8D-8505-9D46D95EBF51}" type="pres">
      <dgm:prSet presAssocID="{6501367A-34A7-43F0-89AB-700D5A6A8AC4}" presName="textRect" presStyleLbl="revTx" presStyleIdx="5" presStyleCnt="7">
        <dgm:presLayoutVars>
          <dgm:chMax val="1"/>
          <dgm:chPref val="1"/>
        </dgm:presLayoutVars>
      </dgm:prSet>
      <dgm:spPr/>
    </dgm:pt>
    <dgm:pt modelId="{372D3722-51B3-47AB-A6A8-78BC809F9CE7}" type="pres">
      <dgm:prSet presAssocID="{3C8CB0D2-C7A8-4D97-AA94-F3103F3D011D}" presName="sibTrans" presStyleLbl="sibTrans2D1" presStyleIdx="0" presStyleCnt="0"/>
      <dgm:spPr/>
    </dgm:pt>
    <dgm:pt modelId="{046EBF6F-90B9-424E-BAB8-E738CA36E584}" type="pres">
      <dgm:prSet presAssocID="{03D160FA-F987-4C0F-860E-DA3313EC1C16}" presName="compNode" presStyleCnt="0"/>
      <dgm:spPr/>
    </dgm:pt>
    <dgm:pt modelId="{ED3121F2-F852-4019-8106-C484D0C21900}" type="pres">
      <dgm:prSet presAssocID="{03D160FA-F987-4C0F-860E-DA3313EC1C16}" presName="iconBgRect" presStyleLbl="bgShp" presStyleIdx="6" presStyleCnt="7"/>
      <dgm:spPr/>
    </dgm:pt>
    <dgm:pt modelId="{8E6F2D35-9C6E-4CFB-A8D3-03CA6F640C91}" type="pres">
      <dgm:prSet presAssocID="{03D160FA-F987-4C0F-860E-DA3313EC1C1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96AACE3-52DB-4687-A244-B2787F962FFF}" type="pres">
      <dgm:prSet presAssocID="{03D160FA-F987-4C0F-860E-DA3313EC1C16}" presName="spaceRect" presStyleCnt="0"/>
      <dgm:spPr/>
    </dgm:pt>
    <dgm:pt modelId="{DA8F5294-9815-442C-89E6-9F8CDF0C23B0}" type="pres">
      <dgm:prSet presAssocID="{03D160FA-F987-4C0F-860E-DA3313EC1C1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1453A0A-29A4-4453-909E-407E7371BECA}" type="presOf" srcId="{CD8A4F07-3BF4-4522-AA4A-DC02BD90AF22}" destId="{9DECBB39-03A1-475C-8AAD-BB066F3FD6AF}" srcOrd="0" destOrd="0" presId="urn:microsoft.com/office/officeart/2018/2/layout/IconCircleList"/>
    <dgm:cxn modelId="{9DA2C10C-1C68-498A-A0DB-9A992A8DB256}" type="presOf" srcId="{DE1D4891-71ED-4B2B-8E9A-4E0DF5ADE8C0}" destId="{B5558E88-D8DC-4F1B-93AD-E44E05610B8D}" srcOrd="0" destOrd="0" presId="urn:microsoft.com/office/officeart/2018/2/layout/IconCircleList"/>
    <dgm:cxn modelId="{218D6B13-2610-4692-9B45-0D709917A372}" srcId="{44E930C6-C284-4321-8D8D-F1C33FB96890}" destId="{5A07FA67-0A00-4E31-AF6A-5D3A96B786CE}" srcOrd="3" destOrd="0" parTransId="{843DCD96-74B1-4D19-A9DA-B9D34EFCDA49}" sibTransId="{DE1D4891-71ED-4B2B-8E9A-4E0DF5ADE8C0}"/>
    <dgm:cxn modelId="{905DB52B-F31F-4355-A21A-E46B5C7C37F1}" type="presOf" srcId="{6501367A-34A7-43F0-89AB-700D5A6A8AC4}" destId="{D18F1ACC-A91A-4B8D-8505-9D46D95EBF51}" srcOrd="0" destOrd="0" presId="urn:microsoft.com/office/officeart/2018/2/layout/IconCircleList"/>
    <dgm:cxn modelId="{E54DDF36-BE75-40FF-9BD3-6BB7F830B5DD}" type="presOf" srcId="{941FA0AE-7E0D-417B-9800-48CCDADCFEC5}" destId="{A240D6EE-A96E-4FB5-9BA2-2170419E297F}" srcOrd="0" destOrd="0" presId="urn:microsoft.com/office/officeart/2018/2/layout/IconCircleList"/>
    <dgm:cxn modelId="{E69ABB60-30E4-4457-BC78-B387C02BB514}" type="presOf" srcId="{3C8CB0D2-C7A8-4D97-AA94-F3103F3D011D}" destId="{372D3722-51B3-47AB-A6A8-78BC809F9CE7}" srcOrd="0" destOrd="0" presId="urn:microsoft.com/office/officeart/2018/2/layout/IconCircleList"/>
    <dgm:cxn modelId="{F674A342-F8B0-4172-9883-8DAD4C5D3FB1}" type="presOf" srcId="{5A07FA67-0A00-4E31-AF6A-5D3A96B786CE}" destId="{92068771-97CE-4B71-86FC-1E9C4F06F318}" srcOrd="0" destOrd="0" presId="urn:microsoft.com/office/officeart/2018/2/layout/IconCircleList"/>
    <dgm:cxn modelId="{11DC0365-EDC0-4391-8892-9911F545027A}" srcId="{44E930C6-C284-4321-8D8D-F1C33FB96890}" destId="{7978A96E-051D-4406-892B-6A973FE74FCF}" srcOrd="1" destOrd="0" parTransId="{387A52FE-CCBF-4A8A-B5B5-35F88871ACAD}" sibTransId="{6477549F-F6F3-49D5-9323-3AA7B05C02CC}"/>
    <dgm:cxn modelId="{027D9F48-7D97-47E4-BC12-AFACE570ED10}" type="presOf" srcId="{B9D13602-2CEC-4A7A-8D92-B8026060F785}" destId="{8CC2C3B4-95EE-4288-BD07-D48627F09886}" srcOrd="0" destOrd="0" presId="urn:microsoft.com/office/officeart/2018/2/layout/IconCircleList"/>
    <dgm:cxn modelId="{8CB00D4D-C116-42BE-936F-C9AFE8B3A0D7}" type="presOf" srcId="{AECFE1DA-B7EF-497A-878A-9CA8AF54FEBB}" destId="{D3804D80-E114-49F4-8139-B27F9C5D5358}" srcOrd="0" destOrd="0" presId="urn:microsoft.com/office/officeart/2018/2/layout/IconCircleList"/>
    <dgm:cxn modelId="{3D94B075-2248-441B-9A40-FE8EEA173C44}" type="presOf" srcId="{7978A96E-051D-4406-892B-6A973FE74FCF}" destId="{57F0AFE9-DCEC-40B4-A303-69350BC002ED}" srcOrd="0" destOrd="0" presId="urn:microsoft.com/office/officeart/2018/2/layout/IconCircleList"/>
    <dgm:cxn modelId="{6B078077-1EDD-45FF-A6F6-34541CBD8102}" type="presOf" srcId="{B8120D7C-0BFF-40FF-B0A2-5A102E6441D4}" destId="{AA55A662-ECC0-4CF8-B1F2-E840A4D6F852}" srcOrd="0" destOrd="0" presId="urn:microsoft.com/office/officeart/2018/2/layout/IconCircleList"/>
    <dgm:cxn modelId="{E0F78858-A6F9-40AE-92F7-854432320B03}" srcId="{44E930C6-C284-4321-8D8D-F1C33FB96890}" destId="{BCF34A1B-85FB-46CD-BB81-832806B70C74}" srcOrd="2" destOrd="0" parTransId="{305F056F-DB34-4D7E-9806-2394325C56B2}" sibTransId="{AECFE1DA-B7EF-497A-878A-9CA8AF54FEBB}"/>
    <dgm:cxn modelId="{4017B97A-10BF-4926-B1C1-985ED448A4C2}" type="presOf" srcId="{BCF34A1B-85FB-46CD-BB81-832806B70C74}" destId="{8D5E4132-B39D-4D60-8747-8D346741B67B}" srcOrd="0" destOrd="0" presId="urn:microsoft.com/office/officeart/2018/2/layout/IconCircleList"/>
    <dgm:cxn modelId="{3D7E4097-0840-414B-A5C2-735236519987}" type="presOf" srcId="{03D160FA-F987-4C0F-860E-DA3313EC1C16}" destId="{DA8F5294-9815-442C-89E6-9F8CDF0C23B0}" srcOrd="0" destOrd="0" presId="urn:microsoft.com/office/officeart/2018/2/layout/IconCircleList"/>
    <dgm:cxn modelId="{776BDDA2-DA55-415A-9736-CDF711EC9697}" srcId="{44E930C6-C284-4321-8D8D-F1C33FB96890}" destId="{6501367A-34A7-43F0-89AB-700D5A6A8AC4}" srcOrd="5" destOrd="0" parTransId="{3F77D0C9-69FA-445A-A5A3-C1B3F141A73A}" sibTransId="{3C8CB0D2-C7A8-4D97-AA94-F3103F3D011D}"/>
    <dgm:cxn modelId="{728E88BB-41AE-42D5-8F8D-72AFAF1830A2}" type="presOf" srcId="{44E930C6-C284-4321-8D8D-F1C33FB96890}" destId="{15F3C87D-CD2F-4D0B-9B3F-BF5305F7A801}" srcOrd="0" destOrd="0" presId="urn:microsoft.com/office/officeart/2018/2/layout/IconCircleList"/>
    <dgm:cxn modelId="{0933D8CB-48AC-4291-9357-3EBF6B1418C3}" srcId="{44E930C6-C284-4321-8D8D-F1C33FB96890}" destId="{CD8A4F07-3BF4-4522-AA4A-DC02BD90AF22}" srcOrd="0" destOrd="0" parTransId="{8F028AE4-66A7-4226-B3AB-EA47F646E102}" sibTransId="{941FA0AE-7E0D-417B-9800-48CCDADCFEC5}"/>
    <dgm:cxn modelId="{DB9D44D1-4FF4-4679-ACE6-86A51EAB75FD}" srcId="{44E930C6-C284-4321-8D8D-F1C33FB96890}" destId="{03D160FA-F987-4C0F-860E-DA3313EC1C16}" srcOrd="6" destOrd="0" parTransId="{E1FB8EEC-526D-4481-9646-213A245A363C}" sibTransId="{8A2B7E15-90B6-461E-ADEA-794EB2D618C1}"/>
    <dgm:cxn modelId="{A85C37DD-4B84-4538-BEA0-58B24E351D92}" type="presOf" srcId="{6477549F-F6F3-49D5-9323-3AA7B05C02CC}" destId="{6B121AF2-206B-4026-A209-9AB62CDDB390}" srcOrd="0" destOrd="0" presId="urn:microsoft.com/office/officeart/2018/2/layout/IconCircleList"/>
    <dgm:cxn modelId="{ED6F83F1-769B-47EE-AC72-DBA4784CFB92}" srcId="{44E930C6-C284-4321-8D8D-F1C33FB96890}" destId="{B9D13602-2CEC-4A7A-8D92-B8026060F785}" srcOrd="4" destOrd="0" parTransId="{A302344E-BC4D-47F6-9630-05C7EA400E98}" sibTransId="{B8120D7C-0BFF-40FF-B0A2-5A102E6441D4}"/>
    <dgm:cxn modelId="{E050DC62-C593-468E-B15A-A6A581B4D231}" type="presParOf" srcId="{15F3C87D-CD2F-4D0B-9B3F-BF5305F7A801}" destId="{C1C80291-8A1E-423B-A22B-1FAB65CBB27F}" srcOrd="0" destOrd="0" presId="urn:microsoft.com/office/officeart/2018/2/layout/IconCircleList"/>
    <dgm:cxn modelId="{DB90FAD3-C3FC-40F2-858B-7A5BD2317EE6}" type="presParOf" srcId="{C1C80291-8A1E-423B-A22B-1FAB65CBB27F}" destId="{E9054884-F67C-49FE-B12D-4536FBA18A1B}" srcOrd="0" destOrd="0" presId="urn:microsoft.com/office/officeart/2018/2/layout/IconCircleList"/>
    <dgm:cxn modelId="{D7F8D09C-B4A7-43C6-BAF4-AADDB5BEF875}" type="presParOf" srcId="{E9054884-F67C-49FE-B12D-4536FBA18A1B}" destId="{CD615D67-596B-4125-83C8-2205E753B5AB}" srcOrd="0" destOrd="0" presId="urn:microsoft.com/office/officeart/2018/2/layout/IconCircleList"/>
    <dgm:cxn modelId="{56481B5C-46B7-4876-BB09-49B2FB0B0830}" type="presParOf" srcId="{E9054884-F67C-49FE-B12D-4536FBA18A1B}" destId="{9D9BFE04-1640-4A40-9EAF-786A02B08A72}" srcOrd="1" destOrd="0" presId="urn:microsoft.com/office/officeart/2018/2/layout/IconCircleList"/>
    <dgm:cxn modelId="{A984F4A9-4F00-4CB1-8611-5F59922BE9D6}" type="presParOf" srcId="{E9054884-F67C-49FE-B12D-4536FBA18A1B}" destId="{1C653D05-A5DE-4A59-AA78-C940B9A8B2CD}" srcOrd="2" destOrd="0" presId="urn:microsoft.com/office/officeart/2018/2/layout/IconCircleList"/>
    <dgm:cxn modelId="{07D31951-A7C5-4CD5-B3F6-2DE68BC744E8}" type="presParOf" srcId="{E9054884-F67C-49FE-B12D-4536FBA18A1B}" destId="{9DECBB39-03A1-475C-8AAD-BB066F3FD6AF}" srcOrd="3" destOrd="0" presId="urn:microsoft.com/office/officeart/2018/2/layout/IconCircleList"/>
    <dgm:cxn modelId="{E8CEB291-D50C-4453-ADF4-D32ECDC1C6AF}" type="presParOf" srcId="{C1C80291-8A1E-423B-A22B-1FAB65CBB27F}" destId="{A240D6EE-A96E-4FB5-9BA2-2170419E297F}" srcOrd="1" destOrd="0" presId="urn:microsoft.com/office/officeart/2018/2/layout/IconCircleList"/>
    <dgm:cxn modelId="{29F535BA-8248-48F5-A8BD-8ECC68499E25}" type="presParOf" srcId="{C1C80291-8A1E-423B-A22B-1FAB65CBB27F}" destId="{7D070349-5DBB-42CC-9545-7216875C5FEE}" srcOrd="2" destOrd="0" presId="urn:microsoft.com/office/officeart/2018/2/layout/IconCircleList"/>
    <dgm:cxn modelId="{04C1E2DD-BBBD-4326-8A96-A7F9A7564A1A}" type="presParOf" srcId="{7D070349-5DBB-42CC-9545-7216875C5FEE}" destId="{92C06F1E-2B35-4DEA-8DB7-E06B13C20524}" srcOrd="0" destOrd="0" presId="urn:microsoft.com/office/officeart/2018/2/layout/IconCircleList"/>
    <dgm:cxn modelId="{91F11B6E-E299-47A1-B47E-B80C8492869A}" type="presParOf" srcId="{7D070349-5DBB-42CC-9545-7216875C5FEE}" destId="{AE7120DB-778E-426C-81B0-BF2B7481127C}" srcOrd="1" destOrd="0" presId="urn:microsoft.com/office/officeart/2018/2/layout/IconCircleList"/>
    <dgm:cxn modelId="{46B3890B-F538-4BE4-BE45-5605CEE8FA18}" type="presParOf" srcId="{7D070349-5DBB-42CC-9545-7216875C5FEE}" destId="{D4B3F0B1-22D8-40C8-A1D5-57174AD8352C}" srcOrd="2" destOrd="0" presId="urn:microsoft.com/office/officeart/2018/2/layout/IconCircleList"/>
    <dgm:cxn modelId="{88C029D3-616D-4B90-A4D1-CD87BE789701}" type="presParOf" srcId="{7D070349-5DBB-42CC-9545-7216875C5FEE}" destId="{57F0AFE9-DCEC-40B4-A303-69350BC002ED}" srcOrd="3" destOrd="0" presId="urn:microsoft.com/office/officeart/2018/2/layout/IconCircleList"/>
    <dgm:cxn modelId="{864C3DDB-3A6D-44DF-9242-C5994E33563F}" type="presParOf" srcId="{C1C80291-8A1E-423B-A22B-1FAB65CBB27F}" destId="{6B121AF2-206B-4026-A209-9AB62CDDB390}" srcOrd="3" destOrd="0" presId="urn:microsoft.com/office/officeart/2018/2/layout/IconCircleList"/>
    <dgm:cxn modelId="{EEE92AE8-7665-49E7-8EC8-18C771A5988B}" type="presParOf" srcId="{C1C80291-8A1E-423B-A22B-1FAB65CBB27F}" destId="{954F0C06-BDE1-435B-A619-29934DE393A9}" srcOrd="4" destOrd="0" presId="urn:microsoft.com/office/officeart/2018/2/layout/IconCircleList"/>
    <dgm:cxn modelId="{BD5D553F-51ED-4847-ABFB-5BEAD7BE8F60}" type="presParOf" srcId="{954F0C06-BDE1-435B-A619-29934DE393A9}" destId="{D4518034-1A10-46A6-B204-0A771ADAE6DB}" srcOrd="0" destOrd="0" presId="urn:microsoft.com/office/officeart/2018/2/layout/IconCircleList"/>
    <dgm:cxn modelId="{467C4939-5682-4A6E-B5C9-DCF4BBAFF37F}" type="presParOf" srcId="{954F0C06-BDE1-435B-A619-29934DE393A9}" destId="{8BFDE7A5-8ED8-41B4-9CAE-5A7B6CD39377}" srcOrd="1" destOrd="0" presId="urn:microsoft.com/office/officeart/2018/2/layout/IconCircleList"/>
    <dgm:cxn modelId="{65D3E9C8-8857-4BFC-B440-67C124CD66CC}" type="presParOf" srcId="{954F0C06-BDE1-435B-A619-29934DE393A9}" destId="{991421AA-0F07-4759-AC92-B417D6C2A72E}" srcOrd="2" destOrd="0" presId="urn:microsoft.com/office/officeart/2018/2/layout/IconCircleList"/>
    <dgm:cxn modelId="{5FD33795-9153-409D-9D13-A385B467EBBC}" type="presParOf" srcId="{954F0C06-BDE1-435B-A619-29934DE393A9}" destId="{8D5E4132-B39D-4D60-8747-8D346741B67B}" srcOrd="3" destOrd="0" presId="urn:microsoft.com/office/officeart/2018/2/layout/IconCircleList"/>
    <dgm:cxn modelId="{D461EA55-0A18-4496-A543-518F47DE9004}" type="presParOf" srcId="{C1C80291-8A1E-423B-A22B-1FAB65CBB27F}" destId="{D3804D80-E114-49F4-8139-B27F9C5D5358}" srcOrd="5" destOrd="0" presId="urn:microsoft.com/office/officeart/2018/2/layout/IconCircleList"/>
    <dgm:cxn modelId="{8AA733CE-FB30-40D0-83E3-442600C7659B}" type="presParOf" srcId="{C1C80291-8A1E-423B-A22B-1FAB65CBB27F}" destId="{FF6AD580-4C9A-49AA-BF31-04072296AAC0}" srcOrd="6" destOrd="0" presId="urn:microsoft.com/office/officeart/2018/2/layout/IconCircleList"/>
    <dgm:cxn modelId="{34E3DBEC-AB44-4DC3-9AD6-38B4614941B8}" type="presParOf" srcId="{FF6AD580-4C9A-49AA-BF31-04072296AAC0}" destId="{5A640D57-AFED-4ED6-8FB5-81A441AEF15E}" srcOrd="0" destOrd="0" presId="urn:microsoft.com/office/officeart/2018/2/layout/IconCircleList"/>
    <dgm:cxn modelId="{F8E95E1C-DFC7-4481-AF2C-340B0F87C0D2}" type="presParOf" srcId="{FF6AD580-4C9A-49AA-BF31-04072296AAC0}" destId="{6FEB0F3B-9C7D-417B-8490-DE76058DA06B}" srcOrd="1" destOrd="0" presId="urn:microsoft.com/office/officeart/2018/2/layout/IconCircleList"/>
    <dgm:cxn modelId="{BF15ED3A-D30B-4E3B-9D74-3FD2384B56AD}" type="presParOf" srcId="{FF6AD580-4C9A-49AA-BF31-04072296AAC0}" destId="{9C65181B-14DA-47E4-91A8-67D013FFB2BB}" srcOrd="2" destOrd="0" presId="urn:microsoft.com/office/officeart/2018/2/layout/IconCircleList"/>
    <dgm:cxn modelId="{2C18AA9B-2317-4CA4-BB85-ADEE6BAA33EF}" type="presParOf" srcId="{FF6AD580-4C9A-49AA-BF31-04072296AAC0}" destId="{92068771-97CE-4B71-86FC-1E9C4F06F318}" srcOrd="3" destOrd="0" presId="urn:microsoft.com/office/officeart/2018/2/layout/IconCircleList"/>
    <dgm:cxn modelId="{DF8C2C07-B437-44F1-B0FB-7C696D327E01}" type="presParOf" srcId="{C1C80291-8A1E-423B-A22B-1FAB65CBB27F}" destId="{B5558E88-D8DC-4F1B-93AD-E44E05610B8D}" srcOrd="7" destOrd="0" presId="urn:microsoft.com/office/officeart/2018/2/layout/IconCircleList"/>
    <dgm:cxn modelId="{B8DE1216-BB34-4DE6-9447-5EF06E762795}" type="presParOf" srcId="{C1C80291-8A1E-423B-A22B-1FAB65CBB27F}" destId="{04D6FE5C-0F32-4C3A-813A-8BBA52D3964D}" srcOrd="8" destOrd="0" presId="urn:microsoft.com/office/officeart/2018/2/layout/IconCircleList"/>
    <dgm:cxn modelId="{AFD9A00E-EF77-47EE-A2FF-BB6D271E5BED}" type="presParOf" srcId="{04D6FE5C-0F32-4C3A-813A-8BBA52D3964D}" destId="{9241992E-AFE4-4099-B21C-07F6411E01CF}" srcOrd="0" destOrd="0" presId="urn:microsoft.com/office/officeart/2018/2/layout/IconCircleList"/>
    <dgm:cxn modelId="{10EDA87A-A394-4ABE-8B7A-DC144BADA198}" type="presParOf" srcId="{04D6FE5C-0F32-4C3A-813A-8BBA52D3964D}" destId="{5810E072-30BC-4B6C-BEC9-1CA6504A6859}" srcOrd="1" destOrd="0" presId="urn:microsoft.com/office/officeart/2018/2/layout/IconCircleList"/>
    <dgm:cxn modelId="{D51BA59B-6057-4DAE-A719-30E017F287FC}" type="presParOf" srcId="{04D6FE5C-0F32-4C3A-813A-8BBA52D3964D}" destId="{248D3BF9-151B-4DCA-ACDC-29C9A7ABC50B}" srcOrd="2" destOrd="0" presId="urn:microsoft.com/office/officeart/2018/2/layout/IconCircleList"/>
    <dgm:cxn modelId="{2FBEB24C-4AFB-47FE-8527-D15F1FED396B}" type="presParOf" srcId="{04D6FE5C-0F32-4C3A-813A-8BBA52D3964D}" destId="{8CC2C3B4-95EE-4288-BD07-D48627F09886}" srcOrd="3" destOrd="0" presId="urn:microsoft.com/office/officeart/2018/2/layout/IconCircleList"/>
    <dgm:cxn modelId="{641B1B30-0D7F-4F70-8FC4-1B1CE154E263}" type="presParOf" srcId="{C1C80291-8A1E-423B-A22B-1FAB65CBB27F}" destId="{AA55A662-ECC0-4CF8-B1F2-E840A4D6F852}" srcOrd="9" destOrd="0" presId="urn:microsoft.com/office/officeart/2018/2/layout/IconCircleList"/>
    <dgm:cxn modelId="{183AB862-318D-47BD-A68B-B34EDF8CE2CF}" type="presParOf" srcId="{C1C80291-8A1E-423B-A22B-1FAB65CBB27F}" destId="{80408A85-5079-43A6-B4AF-93BD9B75A580}" srcOrd="10" destOrd="0" presId="urn:microsoft.com/office/officeart/2018/2/layout/IconCircleList"/>
    <dgm:cxn modelId="{F829F423-EA0E-4096-94F1-6EFCF524F905}" type="presParOf" srcId="{80408A85-5079-43A6-B4AF-93BD9B75A580}" destId="{C345D98A-AF62-40FA-A56A-A2C722504AF9}" srcOrd="0" destOrd="0" presId="urn:microsoft.com/office/officeart/2018/2/layout/IconCircleList"/>
    <dgm:cxn modelId="{1ACFB144-AE03-4109-93FC-4381CBFAC812}" type="presParOf" srcId="{80408A85-5079-43A6-B4AF-93BD9B75A580}" destId="{752130CC-B00F-4827-868E-DC7595E12552}" srcOrd="1" destOrd="0" presId="urn:microsoft.com/office/officeart/2018/2/layout/IconCircleList"/>
    <dgm:cxn modelId="{ADD92758-F51A-42ED-9A73-B588FB313326}" type="presParOf" srcId="{80408A85-5079-43A6-B4AF-93BD9B75A580}" destId="{261B599E-36D7-4ECB-BC63-56899BF051B1}" srcOrd="2" destOrd="0" presId="urn:microsoft.com/office/officeart/2018/2/layout/IconCircleList"/>
    <dgm:cxn modelId="{B951B079-7195-4E68-B14F-5AC9B30756EB}" type="presParOf" srcId="{80408A85-5079-43A6-B4AF-93BD9B75A580}" destId="{D18F1ACC-A91A-4B8D-8505-9D46D95EBF51}" srcOrd="3" destOrd="0" presId="urn:microsoft.com/office/officeart/2018/2/layout/IconCircleList"/>
    <dgm:cxn modelId="{F763B6F9-D97E-4DB7-81B2-83A34A5435F5}" type="presParOf" srcId="{C1C80291-8A1E-423B-A22B-1FAB65CBB27F}" destId="{372D3722-51B3-47AB-A6A8-78BC809F9CE7}" srcOrd="11" destOrd="0" presId="urn:microsoft.com/office/officeart/2018/2/layout/IconCircleList"/>
    <dgm:cxn modelId="{E9EED394-1E63-48AE-A15B-38B887DA2E99}" type="presParOf" srcId="{C1C80291-8A1E-423B-A22B-1FAB65CBB27F}" destId="{046EBF6F-90B9-424E-BAB8-E738CA36E584}" srcOrd="12" destOrd="0" presId="urn:microsoft.com/office/officeart/2018/2/layout/IconCircleList"/>
    <dgm:cxn modelId="{2022A0F0-096E-4567-9D59-AA073EB93D3A}" type="presParOf" srcId="{046EBF6F-90B9-424E-BAB8-E738CA36E584}" destId="{ED3121F2-F852-4019-8106-C484D0C21900}" srcOrd="0" destOrd="0" presId="urn:microsoft.com/office/officeart/2018/2/layout/IconCircleList"/>
    <dgm:cxn modelId="{AEEB861F-CBE8-43CD-A817-6240E5E8F3BB}" type="presParOf" srcId="{046EBF6F-90B9-424E-BAB8-E738CA36E584}" destId="{8E6F2D35-9C6E-4CFB-A8D3-03CA6F640C91}" srcOrd="1" destOrd="0" presId="urn:microsoft.com/office/officeart/2018/2/layout/IconCircleList"/>
    <dgm:cxn modelId="{6A9EB722-436A-4008-A127-64D45397148D}" type="presParOf" srcId="{046EBF6F-90B9-424E-BAB8-E738CA36E584}" destId="{C96AACE3-52DB-4687-A244-B2787F962FFF}" srcOrd="2" destOrd="0" presId="urn:microsoft.com/office/officeart/2018/2/layout/IconCircleList"/>
    <dgm:cxn modelId="{5E53196B-C82E-46D4-94C7-257B3820D166}" type="presParOf" srcId="{046EBF6F-90B9-424E-BAB8-E738CA36E584}" destId="{DA8F5294-9815-442C-89E6-9F8CDF0C23B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5FD2F15-C49C-4830-948A-9AC97758CA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5F8D83-4D25-4AB8-9ABA-1F60E1F9E2D5}">
      <dgm:prSet/>
      <dgm:spPr/>
      <dgm:t>
        <a:bodyPr/>
        <a:lstStyle/>
        <a:p>
          <a:r>
            <a:rPr lang="en-US"/>
            <a:t>Represent queue positions as(row , column) coordinates</a:t>
          </a:r>
        </a:p>
      </dgm:t>
    </dgm:pt>
    <dgm:pt modelId="{8D1C57B9-1970-4DB2-A32B-90F2DAE45D0D}" type="parTrans" cxnId="{BDC6CED7-6FFE-410C-AE21-84AA5AED8700}">
      <dgm:prSet/>
      <dgm:spPr/>
      <dgm:t>
        <a:bodyPr/>
        <a:lstStyle/>
        <a:p>
          <a:endParaRPr lang="en-US"/>
        </a:p>
      </dgm:t>
    </dgm:pt>
    <dgm:pt modelId="{D09A3A41-FF3C-4C8E-81A9-96771D0DD7F2}" type="sibTrans" cxnId="{BDC6CED7-6FFE-410C-AE21-84AA5AED8700}">
      <dgm:prSet/>
      <dgm:spPr/>
      <dgm:t>
        <a:bodyPr/>
        <a:lstStyle/>
        <a:p>
          <a:endParaRPr lang="en-US"/>
        </a:p>
      </dgm:t>
    </dgm:pt>
    <dgm:pt modelId="{F3A51E22-A032-469E-9A87-76E6E9007C77}">
      <dgm:prSet/>
      <dgm:spPr/>
      <dgm:t>
        <a:bodyPr/>
        <a:lstStyle/>
        <a:p>
          <a:r>
            <a:rPr lang="en-US"/>
            <a:t>Alternatively, use a single array where queue[i]=j means a queue is placed at positions(i, j)</a:t>
          </a:r>
        </a:p>
      </dgm:t>
    </dgm:pt>
    <dgm:pt modelId="{48672A2D-2B0E-4A62-B085-04D3E10CF240}" type="parTrans" cxnId="{98B4B579-7651-440C-AB82-C9BBC0FB2A79}">
      <dgm:prSet/>
      <dgm:spPr/>
      <dgm:t>
        <a:bodyPr/>
        <a:lstStyle/>
        <a:p>
          <a:endParaRPr lang="en-US"/>
        </a:p>
      </dgm:t>
    </dgm:pt>
    <dgm:pt modelId="{CAD3FABE-144A-4943-882D-86D538C519ED}" type="sibTrans" cxnId="{98B4B579-7651-440C-AB82-C9BBC0FB2A79}">
      <dgm:prSet/>
      <dgm:spPr/>
      <dgm:t>
        <a:bodyPr/>
        <a:lstStyle/>
        <a:p>
          <a:endParaRPr lang="en-US"/>
        </a:p>
      </dgm:t>
    </dgm:pt>
    <dgm:pt modelId="{19FE02DD-094A-469A-A78C-601F514404B2}" type="pres">
      <dgm:prSet presAssocID="{F5FD2F15-C49C-4830-948A-9AC97758CAE1}" presName="linear" presStyleCnt="0">
        <dgm:presLayoutVars>
          <dgm:animLvl val="lvl"/>
          <dgm:resizeHandles val="exact"/>
        </dgm:presLayoutVars>
      </dgm:prSet>
      <dgm:spPr/>
    </dgm:pt>
    <dgm:pt modelId="{0CBE237E-69AD-43C6-B2AA-9417616E8B6D}" type="pres">
      <dgm:prSet presAssocID="{385F8D83-4D25-4AB8-9ABA-1F60E1F9E2D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716C2F-53AD-4448-AEBD-77C12360E80E}" type="pres">
      <dgm:prSet presAssocID="{D09A3A41-FF3C-4C8E-81A9-96771D0DD7F2}" presName="spacer" presStyleCnt="0"/>
      <dgm:spPr/>
    </dgm:pt>
    <dgm:pt modelId="{5EF91534-C262-4FE4-8E6D-6645DD44FB19}" type="pres">
      <dgm:prSet presAssocID="{F3A51E22-A032-469E-9A87-76E6E9007C7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D4B50F-1506-427C-B7D8-6D490398BEB5}" type="presOf" srcId="{385F8D83-4D25-4AB8-9ABA-1F60E1F9E2D5}" destId="{0CBE237E-69AD-43C6-B2AA-9417616E8B6D}" srcOrd="0" destOrd="0" presId="urn:microsoft.com/office/officeart/2005/8/layout/vList2"/>
    <dgm:cxn modelId="{A5D38A1B-B6A6-4C74-BBA3-069E74423C5F}" type="presOf" srcId="{F5FD2F15-C49C-4830-948A-9AC97758CAE1}" destId="{19FE02DD-094A-469A-A78C-601F514404B2}" srcOrd="0" destOrd="0" presId="urn:microsoft.com/office/officeart/2005/8/layout/vList2"/>
    <dgm:cxn modelId="{98B4B579-7651-440C-AB82-C9BBC0FB2A79}" srcId="{F5FD2F15-C49C-4830-948A-9AC97758CAE1}" destId="{F3A51E22-A032-469E-9A87-76E6E9007C77}" srcOrd="1" destOrd="0" parTransId="{48672A2D-2B0E-4A62-B085-04D3E10CF240}" sibTransId="{CAD3FABE-144A-4943-882D-86D538C519ED}"/>
    <dgm:cxn modelId="{BDC6CED7-6FFE-410C-AE21-84AA5AED8700}" srcId="{F5FD2F15-C49C-4830-948A-9AC97758CAE1}" destId="{385F8D83-4D25-4AB8-9ABA-1F60E1F9E2D5}" srcOrd="0" destOrd="0" parTransId="{8D1C57B9-1970-4DB2-A32B-90F2DAE45D0D}" sibTransId="{D09A3A41-FF3C-4C8E-81A9-96771D0DD7F2}"/>
    <dgm:cxn modelId="{B9AB1FDA-1EF7-4BDD-AEA2-A97263C83B36}" type="presOf" srcId="{F3A51E22-A032-469E-9A87-76E6E9007C77}" destId="{5EF91534-C262-4FE4-8E6D-6645DD44FB19}" srcOrd="0" destOrd="0" presId="urn:microsoft.com/office/officeart/2005/8/layout/vList2"/>
    <dgm:cxn modelId="{2BF35E6C-E34D-4890-9FE8-47AE6EDED942}" type="presParOf" srcId="{19FE02DD-094A-469A-A78C-601F514404B2}" destId="{0CBE237E-69AD-43C6-B2AA-9417616E8B6D}" srcOrd="0" destOrd="0" presId="urn:microsoft.com/office/officeart/2005/8/layout/vList2"/>
    <dgm:cxn modelId="{1258E365-242C-471A-BC3E-CA8BFC9CC294}" type="presParOf" srcId="{19FE02DD-094A-469A-A78C-601F514404B2}" destId="{70716C2F-53AD-4448-AEBD-77C12360E80E}" srcOrd="1" destOrd="0" presId="urn:microsoft.com/office/officeart/2005/8/layout/vList2"/>
    <dgm:cxn modelId="{D9ADDF1E-B750-49F1-BC7D-447CEF214355}" type="presParOf" srcId="{19FE02DD-094A-469A-A78C-601F514404B2}" destId="{5EF91534-C262-4FE4-8E6D-6645DD44FB1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6B6F6EC-90A3-41A2-9A68-CB2C56341CB4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DE9022-D3CD-4783-8042-4BBA75EBF446}">
      <dgm:prSet/>
      <dgm:spPr/>
      <dgm:t>
        <a:bodyPr/>
        <a:lstStyle/>
        <a:p>
          <a:r>
            <a:rPr lang="en-US"/>
            <a:t>No two queues can share the same row</a:t>
          </a:r>
        </a:p>
      </dgm:t>
    </dgm:pt>
    <dgm:pt modelId="{98E7D60E-DF62-42FB-B9C9-A8D80A5E1941}" type="parTrans" cxnId="{3868F11F-82CA-433C-8AF9-5DE41C17E2B3}">
      <dgm:prSet/>
      <dgm:spPr/>
      <dgm:t>
        <a:bodyPr/>
        <a:lstStyle/>
        <a:p>
          <a:endParaRPr lang="en-US"/>
        </a:p>
      </dgm:t>
    </dgm:pt>
    <dgm:pt modelId="{804D26C6-D679-4A63-977B-16FB3AEE3303}" type="sibTrans" cxnId="{3868F11F-82CA-433C-8AF9-5DE41C17E2B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8BD9636-2132-4842-8072-267712B8F459}">
      <dgm:prSet/>
      <dgm:spPr/>
      <dgm:t>
        <a:bodyPr/>
        <a:lstStyle/>
        <a:p>
          <a:r>
            <a:rPr lang="en-US"/>
            <a:t>No two queues can share the same column</a:t>
          </a:r>
        </a:p>
      </dgm:t>
    </dgm:pt>
    <dgm:pt modelId="{6BF149C1-27B4-4891-A51E-2100736BE30D}" type="parTrans" cxnId="{FC9D9DB9-4D94-473D-9B9E-9DD40EE10AC5}">
      <dgm:prSet/>
      <dgm:spPr/>
      <dgm:t>
        <a:bodyPr/>
        <a:lstStyle/>
        <a:p>
          <a:endParaRPr lang="en-US"/>
        </a:p>
      </dgm:t>
    </dgm:pt>
    <dgm:pt modelId="{9EDB2998-F33D-494D-8848-C59065326FD7}" type="sibTrans" cxnId="{FC9D9DB9-4D94-473D-9B9E-9DD40EE10AC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0728625-F5CB-4E96-B535-CBA070CDACD9}">
      <dgm:prSet/>
      <dgm:spPr/>
      <dgm:t>
        <a:bodyPr/>
        <a:lstStyle/>
        <a:p>
          <a:r>
            <a:rPr lang="en-US"/>
            <a:t>No  two queues can share the same diagonal</a:t>
          </a:r>
        </a:p>
      </dgm:t>
    </dgm:pt>
    <dgm:pt modelId="{8348307B-F9CD-464D-AFA6-448051DF001F}" type="parTrans" cxnId="{A9531FCE-0D9B-4E35-B710-41AC89C4B3BE}">
      <dgm:prSet/>
      <dgm:spPr/>
      <dgm:t>
        <a:bodyPr/>
        <a:lstStyle/>
        <a:p>
          <a:endParaRPr lang="en-US"/>
        </a:p>
      </dgm:t>
    </dgm:pt>
    <dgm:pt modelId="{C41172B9-1BC8-4CAB-A161-57822AAA1C32}" type="sibTrans" cxnId="{A9531FCE-0D9B-4E35-B710-41AC89C4B3B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83C64CC-8344-4476-8DA5-CCC1B9980C79}" type="pres">
      <dgm:prSet presAssocID="{F6B6F6EC-90A3-41A2-9A68-CB2C56341CB4}" presName="Name0" presStyleCnt="0">
        <dgm:presLayoutVars>
          <dgm:animLvl val="lvl"/>
          <dgm:resizeHandles val="exact"/>
        </dgm:presLayoutVars>
      </dgm:prSet>
      <dgm:spPr/>
    </dgm:pt>
    <dgm:pt modelId="{76730FC0-3B3B-4CD6-A839-2C966AF48B33}" type="pres">
      <dgm:prSet presAssocID="{CADE9022-D3CD-4783-8042-4BBA75EBF446}" presName="compositeNode" presStyleCnt="0">
        <dgm:presLayoutVars>
          <dgm:bulletEnabled val="1"/>
        </dgm:presLayoutVars>
      </dgm:prSet>
      <dgm:spPr/>
    </dgm:pt>
    <dgm:pt modelId="{62DBB2CF-0FA5-4012-A24C-83080019C653}" type="pres">
      <dgm:prSet presAssocID="{CADE9022-D3CD-4783-8042-4BBA75EBF446}" presName="bgRect" presStyleLbl="bgAccFollowNode1" presStyleIdx="0" presStyleCnt="3"/>
      <dgm:spPr/>
    </dgm:pt>
    <dgm:pt modelId="{3E1A7980-CE6B-4DF1-9065-5335B90295CA}" type="pres">
      <dgm:prSet presAssocID="{804D26C6-D679-4A63-977B-16FB3AEE3303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11B6769-7994-4A60-8B89-BDA15541027A}" type="pres">
      <dgm:prSet presAssocID="{CADE9022-D3CD-4783-8042-4BBA75EBF446}" presName="bottomLine" presStyleLbl="alignNode1" presStyleIdx="1" presStyleCnt="6">
        <dgm:presLayoutVars/>
      </dgm:prSet>
      <dgm:spPr/>
    </dgm:pt>
    <dgm:pt modelId="{A8645C17-933B-4205-92D3-E116BB4C0BA2}" type="pres">
      <dgm:prSet presAssocID="{CADE9022-D3CD-4783-8042-4BBA75EBF446}" presName="nodeText" presStyleLbl="bgAccFollowNode1" presStyleIdx="0" presStyleCnt="3">
        <dgm:presLayoutVars>
          <dgm:bulletEnabled val="1"/>
        </dgm:presLayoutVars>
      </dgm:prSet>
      <dgm:spPr/>
    </dgm:pt>
    <dgm:pt modelId="{33B698FA-D2DB-4BB3-8E06-60562A9CE133}" type="pres">
      <dgm:prSet presAssocID="{804D26C6-D679-4A63-977B-16FB3AEE3303}" presName="sibTrans" presStyleCnt="0"/>
      <dgm:spPr/>
    </dgm:pt>
    <dgm:pt modelId="{E180F8E2-B4DE-4CD5-A632-0ED2781C9A76}" type="pres">
      <dgm:prSet presAssocID="{78BD9636-2132-4842-8072-267712B8F459}" presName="compositeNode" presStyleCnt="0">
        <dgm:presLayoutVars>
          <dgm:bulletEnabled val="1"/>
        </dgm:presLayoutVars>
      </dgm:prSet>
      <dgm:spPr/>
    </dgm:pt>
    <dgm:pt modelId="{A3AED999-F610-49FF-A6EF-D19120388F28}" type="pres">
      <dgm:prSet presAssocID="{78BD9636-2132-4842-8072-267712B8F459}" presName="bgRect" presStyleLbl="bgAccFollowNode1" presStyleIdx="1" presStyleCnt="3"/>
      <dgm:spPr/>
    </dgm:pt>
    <dgm:pt modelId="{CD2C967D-3F8D-4FBE-826E-D821298C6586}" type="pres">
      <dgm:prSet presAssocID="{9EDB2998-F33D-494D-8848-C59065326FD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C60D8DE-ADA7-42E4-906B-57C8A4F195E9}" type="pres">
      <dgm:prSet presAssocID="{78BD9636-2132-4842-8072-267712B8F459}" presName="bottomLine" presStyleLbl="alignNode1" presStyleIdx="3" presStyleCnt="6">
        <dgm:presLayoutVars/>
      </dgm:prSet>
      <dgm:spPr/>
    </dgm:pt>
    <dgm:pt modelId="{8952A7AC-1F40-4F7F-827C-808985F33CC0}" type="pres">
      <dgm:prSet presAssocID="{78BD9636-2132-4842-8072-267712B8F459}" presName="nodeText" presStyleLbl="bgAccFollowNode1" presStyleIdx="1" presStyleCnt="3">
        <dgm:presLayoutVars>
          <dgm:bulletEnabled val="1"/>
        </dgm:presLayoutVars>
      </dgm:prSet>
      <dgm:spPr/>
    </dgm:pt>
    <dgm:pt modelId="{1414B2FF-B6B5-44FE-B0EB-9BD707E86406}" type="pres">
      <dgm:prSet presAssocID="{9EDB2998-F33D-494D-8848-C59065326FD7}" presName="sibTrans" presStyleCnt="0"/>
      <dgm:spPr/>
    </dgm:pt>
    <dgm:pt modelId="{C0E2AAA6-245A-4FC2-A2F5-EE99794ED585}" type="pres">
      <dgm:prSet presAssocID="{F0728625-F5CB-4E96-B535-CBA070CDACD9}" presName="compositeNode" presStyleCnt="0">
        <dgm:presLayoutVars>
          <dgm:bulletEnabled val="1"/>
        </dgm:presLayoutVars>
      </dgm:prSet>
      <dgm:spPr/>
    </dgm:pt>
    <dgm:pt modelId="{82761951-B701-4D91-A815-031BDB64539E}" type="pres">
      <dgm:prSet presAssocID="{F0728625-F5CB-4E96-B535-CBA070CDACD9}" presName="bgRect" presStyleLbl="bgAccFollowNode1" presStyleIdx="2" presStyleCnt="3"/>
      <dgm:spPr/>
    </dgm:pt>
    <dgm:pt modelId="{E67B16DE-D70C-4C10-BDC5-5C336AB174DC}" type="pres">
      <dgm:prSet presAssocID="{C41172B9-1BC8-4CAB-A161-57822AAA1C3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A738479-59D8-4DE9-9D97-4AB4A489D720}" type="pres">
      <dgm:prSet presAssocID="{F0728625-F5CB-4E96-B535-CBA070CDACD9}" presName="bottomLine" presStyleLbl="alignNode1" presStyleIdx="5" presStyleCnt="6">
        <dgm:presLayoutVars/>
      </dgm:prSet>
      <dgm:spPr/>
    </dgm:pt>
    <dgm:pt modelId="{D9C167C6-FE53-4967-A995-3DECD1D83D1B}" type="pres">
      <dgm:prSet presAssocID="{F0728625-F5CB-4E96-B535-CBA070CDACD9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D6A7F02-FB20-4C75-A5B4-479E8CBB8099}" type="presOf" srcId="{F6B6F6EC-90A3-41A2-9A68-CB2C56341CB4}" destId="{583C64CC-8344-4476-8DA5-CCC1B9980C79}" srcOrd="0" destOrd="0" presId="urn:microsoft.com/office/officeart/2016/7/layout/BasicLinearProcessNumbered"/>
    <dgm:cxn modelId="{F05F2D1F-2437-4A4E-9F65-01A9C4E21A2F}" type="presOf" srcId="{CADE9022-D3CD-4783-8042-4BBA75EBF446}" destId="{A8645C17-933B-4205-92D3-E116BB4C0BA2}" srcOrd="1" destOrd="0" presId="urn:microsoft.com/office/officeart/2016/7/layout/BasicLinearProcessNumbered"/>
    <dgm:cxn modelId="{3868F11F-82CA-433C-8AF9-5DE41C17E2B3}" srcId="{F6B6F6EC-90A3-41A2-9A68-CB2C56341CB4}" destId="{CADE9022-D3CD-4783-8042-4BBA75EBF446}" srcOrd="0" destOrd="0" parTransId="{98E7D60E-DF62-42FB-B9C9-A8D80A5E1941}" sibTransId="{804D26C6-D679-4A63-977B-16FB3AEE3303}"/>
    <dgm:cxn modelId="{8C166369-E1ED-41CF-A9B5-B245089CF10C}" type="presOf" srcId="{9EDB2998-F33D-494D-8848-C59065326FD7}" destId="{CD2C967D-3F8D-4FBE-826E-D821298C6586}" srcOrd="0" destOrd="0" presId="urn:microsoft.com/office/officeart/2016/7/layout/BasicLinearProcessNumbered"/>
    <dgm:cxn modelId="{5D1B644A-8E37-46BF-B006-4431DCB59DD0}" type="presOf" srcId="{CADE9022-D3CD-4783-8042-4BBA75EBF446}" destId="{62DBB2CF-0FA5-4012-A24C-83080019C653}" srcOrd="0" destOrd="0" presId="urn:microsoft.com/office/officeart/2016/7/layout/BasicLinearProcessNumbered"/>
    <dgm:cxn modelId="{5DB4C44F-1E2F-4185-A291-62FCD087AE41}" type="presOf" srcId="{F0728625-F5CB-4E96-B535-CBA070CDACD9}" destId="{82761951-B701-4D91-A815-031BDB64539E}" srcOrd="0" destOrd="0" presId="urn:microsoft.com/office/officeart/2016/7/layout/BasicLinearProcessNumbered"/>
    <dgm:cxn modelId="{34CD7251-A28E-43C4-9687-6AF07C4A7B74}" type="presOf" srcId="{78BD9636-2132-4842-8072-267712B8F459}" destId="{8952A7AC-1F40-4F7F-827C-808985F33CC0}" srcOrd="1" destOrd="0" presId="urn:microsoft.com/office/officeart/2016/7/layout/BasicLinearProcessNumbered"/>
    <dgm:cxn modelId="{2928CA81-F8A8-41AE-921F-CA17A538655F}" type="presOf" srcId="{78BD9636-2132-4842-8072-267712B8F459}" destId="{A3AED999-F610-49FF-A6EF-D19120388F28}" srcOrd="0" destOrd="0" presId="urn:microsoft.com/office/officeart/2016/7/layout/BasicLinearProcessNumbered"/>
    <dgm:cxn modelId="{A535868B-5EF3-47BA-813B-33150F320477}" type="presOf" srcId="{804D26C6-D679-4A63-977B-16FB3AEE3303}" destId="{3E1A7980-CE6B-4DF1-9065-5335B90295CA}" srcOrd="0" destOrd="0" presId="urn:microsoft.com/office/officeart/2016/7/layout/BasicLinearProcessNumbered"/>
    <dgm:cxn modelId="{FC9D9DB9-4D94-473D-9B9E-9DD40EE10AC5}" srcId="{F6B6F6EC-90A3-41A2-9A68-CB2C56341CB4}" destId="{78BD9636-2132-4842-8072-267712B8F459}" srcOrd="1" destOrd="0" parTransId="{6BF149C1-27B4-4891-A51E-2100736BE30D}" sibTransId="{9EDB2998-F33D-494D-8848-C59065326FD7}"/>
    <dgm:cxn modelId="{B04FE6BF-06FA-4550-BF11-9965D928A634}" type="presOf" srcId="{C41172B9-1BC8-4CAB-A161-57822AAA1C32}" destId="{E67B16DE-D70C-4C10-BDC5-5C336AB174DC}" srcOrd="0" destOrd="0" presId="urn:microsoft.com/office/officeart/2016/7/layout/BasicLinearProcessNumbered"/>
    <dgm:cxn modelId="{A9531FCE-0D9B-4E35-B710-41AC89C4B3BE}" srcId="{F6B6F6EC-90A3-41A2-9A68-CB2C56341CB4}" destId="{F0728625-F5CB-4E96-B535-CBA070CDACD9}" srcOrd="2" destOrd="0" parTransId="{8348307B-F9CD-464D-AFA6-448051DF001F}" sibTransId="{C41172B9-1BC8-4CAB-A161-57822AAA1C32}"/>
    <dgm:cxn modelId="{47BD26D7-5C7B-45B0-8989-991FCB94F677}" type="presOf" srcId="{F0728625-F5CB-4E96-B535-CBA070CDACD9}" destId="{D9C167C6-FE53-4967-A995-3DECD1D83D1B}" srcOrd="1" destOrd="0" presId="urn:microsoft.com/office/officeart/2016/7/layout/BasicLinearProcessNumbered"/>
    <dgm:cxn modelId="{7F0C3B6B-09EB-478A-8635-BE339127C985}" type="presParOf" srcId="{583C64CC-8344-4476-8DA5-CCC1B9980C79}" destId="{76730FC0-3B3B-4CD6-A839-2C966AF48B33}" srcOrd="0" destOrd="0" presId="urn:microsoft.com/office/officeart/2016/7/layout/BasicLinearProcessNumbered"/>
    <dgm:cxn modelId="{B9060678-5AFF-42A8-A396-4AB5F0654AE0}" type="presParOf" srcId="{76730FC0-3B3B-4CD6-A839-2C966AF48B33}" destId="{62DBB2CF-0FA5-4012-A24C-83080019C653}" srcOrd="0" destOrd="0" presId="urn:microsoft.com/office/officeart/2016/7/layout/BasicLinearProcessNumbered"/>
    <dgm:cxn modelId="{5D83D335-553B-43F5-B17E-4D42D56DAEAE}" type="presParOf" srcId="{76730FC0-3B3B-4CD6-A839-2C966AF48B33}" destId="{3E1A7980-CE6B-4DF1-9065-5335B90295CA}" srcOrd="1" destOrd="0" presId="urn:microsoft.com/office/officeart/2016/7/layout/BasicLinearProcessNumbered"/>
    <dgm:cxn modelId="{F70E6D00-4BCE-4E37-9165-9BAC57C44F27}" type="presParOf" srcId="{76730FC0-3B3B-4CD6-A839-2C966AF48B33}" destId="{011B6769-7994-4A60-8B89-BDA15541027A}" srcOrd="2" destOrd="0" presId="urn:microsoft.com/office/officeart/2016/7/layout/BasicLinearProcessNumbered"/>
    <dgm:cxn modelId="{4C437839-4C29-4BB6-AB68-13BFA6E880C5}" type="presParOf" srcId="{76730FC0-3B3B-4CD6-A839-2C966AF48B33}" destId="{A8645C17-933B-4205-92D3-E116BB4C0BA2}" srcOrd="3" destOrd="0" presId="urn:microsoft.com/office/officeart/2016/7/layout/BasicLinearProcessNumbered"/>
    <dgm:cxn modelId="{2AFFE991-1E15-4525-ABD4-5863E9FFE254}" type="presParOf" srcId="{583C64CC-8344-4476-8DA5-CCC1B9980C79}" destId="{33B698FA-D2DB-4BB3-8E06-60562A9CE133}" srcOrd="1" destOrd="0" presId="urn:microsoft.com/office/officeart/2016/7/layout/BasicLinearProcessNumbered"/>
    <dgm:cxn modelId="{C27D776B-BDE7-4492-909C-F43225D9DD91}" type="presParOf" srcId="{583C64CC-8344-4476-8DA5-CCC1B9980C79}" destId="{E180F8E2-B4DE-4CD5-A632-0ED2781C9A76}" srcOrd="2" destOrd="0" presId="urn:microsoft.com/office/officeart/2016/7/layout/BasicLinearProcessNumbered"/>
    <dgm:cxn modelId="{6E8B4345-71B7-4CEC-9201-EB6E6CF55670}" type="presParOf" srcId="{E180F8E2-B4DE-4CD5-A632-0ED2781C9A76}" destId="{A3AED999-F610-49FF-A6EF-D19120388F28}" srcOrd="0" destOrd="0" presId="urn:microsoft.com/office/officeart/2016/7/layout/BasicLinearProcessNumbered"/>
    <dgm:cxn modelId="{5670CB8D-12A0-417A-8181-84F010086EEC}" type="presParOf" srcId="{E180F8E2-B4DE-4CD5-A632-0ED2781C9A76}" destId="{CD2C967D-3F8D-4FBE-826E-D821298C6586}" srcOrd="1" destOrd="0" presId="urn:microsoft.com/office/officeart/2016/7/layout/BasicLinearProcessNumbered"/>
    <dgm:cxn modelId="{64AB7E6B-966D-40D4-8D9A-E7BC5779CB1B}" type="presParOf" srcId="{E180F8E2-B4DE-4CD5-A632-0ED2781C9A76}" destId="{EC60D8DE-ADA7-42E4-906B-57C8A4F195E9}" srcOrd="2" destOrd="0" presId="urn:microsoft.com/office/officeart/2016/7/layout/BasicLinearProcessNumbered"/>
    <dgm:cxn modelId="{60DB737D-AA42-4502-822B-17855B669181}" type="presParOf" srcId="{E180F8E2-B4DE-4CD5-A632-0ED2781C9A76}" destId="{8952A7AC-1F40-4F7F-827C-808985F33CC0}" srcOrd="3" destOrd="0" presId="urn:microsoft.com/office/officeart/2016/7/layout/BasicLinearProcessNumbered"/>
    <dgm:cxn modelId="{B9C050B0-7E07-4B4C-A002-15ECCE8390E2}" type="presParOf" srcId="{583C64CC-8344-4476-8DA5-CCC1B9980C79}" destId="{1414B2FF-B6B5-44FE-B0EB-9BD707E86406}" srcOrd="3" destOrd="0" presId="urn:microsoft.com/office/officeart/2016/7/layout/BasicLinearProcessNumbered"/>
    <dgm:cxn modelId="{15B0027F-AE15-47B3-BA58-B3060349BAFC}" type="presParOf" srcId="{583C64CC-8344-4476-8DA5-CCC1B9980C79}" destId="{C0E2AAA6-245A-4FC2-A2F5-EE99794ED585}" srcOrd="4" destOrd="0" presId="urn:microsoft.com/office/officeart/2016/7/layout/BasicLinearProcessNumbered"/>
    <dgm:cxn modelId="{D7A84B9B-FD64-4168-999A-0BFA8B936333}" type="presParOf" srcId="{C0E2AAA6-245A-4FC2-A2F5-EE99794ED585}" destId="{82761951-B701-4D91-A815-031BDB64539E}" srcOrd="0" destOrd="0" presId="urn:microsoft.com/office/officeart/2016/7/layout/BasicLinearProcessNumbered"/>
    <dgm:cxn modelId="{AA9CAD46-482F-4ED3-A816-4BC0F9DA0C37}" type="presParOf" srcId="{C0E2AAA6-245A-4FC2-A2F5-EE99794ED585}" destId="{E67B16DE-D70C-4C10-BDC5-5C336AB174DC}" srcOrd="1" destOrd="0" presId="urn:microsoft.com/office/officeart/2016/7/layout/BasicLinearProcessNumbered"/>
    <dgm:cxn modelId="{8243C8E7-0275-4A3F-BFF4-953986FF62C3}" type="presParOf" srcId="{C0E2AAA6-245A-4FC2-A2F5-EE99794ED585}" destId="{4A738479-59D8-4DE9-9D97-4AB4A489D720}" srcOrd="2" destOrd="0" presId="urn:microsoft.com/office/officeart/2016/7/layout/BasicLinearProcessNumbered"/>
    <dgm:cxn modelId="{6666B8E6-3F05-46E2-8E01-BD95BB796E8A}" type="presParOf" srcId="{C0E2AAA6-245A-4FC2-A2F5-EE99794ED585}" destId="{D9C167C6-FE53-4967-A995-3DECD1D83D1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5E99D8D-7B73-44E0-975F-B6A8C639C5E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FCBEFAF-01E2-42A5-A9A6-7D9DC9A2F36A}">
      <dgm:prSet/>
      <dgm:spPr/>
      <dgm:t>
        <a:bodyPr/>
        <a:lstStyle/>
        <a:p>
          <a:r>
            <a:rPr lang="en-US"/>
            <a:t>Backtracking algorithm</a:t>
          </a:r>
        </a:p>
      </dgm:t>
    </dgm:pt>
    <dgm:pt modelId="{2CBF9EBA-D2FB-47A2-97EF-A17BB96F1615}" type="parTrans" cxnId="{B3FAB5CE-E6A7-4587-8751-6B260445C7E5}">
      <dgm:prSet/>
      <dgm:spPr/>
      <dgm:t>
        <a:bodyPr/>
        <a:lstStyle/>
        <a:p>
          <a:endParaRPr lang="en-US"/>
        </a:p>
      </dgm:t>
    </dgm:pt>
    <dgm:pt modelId="{FA7E6001-CADC-4546-8D08-E91850112E66}" type="sibTrans" cxnId="{B3FAB5CE-E6A7-4587-8751-6B260445C7E5}">
      <dgm:prSet/>
      <dgm:spPr/>
      <dgm:t>
        <a:bodyPr/>
        <a:lstStyle/>
        <a:p>
          <a:endParaRPr lang="en-US"/>
        </a:p>
      </dgm:t>
    </dgm:pt>
    <dgm:pt modelId="{E2756097-8918-446A-A2C9-07E97FF0D4A5}">
      <dgm:prSet/>
      <dgm:spPr/>
      <dgm:t>
        <a:bodyPr/>
        <a:lstStyle/>
        <a:p>
          <a:r>
            <a:rPr lang="en-US"/>
            <a:t>function SOLVE-N-QUEENS(n) returns solution or failure</a:t>
          </a:r>
        </a:p>
      </dgm:t>
    </dgm:pt>
    <dgm:pt modelId="{F46A5484-5CF1-4478-84E0-421C1B386D22}" type="parTrans" cxnId="{C82C37A0-A32A-4A6B-841E-1FDFC4ED2D12}">
      <dgm:prSet/>
      <dgm:spPr/>
      <dgm:t>
        <a:bodyPr/>
        <a:lstStyle/>
        <a:p>
          <a:endParaRPr lang="en-US"/>
        </a:p>
      </dgm:t>
    </dgm:pt>
    <dgm:pt modelId="{60E1FF60-3E4D-4610-A377-C150CF9CA420}" type="sibTrans" cxnId="{C82C37A0-A32A-4A6B-841E-1FDFC4ED2D12}">
      <dgm:prSet/>
      <dgm:spPr/>
      <dgm:t>
        <a:bodyPr/>
        <a:lstStyle/>
        <a:p>
          <a:endParaRPr lang="en-US"/>
        </a:p>
      </dgm:t>
    </dgm:pt>
    <dgm:pt modelId="{FD8BAB67-6B35-4FF9-8EF0-DEB5F5DA268D}">
      <dgm:prSet/>
      <dgm:spPr/>
      <dgm:t>
        <a:bodyPr/>
        <a:lstStyle/>
        <a:p>
          <a:r>
            <a:rPr lang="en-US"/>
            <a:t>return BACKTRACK({}, n)</a:t>
          </a:r>
        </a:p>
      </dgm:t>
    </dgm:pt>
    <dgm:pt modelId="{660EE113-79BE-4BDB-8777-33E2549E0982}" type="parTrans" cxnId="{B5E25BDF-A730-4CD0-BBE0-80EB54583173}">
      <dgm:prSet/>
      <dgm:spPr/>
      <dgm:t>
        <a:bodyPr/>
        <a:lstStyle/>
        <a:p>
          <a:endParaRPr lang="en-US"/>
        </a:p>
      </dgm:t>
    </dgm:pt>
    <dgm:pt modelId="{2A24A71F-9B5A-456A-8916-A8FE5D97C798}" type="sibTrans" cxnId="{B5E25BDF-A730-4CD0-BBE0-80EB54583173}">
      <dgm:prSet/>
      <dgm:spPr/>
      <dgm:t>
        <a:bodyPr/>
        <a:lstStyle/>
        <a:p>
          <a:endParaRPr lang="en-US"/>
        </a:p>
      </dgm:t>
    </dgm:pt>
    <dgm:pt modelId="{811B0D5F-B564-4A88-85EC-4AB8ED4F9083}">
      <dgm:prSet/>
      <dgm:spPr/>
      <dgm:t>
        <a:bodyPr/>
        <a:lstStyle/>
        <a:p>
          <a:r>
            <a:rPr lang="en-US"/>
            <a:t>function BACKTRACK(state, n) returns a solution or failure if |state| = n then return state</a:t>
          </a:r>
        </a:p>
      </dgm:t>
    </dgm:pt>
    <dgm:pt modelId="{3B780B64-22A3-4102-9E43-D84DEE7EE052}" type="parTrans" cxnId="{C9F43FD3-C748-4DA9-A988-118B9B6C2C79}">
      <dgm:prSet/>
      <dgm:spPr/>
      <dgm:t>
        <a:bodyPr/>
        <a:lstStyle/>
        <a:p>
          <a:endParaRPr lang="en-US"/>
        </a:p>
      </dgm:t>
    </dgm:pt>
    <dgm:pt modelId="{7E33FA5C-FFDC-4203-B758-278ABB4CA79D}" type="sibTrans" cxnId="{C9F43FD3-C748-4DA9-A988-118B9B6C2C79}">
      <dgm:prSet/>
      <dgm:spPr/>
      <dgm:t>
        <a:bodyPr/>
        <a:lstStyle/>
        <a:p>
          <a:endParaRPr lang="en-US"/>
        </a:p>
      </dgm:t>
    </dgm:pt>
    <dgm:pt modelId="{260A03C7-0EEE-4F73-B76D-87078FFF9582}">
      <dgm:prSet/>
      <dgm:spPr/>
      <dgm:t>
        <a:bodyPr/>
        <a:lstStyle/>
        <a:p>
          <a:r>
            <a:rPr lang="en-US"/>
            <a:t>var = SELECT-UNASSIGNED-VAR(state, n)</a:t>
          </a:r>
        </a:p>
      </dgm:t>
    </dgm:pt>
    <dgm:pt modelId="{969D2576-A6A6-4795-B61C-73EA88340FB9}" type="parTrans" cxnId="{7E682FAD-8D6A-4119-A920-F240B02DB596}">
      <dgm:prSet/>
      <dgm:spPr/>
      <dgm:t>
        <a:bodyPr/>
        <a:lstStyle/>
        <a:p>
          <a:endParaRPr lang="en-US"/>
        </a:p>
      </dgm:t>
    </dgm:pt>
    <dgm:pt modelId="{7C00987D-DC10-47B9-993B-7E6273878D0C}" type="sibTrans" cxnId="{7E682FAD-8D6A-4119-A920-F240B02DB596}">
      <dgm:prSet/>
      <dgm:spPr/>
      <dgm:t>
        <a:bodyPr/>
        <a:lstStyle/>
        <a:p>
          <a:endParaRPr lang="en-US"/>
        </a:p>
      </dgm:t>
    </dgm:pt>
    <dgm:pt modelId="{508DDBE6-016A-412D-A68A-31284B998AB6}">
      <dgm:prSet/>
      <dgm:spPr/>
      <dgm:t>
        <a:bodyPr/>
        <a:lstStyle/>
        <a:p>
          <a:r>
            <a:rPr lang="en-US"/>
            <a:t>for each value in ORDER-DOMAIN-VALUES(var, state, n) do</a:t>
          </a:r>
        </a:p>
      </dgm:t>
    </dgm:pt>
    <dgm:pt modelId="{D1740A25-B98D-4783-945D-8C07D9523B06}" type="parTrans" cxnId="{79564B88-F6E8-4F48-BD5E-FFADD2CCB5E5}">
      <dgm:prSet/>
      <dgm:spPr/>
      <dgm:t>
        <a:bodyPr/>
        <a:lstStyle/>
        <a:p>
          <a:endParaRPr lang="en-US"/>
        </a:p>
      </dgm:t>
    </dgm:pt>
    <dgm:pt modelId="{D99FA9F5-1DAE-4BBE-8770-24601A6BE03B}" type="sibTrans" cxnId="{79564B88-F6E8-4F48-BD5E-FFADD2CCB5E5}">
      <dgm:prSet/>
      <dgm:spPr/>
      <dgm:t>
        <a:bodyPr/>
        <a:lstStyle/>
        <a:p>
          <a:endParaRPr lang="en-US"/>
        </a:p>
      </dgm:t>
    </dgm:pt>
    <dgm:pt modelId="{243385B0-8CD4-4916-B911-F1AECA6FD5F7}">
      <dgm:prSet/>
      <dgm:spPr/>
      <dgm:t>
        <a:bodyPr/>
        <a:lstStyle/>
        <a:p>
          <a:r>
            <a:rPr lang="en-US"/>
            <a:t>if value is consistent with state then</a:t>
          </a:r>
        </a:p>
      </dgm:t>
    </dgm:pt>
    <dgm:pt modelId="{3EBE35A1-E683-4277-9D95-47BACF7718C5}" type="parTrans" cxnId="{3A1B82D7-36B4-41C7-BE54-898C4A5493E6}">
      <dgm:prSet/>
      <dgm:spPr/>
      <dgm:t>
        <a:bodyPr/>
        <a:lstStyle/>
        <a:p>
          <a:endParaRPr lang="en-US"/>
        </a:p>
      </dgm:t>
    </dgm:pt>
    <dgm:pt modelId="{CF7AFD92-8704-4BD1-91AB-154D1C2BD47B}" type="sibTrans" cxnId="{3A1B82D7-36B4-41C7-BE54-898C4A5493E6}">
      <dgm:prSet/>
      <dgm:spPr/>
      <dgm:t>
        <a:bodyPr/>
        <a:lstStyle/>
        <a:p>
          <a:endParaRPr lang="en-US"/>
        </a:p>
      </dgm:t>
    </dgm:pt>
    <dgm:pt modelId="{32D0CADD-C6B4-46BF-B919-6C532FB7AA46}">
      <dgm:prSet/>
      <dgm:spPr/>
      <dgm:t>
        <a:bodyPr/>
        <a:lstStyle/>
        <a:p>
          <a:r>
            <a:rPr lang="en-US"/>
            <a:t>add {var = value} to state </a:t>
          </a:r>
        </a:p>
      </dgm:t>
    </dgm:pt>
    <dgm:pt modelId="{C535DFA7-82A7-4852-9486-24B05DFA2AC1}" type="parTrans" cxnId="{A44C3640-E5A4-4D6D-8200-013F2644324E}">
      <dgm:prSet/>
      <dgm:spPr/>
      <dgm:t>
        <a:bodyPr/>
        <a:lstStyle/>
        <a:p>
          <a:endParaRPr lang="en-US"/>
        </a:p>
      </dgm:t>
    </dgm:pt>
    <dgm:pt modelId="{1DCC03C9-2364-48DE-A4F6-104C7D2A50DC}" type="sibTrans" cxnId="{A44C3640-E5A4-4D6D-8200-013F2644324E}">
      <dgm:prSet/>
      <dgm:spPr/>
      <dgm:t>
        <a:bodyPr/>
        <a:lstStyle/>
        <a:p>
          <a:endParaRPr lang="en-US"/>
        </a:p>
      </dgm:t>
    </dgm:pt>
    <dgm:pt modelId="{91ED2797-EF5C-4775-9DD6-B1B2D5796C52}">
      <dgm:prSet/>
      <dgm:spPr/>
      <dgm:t>
        <a:bodyPr/>
        <a:lstStyle/>
        <a:p>
          <a:r>
            <a:rPr lang="en-US"/>
            <a:t>result = BACKTRACK(state, n)</a:t>
          </a:r>
        </a:p>
      </dgm:t>
    </dgm:pt>
    <dgm:pt modelId="{FE96C6A6-D4A6-4E8C-A435-CE9887DA57D6}" type="parTrans" cxnId="{595B0E62-64E3-4F40-A728-0E463F54A23A}">
      <dgm:prSet/>
      <dgm:spPr/>
      <dgm:t>
        <a:bodyPr/>
        <a:lstStyle/>
        <a:p>
          <a:endParaRPr lang="en-US"/>
        </a:p>
      </dgm:t>
    </dgm:pt>
    <dgm:pt modelId="{9E6B63C0-8BEA-4536-91DE-04B4B32F8826}" type="sibTrans" cxnId="{595B0E62-64E3-4F40-A728-0E463F54A23A}">
      <dgm:prSet/>
      <dgm:spPr/>
      <dgm:t>
        <a:bodyPr/>
        <a:lstStyle/>
        <a:p>
          <a:endParaRPr lang="en-US"/>
        </a:p>
      </dgm:t>
    </dgm:pt>
    <dgm:pt modelId="{53C48319-5A0D-4EC3-9600-2A298EC500A9}">
      <dgm:prSet/>
      <dgm:spPr/>
      <dgm:t>
        <a:bodyPr/>
        <a:lstStyle/>
        <a:p>
          <a:r>
            <a:rPr lang="en-US"/>
            <a:t>if result ≠ failure then return result </a:t>
          </a:r>
        </a:p>
      </dgm:t>
    </dgm:pt>
    <dgm:pt modelId="{76B054A1-9985-41CF-982A-9FCE971F3B75}" type="parTrans" cxnId="{2A428A5B-8023-430D-8720-644272B8CCE3}">
      <dgm:prSet/>
      <dgm:spPr/>
      <dgm:t>
        <a:bodyPr/>
        <a:lstStyle/>
        <a:p>
          <a:endParaRPr lang="en-US"/>
        </a:p>
      </dgm:t>
    </dgm:pt>
    <dgm:pt modelId="{514101AA-F68A-444F-87D7-FCABAB5DF73D}" type="sibTrans" cxnId="{2A428A5B-8023-430D-8720-644272B8CCE3}">
      <dgm:prSet/>
      <dgm:spPr/>
      <dgm:t>
        <a:bodyPr/>
        <a:lstStyle/>
        <a:p>
          <a:endParaRPr lang="en-US"/>
        </a:p>
      </dgm:t>
    </dgm:pt>
    <dgm:pt modelId="{3750A6D7-2F66-4912-8086-59C830894AAE}">
      <dgm:prSet/>
      <dgm:spPr/>
      <dgm:t>
        <a:bodyPr/>
        <a:lstStyle/>
        <a:p>
          <a:r>
            <a:rPr lang="en-US"/>
            <a:t>remove {var = value} from state</a:t>
          </a:r>
        </a:p>
      </dgm:t>
    </dgm:pt>
    <dgm:pt modelId="{DD862C6B-2413-400C-8F83-FE14DF758EE3}" type="parTrans" cxnId="{5227AD81-2B27-421D-BF28-D92CBB416DC6}">
      <dgm:prSet/>
      <dgm:spPr/>
      <dgm:t>
        <a:bodyPr/>
        <a:lstStyle/>
        <a:p>
          <a:endParaRPr lang="en-US"/>
        </a:p>
      </dgm:t>
    </dgm:pt>
    <dgm:pt modelId="{397FFC0A-24D5-4851-8A7C-C77AF59A4DBB}" type="sibTrans" cxnId="{5227AD81-2B27-421D-BF28-D92CBB416DC6}">
      <dgm:prSet/>
      <dgm:spPr/>
      <dgm:t>
        <a:bodyPr/>
        <a:lstStyle/>
        <a:p>
          <a:endParaRPr lang="en-US"/>
        </a:p>
      </dgm:t>
    </dgm:pt>
    <dgm:pt modelId="{49AE38CE-E87B-4F43-941E-E7654E224B09}">
      <dgm:prSet/>
      <dgm:spPr/>
      <dgm:t>
        <a:bodyPr/>
        <a:lstStyle/>
        <a:p>
          <a:r>
            <a:rPr lang="en-US"/>
            <a:t>return failure</a:t>
          </a:r>
        </a:p>
      </dgm:t>
    </dgm:pt>
    <dgm:pt modelId="{A3DFE54A-5974-443F-9A94-C3A3391BF4B9}" type="parTrans" cxnId="{83F39E2A-0647-4E59-98E9-B583BE860344}">
      <dgm:prSet/>
      <dgm:spPr/>
      <dgm:t>
        <a:bodyPr/>
        <a:lstStyle/>
        <a:p>
          <a:endParaRPr lang="en-US"/>
        </a:p>
      </dgm:t>
    </dgm:pt>
    <dgm:pt modelId="{7D2E5B54-A372-46A5-ACD9-A1DB6F1BB251}" type="sibTrans" cxnId="{83F39E2A-0647-4E59-98E9-B583BE860344}">
      <dgm:prSet/>
      <dgm:spPr/>
      <dgm:t>
        <a:bodyPr/>
        <a:lstStyle/>
        <a:p>
          <a:endParaRPr lang="en-US"/>
        </a:p>
      </dgm:t>
    </dgm:pt>
    <dgm:pt modelId="{157E089C-4B2B-4079-9825-A8720C35D57D}" type="pres">
      <dgm:prSet presAssocID="{05E99D8D-7B73-44E0-975F-B6A8C639C5E2}" presName="diagram" presStyleCnt="0">
        <dgm:presLayoutVars>
          <dgm:dir/>
          <dgm:resizeHandles val="exact"/>
        </dgm:presLayoutVars>
      </dgm:prSet>
      <dgm:spPr/>
    </dgm:pt>
    <dgm:pt modelId="{3E15427D-7759-4F4E-A563-1EA0A0225795}" type="pres">
      <dgm:prSet presAssocID="{8FCBEFAF-01E2-42A5-A9A6-7D9DC9A2F36A}" presName="node" presStyleLbl="node1" presStyleIdx="0" presStyleCnt="12">
        <dgm:presLayoutVars>
          <dgm:bulletEnabled val="1"/>
        </dgm:presLayoutVars>
      </dgm:prSet>
      <dgm:spPr/>
    </dgm:pt>
    <dgm:pt modelId="{CEDAADC2-3542-468A-AAF2-2638535366DB}" type="pres">
      <dgm:prSet presAssocID="{FA7E6001-CADC-4546-8D08-E91850112E66}" presName="sibTrans" presStyleCnt="0"/>
      <dgm:spPr/>
    </dgm:pt>
    <dgm:pt modelId="{190149EB-1C43-4093-A787-854E7BE5292A}" type="pres">
      <dgm:prSet presAssocID="{E2756097-8918-446A-A2C9-07E97FF0D4A5}" presName="node" presStyleLbl="node1" presStyleIdx="1" presStyleCnt="12">
        <dgm:presLayoutVars>
          <dgm:bulletEnabled val="1"/>
        </dgm:presLayoutVars>
      </dgm:prSet>
      <dgm:spPr/>
    </dgm:pt>
    <dgm:pt modelId="{2467C917-D2AE-4CF4-9403-E8E6C68EBF9F}" type="pres">
      <dgm:prSet presAssocID="{60E1FF60-3E4D-4610-A377-C150CF9CA420}" presName="sibTrans" presStyleCnt="0"/>
      <dgm:spPr/>
    </dgm:pt>
    <dgm:pt modelId="{D3D5F56B-DE01-4CB6-934F-0BEF935B4162}" type="pres">
      <dgm:prSet presAssocID="{FD8BAB67-6B35-4FF9-8EF0-DEB5F5DA268D}" presName="node" presStyleLbl="node1" presStyleIdx="2" presStyleCnt="12">
        <dgm:presLayoutVars>
          <dgm:bulletEnabled val="1"/>
        </dgm:presLayoutVars>
      </dgm:prSet>
      <dgm:spPr/>
    </dgm:pt>
    <dgm:pt modelId="{4B586A4C-1FD9-4ADA-A81B-C444AF3B9226}" type="pres">
      <dgm:prSet presAssocID="{2A24A71F-9B5A-456A-8916-A8FE5D97C798}" presName="sibTrans" presStyleCnt="0"/>
      <dgm:spPr/>
    </dgm:pt>
    <dgm:pt modelId="{284DC860-725B-4EFE-94FF-A2D3A27F3D36}" type="pres">
      <dgm:prSet presAssocID="{811B0D5F-B564-4A88-85EC-4AB8ED4F9083}" presName="node" presStyleLbl="node1" presStyleIdx="3" presStyleCnt="12">
        <dgm:presLayoutVars>
          <dgm:bulletEnabled val="1"/>
        </dgm:presLayoutVars>
      </dgm:prSet>
      <dgm:spPr/>
    </dgm:pt>
    <dgm:pt modelId="{5FE52D3C-59B2-4F0A-A120-90650C04B2D4}" type="pres">
      <dgm:prSet presAssocID="{7E33FA5C-FFDC-4203-B758-278ABB4CA79D}" presName="sibTrans" presStyleCnt="0"/>
      <dgm:spPr/>
    </dgm:pt>
    <dgm:pt modelId="{32EE58DF-BB59-4E09-B3BE-65FFC5052B8E}" type="pres">
      <dgm:prSet presAssocID="{260A03C7-0EEE-4F73-B76D-87078FFF9582}" presName="node" presStyleLbl="node1" presStyleIdx="4" presStyleCnt="12">
        <dgm:presLayoutVars>
          <dgm:bulletEnabled val="1"/>
        </dgm:presLayoutVars>
      </dgm:prSet>
      <dgm:spPr/>
    </dgm:pt>
    <dgm:pt modelId="{5805B024-524C-4F2F-982A-A2882E38D8CD}" type="pres">
      <dgm:prSet presAssocID="{7C00987D-DC10-47B9-993B-7E6273878D0C}" presName="sibTrans" presStyleCnt="0"/>
      <dgm:spPr/>
    </dgm:pt>
    <dgm:pt modelId="{8412F202-907C-4E5B-A856-3FF0198B20EC}" type="pres">
      <dgm:prSet presAssocID="{508DDBE6-016A-412D-A68A-31284B998AB6}" presName="node" presStyleLbl="node1" presStyleIdx="5" presStyleCnt="12">
        <dgm:presLayoutVars>
          <dgm:bulletEnabled val="1"/>
        </dgm:presLayoutVars>
      </dgm:prSet>
      <dgm:spPr/>
    </dgm:pt>
    <dgm:pt modelId="{02F35660-5C20-49D9-B596-CC3E78B4ECDC}" type="pres">
      <dgm:prSet presAssocID="{D99FA9F5-1DAE-4BBE-8770-24601A6BE03B}" presName="sibTrans" presStyleCnt="0"/>
      <dgm:spPr/>
    </dgm:pt>
    <dgm:pt modelId="{FE93BD9E-5DD9-4CC8-A923-CCACF9181D07}" type="pres">
      <dgm:prSet presAssocID="{243385B0-8CD4-4916-B911-F1AECA6FD5F7}" presName="node" presStyleLbl="node1" presStyleIdx="6" presStyleCnt="12">
        <dgm:presLayoutVars>
          <dgm:bulletEnabled val="1"/>
        </dgm:presLayoutVars>
      </dgm:prSet>
      <dgm:spPr/>
    </dgm:pt>
    <dgm:pt modelId="{69965CB4-4ED8-4F40-A574-0543EC1A009B}" type="pres">
      <dgm:prSet presAssocID="{CF7AFD92-8704-4BD1-91AB-154D1C2BD47B}" presName="sibTrans" presStyleCnt="0"/>
      <dgm:spPr/>
    </dgm:pt>
    <dgm:pt modelId="{30317FD0-773F-4728-8F67-9F9D199139D4}" type="pres">
      <dgm:prSet presAssocID="{32D0CADD-C6B4-46BF-B919-6C532FB7AA46}" presName="node" presStyleLbl="node1" presStyleIdx="7" presStyleCnt="12">
        <dgm:presLayoutVars>
          <dgm:bulletEnabled val="1"/>
        </dgm:presLayoutVars>
      </dgm:prSet>
      <dgm:spPr/>
    </dgm:pt>
    <dgm:pt modelId="{1D6BDC65-CDC9-4BA6-807A-F907F458461A}" type="pres">
      <dgm:prSet presAssocID="{1DCC03C9-2364-48DE-A4F6-104C7D2A50DC}" presName="sibTrans" presStyleCnt="0"/>
      <dgm:spPr/>
    </dgm:pt>
    <dgm:pt modelId="{44FAB177-E30C-4047-A804-5BABD9523AC2}" type="pres">
      <dgm:prSet presAssocID="{91ED2797-EF5C-4775-9DD6-B1B2D5796C52}" presName="node" presStyleLbl="node1" presStyleIdx="8" presStyleCnt="12">
        <dgm:presLayoutVars>
          <dgm:bulletEnabled val="1"/>
        </dgm:presLayoutVars>
      </dgm:prSet>
      <dgm:spPr/>
    </dgm:pt>
    <dgm:pt modelId="{8FBFD1DB-EE90-46F7-8297-A48354EDCA80}" type="pres">
      <dgm:prSet presAssocID="{9E6B63C0-8BEA-4536-91DE-04B4B32F8826}" presName="sibTrans" presStyleCnt="0"/>
      <dgm:spPr/>
    </dgm:pt>
    <dgm:pt modelId="{2DA3E71A-A765-4869-AF10-518254E3BB78}" type="pres">
      <dgm:prSet presAssocID="{53C48319-5A0D-4EC3-9600-2A298EC500A9}" presName="node" presStyleLbl="node1" presStyleIdx="9" presStyleCnt="12">
        <dgm:presLayoutVars>
          <dgm:bulletEnabled val="1"/>
        </dgm:presLayoutVars>
      </dgm:prSet>
      <dgm:spPr/>
    </dgm:pt>
    <dgm:pt modelId="{D2F36F2C-0F45-4577-B4D4-7DDE53ABB2B1}" type="pres">
      <dgm:prSet presAssocID="{514101AA-F68A-444F-87D7-FCABAB5DF73D}" presName="sibTrans" presStyleCnt="0"/>
      <dgm:spPr/>
    </dgm:pt>
    <dgm:pt modelId="{9490212F-3CC8-4530-8B96-F6F778B01527}" type="pres">
      <dgm:prSet presAssocID="{3750A6D7-2F66-4912-8086-59C830894AAE}" presName="node" presStyleLbl="node1" presStyleIdx="10" presStyleCnt="12">
        <dgm:presLayoutVars>
          <dgm:bulletEnabled val="1"/>
        </dgm:presLayoutVars>
      </dgm:prSet>
      <dgm:spPr/>
    </dgm:pt>
    <dgm:pt modelId="{6A050BF7-0EB1-47A8-B78F-F87A0902412A}" type="pres">
      <dgm:prSet presAssocID="{397FFC0A-24D5-4851-8A7C-C77AF59A4DBB}" presName="sibTrans" presStyleCnt="0"/>
      <dgm:spPr/>
    </dgm:pt>
    <dgm:pt modelId="{AE8AF8F6-6F69-4FB1-8C32-53C399E0AB89}" type="pres">
      <dgm:prSet presAssocID="{49AE38CE-E87B-4F43-941E-E7654E224B09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3F39E2A-0647-4E59-98E9-B583BE860344}" srcId="{05E99D8D-7B73-44E0-975F-B6A8C639C5E2}" destId="{49AE38CE-E87B-4F43-941E-E7654E224B09}" srcOrd="11" destOrd="0" parTransId="{A3DFE54A-5974-443F-9A94-C3A3391BF4B9}" sibTransId="{7D2E5B54-A372-46A5-ACD9-A1DB6F1BB251}"/>
    <dgm:cxn modelId="{3B5D883C-6756-4412-B4CA-538C040E0438}" type="presOf" srcId="{243385B0-8CD4-4916-B911-F1AECA6FD5F7}" destId="{FE93BD9E-5DD9-4CC8-A923-CCACF9181D07}" srcOrd="0" destOrd="0" presId="urn:microsoft.com/office/officeart/2005/8/layout/default"/>
    <dgm:cxn modelId="{A44C3640-E5A4-4D6D-8200-013F2644324E}" srcId="{05E99D8D-7B73-44E0-975F-B6A8C639C5E2}" destId="{32D0CADD-C6B4-46BF-B919-6C532FB7AA46}" srcOrd="7" destOrd="0" parTransId="{C535DFA7-82A7-4852-9486-24B05DFA2AC1}" sibTransId="{1DCC03C9-2364-48DE-A4F6-104C7D2A50DC}"/>
    <dgm:cxn modelId="{2A428A5B-8023-430D-8720-644272B8CCE3}" srcId="{05E99D8D-7B73-44E0-975F-B6A8C639C5E2}" destId="{53C48319-5A0D-4EC3-9600-2A298EC500A9}" srcOrd="9" destOrd="0" parTransId="{76B054A1-9985-41CF-982A-9FCE971F3B75}" sibTransId="{514101AA-F68A-444F-87D7-FCABAB5DF73D}"/>
    <dgm:cxn modelId="{595B0E62-64E3-4F40-A728-0E463F54A23A}" srcId="{05E99D8D-7B73-44E0-975F-B6A8C639C5E2}" destId="{91ED2797-EF5C-4775-9DD6-B1B2D5796C52}" srcOrd="8" destOrd="0" parTransId="{FE96C6A6-D4A6-4E8C-A435-CE9887DA57D6}" sibTransId="{9E6B63C0-8BEA-4536-91DE-04B4B32F8826}"/>
    <dgm:cxn modelId="{51FAC563-E368-4286-92CF-6C898E37A6E9}" type="presOf" srcId="{8FCBEFAF-01E2-42A5-A9A6-7D9DC9A2F36A}" destId="{3E15427D-7759-4F4E-A563-1EA0A0225795}" srcOrd="0" destOrd="0" presId="urn:microsoft.com/office/officeart/2005/8/layout/default"/>
    <dgm:cxn modelId="{80EFF545-0F12-4BBA-9559-D920508D8A23}" type="presOf" srcId="{53C48319-5A0D-4EC3-9600-2A298EC500A9}" destId="{2DA3E71A-A765-4869-AF10-518254E3BB78}" srcOrd="0" destOrd="0" presId="urn:microsoft.com/office/officeart/2005/8/layout/default"/>
    <dgm:cxn modelId="{12D9434B-4DBB-4DCF-8DCF-A4B2571C48A7}" type="presOf" srcId="{811B0D5F-B564-4A88-85EC-4AB8ED4F9083}" destId="{284DC860-725B-4EFE-94FF-A2D3A27F3D36}" srcOrd="0" destOrd="0" presId="urn:microsoft.com/office/officeart/2005/8/layout/default"/>
    <dgm:cxn modelId="{D19A236E-CC3A-4AED-9886-2E4DA10D85B4}" type="presOf" srcId="{260A03C7-0EEE-4F73-B76D-87078FFF9582}" destId="{32EE58DF-BB59-4E09-B3BE-65FFC5052B8E}" srcOrd="0" destOrd="0" presId="urn:microsoft.com/office/officeart/2005/8/layout/default"/>
    <dgm:cxn modelId="{2EF39072-D905-4CB6-812B-18BE95159DCD}" type="presOf" srcId="{49AE38CE-E87B-4F43-941E-E7654E224B09}" destId="{AE8AF8F6-6F69-4FB1-8C32-53C399E0AB89}" srcOrd="0" destOrd="0" presId="urn:microsoft.com/office/officeart/2005/8/layout/default"/>
    <dgm:cxn modelId="{5C903D55-8653-48EF-BFD2-8D9E1009B7C1}" type="presOf" srcId="{FD8BAB67-6B35-4FF9-8EF0-DEB5F5DA268D}" destId="{D3D5F56B-DE01-4CB6-934F-0BEF935B4162}" srcOrd="0" destOrd="0" presId="urn:microsoft.com/office/officeart/2005/8/layout/default"/>
    <dgm:cxn modelId="{5227AD81-2B27-421D-BF28-D92CBB416DC6}" srcId="{05E99D8D-7B73-44E0-975F-B6A8C639C5E2}" destId="{3750A6D7-2F66-4912-8086-59C830894AAE}" srcOrd="10" destOrd="0" parTransId="{DD862C6B-2413-400C-8F83-FE14DF758EE3}" sibTransId="{397FFC0A-24D5-4851-8A7C-C77AF59A4DBB}"/>
    <dgm:cxn modelId="{79564B88-F6E8-4F48-BD5E-FFADD2CCB5E5}" srcId="{05E99D8D-7B73-44E0-975F-B6A8C639C5E2}" destId="{508DDBE6-016A-412D-A68A-31284B998AB6}" srcOrd="5" destOrd="0" parTransId="{D1740A25-B98D-4783-945D-8C07D9523B06}" sibTransId="{D99FA9F5-1DAE-4BBE-8770-24601A6BE03B}"/>
    <dgm:cxn modelId="{C82C37A0-A32A-4A6B-841E-1FDFC4ED2D12}" srcId="{05E99D8D-7B73-44E0-975F-B6A8C639C5E2}" destId="{E2756097-8918-446A-A2C9-07E97FF0D4A5}" srcOrd="1" destOrd="0" parTransId="{F46A5484-5CF1-4478-84E0-421C1B386D22}" sibTransId="{60E1FF60-3E4D-4610-A377-C150CF9CA420}"/>
    <dgm:cxn modelId="{AD4EDBA5-50B5-4CCF-84F5-F660642B2B2E}" type="presOf" srcId="{508DDBE6-016A-412D-A68A-31284B998AB6}" destId="{8412F202-907C-4E5B-A856-3FF0198B20EC}" srcOrd="0" destOrd="0" presId="urn:microsoft.com/office/officeart/2005/8/layout/default"/>
    <dgm:cxn modelId="{7E682FAD-8D6A-4119-A920-F240B02DB596}" srcId="{05E99D8D-7B73-44E0-975F-B6A8C639C5E2}" destId="{260A03C7-0EEE-4F73-B76D-87078FFF9582}" srcOrd="4" destOrd="0" parTransId="{969D2576-A6A6-4795-B61C-73EA88340FB9}" sibTransId="{7C00987D-DC10-47B9-993B-7E6273878D0C}"/>
    <dgm:cxn modelId="{0B042CB0-DB2C-4C6C-9A47-49E14EEBACD4}" type="presOf" srcId="{05E99D8D-7B73-44E0-975F-B6A8C639C5E2}" destId="{157E089C-4B2B-4079-9825-A8720C35D57D}" srcOrd="0" destOrd="0" presId="urn:microsoft.com/office/officeart/2005/8/layout/default"/>
    <dgm:cxn modelId="{1A54B2B1-80DA-44E3-8F6F-8D1944827FDD}" type="presOf" srcId="{E2756097-8918-446A-A2C9-07E97FF0D4A5}" destId="{190149EB-1C43-4093-A787-854E7BE5292A}" srcOrd="0" destOrd="0" presId="urn:microsoft.com/office/officeart/2005/8/layout/default"/>
    <dgm:cxn modelId="{7942E2C5-BE78-4811-B13C-4448441AFFDD}" type="presOf" srcId="{3750A6D7-2F66-4912-8086-59C830894AAE}" destId="{9490212F-3CC8-4530-8B96-F6F778B01527}" srcOrd="0" destOrd="0" presId="urn:microsoft.com/office/officeart/2005/8/layout/default"/>
    <dgm:cxn modelId="{B3FAB5CE-E6A7-4587-8751-6B260445C7E5}" srcId="{05E99D8D-7B73-44E0-975F-B6A8C639C5E2}" destId="{8FCBEFAF-01E2-42A5-A9A6-7D9DC9A2F36A}" srcOrd="0" destOrd="0" parTransId="{2CBF9EBA-D2FB-47A2-97EF-A17BB96F1615}" sibTransId="{FA7E6001-CADC-4546-8D08-E91850112E66}"/>
    <dgm:cxn modelId="{C9F43FD3-C748-4DA9-A988-118B9B6C2C79}" srcId="{05E99D8D-7B73-44E0-975F-B6A8C639C5E2}" destId="{811B0D5F-B564-4A88-85EC-4AB8ED4F9083}" srcOrd="3" destOrd="0" parTransId="{3B780B64-22A3-4102-9E43-D84DEE7EE052}" sibTransId="{7E33FA5C-FFDC-4203-B758-278ABB4CA79D}"/>
    <dgm:cxn modelId="{3A1B82D7-36B4-41C7-BE54-898C4A5493E6}" srcId="{05E99D8D-7B73-44E0-975F-B6A8C639C5E2}" destId="{243385B0-8CD4-4916-B911-F1AECA6FD5F7}" srcOrd="6" destOrd="0" parTransId="{3EBE35A1-E683-4277-9D95-47BACF7718C5}" sibTransId="{CF7AFD92-8704-4BD1-91AB-154D1C2BD47B}"/>
    <dgm:cxn modelId="{B5E25BDF-A730-4CD0-BBE0-80EB54583173}" srcId="{05E99D8D-7B73-44E0-975F-B6A8C639C5E2}" destId="{FD8BAB67-6B35-4FF9-8EF0-DEB5F5DA268D}" srcOrd="2" destOrd="0" parTransId="{660EE113-79BE-4BDB-8777-33E2549E0982}" sibTransId="{2A24A71F-9B5A-456A-8916-A8FE5D97C798}"/>
    <dgm:cxn modelId="{C813CCEC-61E4-4BB5-A524-47A675E4F425}" type="presOf" srcId="{32D0CADD-C6B4-46BF-B919-6C532FB7AA46}" destId="{30317FD0-773F-4728-8F67-9F9D199139D4}" srcOrd="0" destOrd="0" presId="urn:microsoft.com/office/officeart/2005/8/layout/default"/>
    <dgm:cxn modelId="{EE0C10F3-593C-40B5-92AC-97321D514CF6}" type="presOf" srcId="{91ED2797-EF5C-4775-9DD6-B1B2D5796C52}" destId="{44FAB177-E30C-4047-A804-5BABD9523AC2}" srcOrd="0" destOrd="0" presId="urn:microsoft.com/office/officeart/2005/8/layout/default"/>
    <dgm:cxn modelId="{F9B43967-7F8E-40A7-8C7E-743F1DCD8351}" type="presParOf" srcId="{157E089C-4B2B-4079-9825-A8720C35D57D}" destId="{3E15427D-7759-4F4E-A563-1EA0A0225795}" srcOrd="0" destOrd="0" presId="urn:microsoft.com/office/officeart/2005/8/layout/default"/>
    <dgm:cxn modelId="{3C51437B-CBEB-436C-8A25-9E93FD10BD9A}" type="presParOf" srcId="{157E089C-4B2B-4079-9825-A8720C35D57D}" destId="{CEDAADC2-3542-468A-AAF2-2638535366DB}" srcOrd="1" destOrd="0" presId="urn:microsoft.com/office/officeart/2005/8/layout/default"/>
    <dgm:cxn modelId="{07102A6F-AA88-4C6A-A1E9-C1E5B234AB02}" type="presParOf" srcId="{157E089C-4B2B-4079-9825-A8720C35D57D}" destId="{190149EB-1C43-4093-A787-854E7BE5292A}" srcOrd="2" destOrd="0" presId="urn:microsoft.com/office/officeart/2005/8/layout/default"/>
    <dgm:cxn modelId="{19AD7202-D845-484B-B5DB-6E3C3EE24F7B}" type="presParOf" srcId="{157E089C-4B2B-4079-9825-A8720C35D57D}" destId="{2467C917-D2AE-4CF4-9403-E8E6C68EBF9F}" srcOrd="3" destOrd="0" presId="urn:microsoft.com/office/officeart/2005/8/layout/default"/>
    <dgm:cxn modelId="{E2D9F07A-BC9A-461A-A023-7B06BFF34AD0}" type="presParOf" srcId="{157E089C-4B2B-4079-9825-A8720C35D57D}" destId="{D3D5F56B-DE01-4CB6-934F-0BEF935B4162}" srcOrd="4" destOrd="0" presId="urn:microsoft.com/office/officeart/2005/8/layout/default"/>
    <dgm:cxn modelId="{A98E98C6-82F3-4A04-B71B-998319EF7D90}" type="presParOf" srcId="{157E089C-4B2B-4079-9825-A8720C35D57D}" destId="{4B586A4C-1FD9-4ADA-A81B-C444AF3B9226}" srcOrd="5" destOrd="0" presId="urn:microsoft.com/office/officeart/2005/8/layout/default"/>
    <dgm:cxn modelId="{7DE17479-7E83-4916-8E21-154DBAD6F592}" type="presParOf" srcId="{157E089C-4B2B-4079-9825-A8720C35D57D}" destId="{284DC860-725B-4EFE-94FF-A2D3A27F3D36}" srcOrd="6" destOrd="0" presId="urn:microsoft.com/office/officeart/2005/8/layout/default"/>
    <dgm:cxn modelId="{9DA175D4-9B2D-4189-AE6A-44CDBCEC07FB}" type="presParOf" srcId="{157E089C-4B2B-4079-9825-A8720C35D57D}" destId="{5FE52D3C-59B2-4F0A-A120-90650C04B2D4}" srcOrd="7" destOrd="0" presId="urn:microsoft.com/office/officeart/2005/8/layout/default"/>
    <dgm:cxn modelId="{C82EBA4F-3C32-4FCD-9F04-83D2FBF5145E}" type="presParOf" srcId="{157E089C-4B2B-4079-9825-A8720C35D57D}" destId="{32EE58DF-BB59-4E09-B3BE-65FFC5052B8E}" srcOrd="8" destOrd="0" presId="urn:microsoft.com/office/officeart/2005/8/layout/default"/>
    <dgm:cxn modelId="{77FD31A4-053B-492A-A7FE-912D6CF5B9B3}" type="presParOf" srcId="{157E089C-4B2B-4079-9825-A8720C35D57D}" destId="{5805B024-524C-4F2F-982A-A2882E38D8CD}" srcOrd="9" destOrd="0" presId="urn:microsoft.com/office/officeart/2005/8/layout/default"/>
    <dgm:cxn modelId="{AD22D1F4-43F7-45AA-A8D4-D6860D87049F}" type="presParOf" srcId="{157E089C-4B2B-4079-9825-A8720C35D57D}" destId="{8412F202-907C-4E5B-A856-3FF0198B20EC}" srcOrd="10" destOrd="0" presId="urn:microsoft.com/office/officeart/2005/8/layout/default"/>
    <dgm:cxn modelId="{A7295466-11F2-46E9-98F0-C523EA77D7A8}" type="presParOf" srcId="{157E089C-4B2B-4079-9825-A8720C35D57D}" destId="{02F35660-5C20-49D9-B596-CC3E78B4ECDC}" srcOrd="11" destOrd="0" presId="urn:microsoft.com/office/officeart/2005/8/layout/default"/>
    <dgm:cxn modelId="{1008C92D-FE43-472B-A40A-8DB666BBD1B9}" type="presParOf" srcId="{157E089C-4B2B-4079-9825-A8720C35D57D}" destId="{FE93BD9E-5DD9-4CC8-A923-CCACF9181D07}" srcOrd="12" destOrd="0" presId="urn:microsoft.com/office/officeart/2005/8/layout/default"/>
    <dgm:cxn modelId="{D08C5252-702B-4CF1-8EB9-6340B7523DC2}" type="presParOf" srcId="{157E089C-4B2B-4079-9825-A8720C35D57D}" destId="{69965CB4-4ED8-4F40-A574-0543EC1A009B}" srcOrd="13" destOrd="0" presId="urn:microsoft.com/office/officeart/2005/8/layout/default"/>
    <dgm:cxn modelId="{57C2BC2A-F642-4800-8CE6-D61C922FA6BD}" type="presParOf" srcId="{157E089C-4B2B-4079-9825-A8720C35D57D}" destId="{30317FD0-773F-4728-8F67-9F9D199139D4}" srcOrd="14" destOrd="0" presId="urn:microsoft.com/office/officeart/2005/8/layout/default"/>
    <dgm:cxn modelId="{D4AB9EDE-0771-4B64-A99A-23D1095164D4}" type="presParOf" srcId="{157E089C-4B2B-4079-9825-A8720C35D57D}" destId="{1D6BDC65-CDC9-4BA6-807A-F907F458461A}" srcOrd="15" destOrd="0" presId="urn:microsoft.com/office/officeart/2005/8/layout/default"/>
    <dgm:cxn modelId="{330CEFD7-6EB8-48E4-A229-C68947BFE432}" type="presParOf" srcId="{157E089C-4B2B-4079-9825-A8720C35D57D}" destId="{44FAB177-E30C-4047-A804-5BABD9523AC2}" srcOrd="16" destOrd="0" presId="urn:microsoft.com/office/officeart/2005/8/layout/default"/>
    <dgm:cxn modelId="{E72405C5-62E2-4453-8FF4-2BB09E2E1E6D}" type="presParOf" srcId="{157E089C-4B2B-4079-9825-A8720C35D57D}" destId="{8FBFD1DB-EE90-46F7-8297-A48354EDCA80}" srcOrd="17" destOrd="0" presId="urn:microsoft.com/office/officeart/2005/8/layout/default"/>
    <dgm:cxn modelId="{E3F6BFCB-5002-48CF-9F0A-562267638109}" type="presParOf" srcId="{157E089C-4B2B-4079-9825-A8720C35D57D}" destId="{2DA3E71A-A765-4869-AF10-518254E3BB78}" srcOrd="18" destOrd="0" presId="urn:microsoft.com/office/officeart/2005/8/layout/default"/>
    <dgm:cxn modelId="{643CDB33-256C-432B-A846-4676BB454B01}" type="presParOf" srcId="{157E089C-4B2B-4079-9825-A8720C35D57D}" destId="{D2F36F2C-0F45-4577-B4D4-7DDE53ABB2B1}" srcOrd="19" destOrd="0" presId="urn:microsoft.com/office/officeart/2005/8/layout/default"/>
    <dgm:cxn modelId="{DC1B4B36-5D92-46E8-B4CF-F36169B0DD26}" type="presParOf" srcId="{157E089C-4B2B-4079-9825-A8720C35D57D}" destId="{9490212F-3CC8-4530-8B96-F6F778B01527}" srcOrd="20" destOrd="0" presId="urn:microsoft.com/office/officeart/2005/8/layout/default"/>
    <dgm:cxn modelId="{6F508BCF-3D33-499A-8170-1189E64CD409}" type="presParOf" srcId="{157E089C-4B2B-4079-9825-A8720C35D57D}" destId="{6A050BF7-0EB1-47A8-B78F-F87A0902412A}" srcOrd="21" destOrd="0" presId="urn:microsoft.com/office/officeart/2005/8/layout/default"/>
    <dgm:cxn modelId="{17B7645F-5300-41D6-B605-DABB6E4DC20F}" type="presParOf" srcId="{157E089C-4B2B-4079-9825-A8720C35D57D}" destId="{AE8AF8F6-6F69-4FB1-8C32-53C399E0AB89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A083C81-8C0E-4B08-BB85-2523C0FE986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FFB23C7-560A-4FDA-881B-1B95981D0955}">
      <dgm:prSet custT="1"/>
      <dgm:spPr/>
      <dgm:t>
        <a:bodyPr/>
        <a:lstStyle/>
        <a:p>
          <a:r>
            <a:rPr lang="en-US" sz="2400" dirty="0"/>
            <a:t>Min-Conflicts Algorithm (Local Search)</a:t>
          </a:r>
        </a:p>
      </dgm:t>
    </dgm:pt>
    <dgm:pt modelId="{73767767-99D7-4ADD-BD34-15FD911AFBED}" type="parTrans" cxnId="{12D6DBAC-78DB-4B1D-8EE3-4663B0261830}">
      <dgm:prSet/>
      <dgm:spPr/>
      <dgm:t>
        <a:bodyPr/>
        <a:lstStyle/>
        <a:p>
          <a:endParaRPr lang="en-US"/>
        </a:p>
      </dgm:t>
    </dgm:pt>
    <dgm:pt modelId="{2EF1A385-97E7-45F4-8542-8A22731D4C2B}" type="sibTrans" cxnId="{12D6DBAC-78DB-4B1D-8EE3-4663B0261830}">
      <dgm:prSet/>
      <dgm:spPr/>
      <dgm:t>
        <a:bodyPr/>
        <a:lstStyle/>
        <a:p>
          <a:endParaRPr lang="en-US"/>
        </a:p>
      </dgm:t>
    </dgm:pt>
    <dgm:pt modelId="{60ACC7E7-9E25-48B2-8315-4355AC9F71DF}">
      <dgm:prSet custT="1"/>
      <dgm:spPr/>
      <dgm:t>
        <a:bodyPr/>
        <a:lstStyle/>
        <a:p>
          <a:r>
            <a:rPr lang="en-US" sz="2000" dirty="0"/>
            <a:t>Start with all N queues on the board (one per column)</a:t>
          </a:r>
        </a:p>
      </dgm:t>
    </dgm:pt>
    <dgm:pt modelId="{B82E0360-61D5-4EDC-80D1-0AAE201299BB}" type="parTrans" cxnId="{2CC4CA97-C7A7-4C5D-ADED-51B225BC502D}">
      <dgm:prSet/>
      <dgm:spPr/>
      <dgm:t>
        <a:bodyPr/>
        <a:lstStyle/>
        <a:p>
          <a:endParaRPr lang="en-US"/>
        </a:p>
      </dgm:t>
    </dgm:pt>
    <dgm:pt modelId="{7232085C-1D9D-436A-82FA-85F85BA42776}" type="sibTrans" cxnId="{2CC4CA97-C7A7-4C5D-ADED-51B225BC502D}">
      <dgm:prSet/>
      <dgm:spPr/>
      <dgm:t>
        <a:bodyPr/>
        <a:lstStyle/>
        <a:p>
          <a:endParaRPr lang="en-US"/>
        </a:p>
      </dgm:t>
    </dgm:pt>
    <dgm:pt modelId="{1E8A13E0-86BB-4995-8CEF-BC881A09926F}">
      <dgm:prSet custT="1"/>
      <dgm:spPr/>
      <dgm:t>
        <a:bodyPr/>
        <a:lstStyle/>
        <a:p>
          <a:r>
            <a:rPr lang="en-US" sz="2000" dirty="0"/>
            <a:t>Iteratively move queues within their columns to minimize conflicts</a:t>
          </a:r>
        </a:p>
      </dgm:t>
    </dgm:pt>
    <dgm:pt modelId="{0D746BE6-BC2A-45A7-B704-60F17049A155}" type="parTrans" cxnId="{BABABF0C-8865-4C59-9735-93DE6D7E85FC}">
      <dgm:prSet/>
      <dgm:spPr/>
      <dgm:t>
        <a:bodyPr/>
        <a:lstStyle/>
        <a:p>
          <a:endParaRPr lang="en-US"/>
        </a:p>
      </dgm:t>
    </dgm:pt>
    <dgm:pt modelId="{96735651-9677-4362-9B5D-4A8EA09CA848}" type="sibTrans" cxnId="{BABABF0C-8865-4C59-9735-93DE6D7E85FC}">
      <dgm:prSet/>
      <dgm:spPr/>
      <dgm:t>
        <a:bodyPr/>
        <a:lstStyle/>
        <a:p>
          <a:endParaRPr lang="en-US"/>
        </a:p>
      </dgm:t>
    </dgm:pt>
    <dgm:pt modelId="{284FCBB7-83F8-4BD4-97F2-9E6A66C57C24}">
      <dgm:prSet custT="1"/>
      <dgm:spPr/>
      <dgm:t>
        <a:bodyPr/>
        <a:lstStyle/>
        <a:p>
          <a:r>
            <a:rPr lang="en-US" sz="2000" dirty="0"/>
            <a:t>Continue until no-conflicts remain or max iterations reached</a:t>
          </a:r>
        </a:p>
      </dgm:t>
    </dgm:pt>
    <dgm:pt modelId="{D6F1B818-8E28-4E46-A7C2-1EA6B5664F7A}" type="parTrans" cxnId="{B15C3EBA-5411-4CDA-AC83-30769D7CFB17}">
      <dgm:prSet/>
      <dgm:spPr/>
      <dgm:t>
        <a:bodyPr/>
        <a:lstStyle/>
        <a:p>
          <a:endParaRPr lang="en-US"/>
        </a:p>
      </dgm:t>
    </dgm:pt>
    <dgm:pt modelId="{5504AC17-7250-4DA8-AEF1-F14F04712EDA}" type="sibTrans" cxnId="{B15C3EBA-5411-4CDA-AC83-30769D7CFB17}">
      <dgm:prSet/>
      <dgm:spPr/>
      <dgm:t>
        <a:bodyPr/>
        <a:lstStyle/>
        <a:p>
          <a:endParaRPr lang="en-US"/>
        </a:p>
      </dgm:t>
    </dgm:pt>
    <dgm:pt modelId="{3A589186-7FC1-41BE-BFCB-C68228A97BAB}" type="pres">
      <dgm:prSet presAssocID="{5A083C81-8C0E-4B08-BB85-2523C0FE986F}" presName="root" presStyleCnt="0">
        <dgm:presLayoutVars>
          <dgm:dir/>
          <dgm:resizeHandles val="exact"/>
        </dgm:presLayoutVars>
      </dgm:prSet>
      <dgm:spPr/>
    </dgm:pt>
    <dgm:pt modelId="{2F330DEA-61E4-473C-9C49-6C227C60A9E3}" type="pres">
      <dgm:prSet presAssocID="{DFFB23C7-560A-4FDA-881B-1B95981D0955}" presName="compNode" presStyleCnt="0"/>
      <dgm:spPr/>
    </dgm:pt>
    <dgm:pt modelId="{8861BC85-D8C4-43E6-81A2-2A95B8B9040B}" type="pres">
      <dgm:prSet presAssocID="{DFFB23C7-560A-4FDA-881B-1B95981D09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88FD506-4420-473A-913A-08F817A6D8D2}" type="pres">
      <dgm:prSet presAssocID="{DFFB23C7-560A-4FDA-881B-1B95981D0955}" presName="spaceRect" presStyleCnt="0"/>
      <dgm:spPr/>
    </dgm:pt>
    <dgm:pt modelId="{C1039B72-9B56-46CB-A92D-DF8174FD44A2}" type="pres">
      <dgm:prSet presAssocID="{DFFB23C7-560A-4FDA-881B-1B95981D0955}" presName="textRect" presStyleLbl="revTx" presStyleIdx="0" presStyleCnt="4">
        <dgm:presLayoutVars>
          <dgm:chMax val="1"/>
          <dgm:chPref val="1"/>
        </dgm:presLayoutVars>
      </dgm:prSet>
      <dgm:spPr/>
    </dgm:pt>
    <dgm:pt modelId="{2DCB69B1-D758-442B-A9ED-258C962AE5D5}" type="pres">
      <dgm:prSet presAssocID="{2EF1A385-97E7-45F4-8542-8A22731D4C2B}" presName="sibTrans" presStyleCnt="0"/>
      <dgm:spPr/>
    </dgm:pt>
    <dgm:pt modelId="{5885CEBE-1D61-4107-8BF4-44E78E195CF8}" type="pres">
      <dgm:prSet presAssocID="{60ACC7E7-9E25-48B2-8315-4355AC9F71DF}" presName="compNode" presStyleCnt="0"/>
      <dgm:spPr/>
    </dgm:pt>
    <dgm:pt modelId="{8DB1ECCC-D027-4470-99CF-5FD61261D7A7}" type="pres">
      <dgm:prSet presAssocID="{60ACC7E7-9E25-48B2-8315-4355AC9F71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837B5A9-2FA5-467A-A8A2-17260FED2432}" type="pres">
      <dgm:prSet presAssocID="{60ACC7E7-9E25-48B2-8315-4355AC9F71DF}" presName="spaceRect" presStyleCnt="0"/>
      <dgm:spPr/>
    </dgm:pt>
    <dgm:pt modelId="{B78122FC-D3CD-40DD-82AA-D45978C6C394}" type="pres">
      <dgm:prSet presAssocID="{60ACC7E7-9E25-48B2-8315-4355AC9F71DF}" presName="textRect" presStyleLbl="revTx" presStyleIdx="1" presStyleCnt="4">
        <dgm:presLayoutVars>
          <dgm:chMax val="1"/>
          <dgm:chPref val="1"/>
        </dgm:presLayoutVars>
      </dgm:prSet>
      <dgm:spPr/>
    </dgm:pt>
    <dgm:pt modelId="{58653ABC-AF10-4CBB-A106-C1992B2C6F0E}" type="pres">
      <dgm:prSet presAssocID="{7232085C-1D9D-436A-82FA-85F85BA42776}" presName="sibTrans" presStyleCnt="0"/>
      <dgm:spPr/>
    </dgm:pt>
    <dgm:pt modelId="{FFDEE1B2-C254-4511-AF9C-0364689E8A94}" type="pres">
      <dgm:prSet presAssocID="{1E8A13E0-86BB-4995-8CEF-BC881A09926F}" presName="compNode" presStyleCnt="0"/>
      <dgm:spPr/>
    </dgm:pt>
    <dgm:pt modelId="{65CF603B-614E-4118-A7CC-E134CDAC0E91}" type="pres">
      <dgm:prSet presAssocID="{1E8A13E0-86BB-4995-8CEF-BC881A0992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CEAE0E10-05B2-4553-9450-03B9DA0C04A2}" type="pres">
      <dgm:prSet presAssocID="{1E8A13E0-86BB-4995-8CEF-BC881A09926F}" presName="spaceRect" presStyleCnt="0"/>
      <dgm:spPr/>
    </dgm:pt>
    <dgm:pt modelId="{56AE2681-1587-4AE4-ABFB-0E9E258E8592}" type="pres">
      <dgm:prSet presAssocID="{1E8A13E0-86BB-4995-8CEF-BC881A09926F}" presName="textRect" presStyleLbl="revTx" presStyleIdx="2" presStyleCnt="4">
        <dgm:presLayoutVars>
          <dgm:chMax val="1"/>
          <dgm:chPref val="1"/>
        </dgm:presLayoutVars>
      </dgm:prSet>
      <dgm:spPr/>
    </dgm:pt>
    <dgm:pt modelId="{8F642EB0-68BA-40B8-BB00-BE018C9486D9}" type="pres">
      <dgm:prSet presAssocID="{96735651-9677-4362-9B5D-4A8EA09CA848}" presName="sibTrans" presStyleCnt="0"/>
      <dgm:spPr/>
    </dgm:pt>
    <dgm:pt modelId="{AA1CF854-678A-48CF-B73E-E887CC6CD070}" type="pres">
      <dgm:prSet presAssocID="{284FCBB7-83F8-4BD4-97F2-9E6A66C57C24}" presName="compNode" presStyleCnt="0"/>
      <dgm:spPr/>
    </dgm:pt>
    <dgm:pt modelId="{CF02EA69-9044-4656-8FDE-C49C35265D59}" type="pres">
      <dgm:prSet presAssocID="{284FCBB7-83F8-4BD4-97F2-9E6A66C57C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ginning"/>
        </a:ext>
      </dgm:extLst>
    </dgm:pt>
    <dgm:pt modelId="{77C1F153-62E5-4F51-9826-124957CA46FF}" type="pres">
      <dgm:prSet presAssocID="{284FCBB7-83F8-4BD4-97F2-9E6A66C57C24}" presName="spaceRect" presStyleCnt="0"/>
      <dgm:spPr/>
    </dgm:pt>
    <dgm:pt modelId="{853D9AEB-8CAD-457F-8F9E-B42F16EDD9A4}" type="pres">
      <dgm:prSet presAssocID="{284FCBB7-83F8-4BD4-97F2-9E6A66C57C2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AB9503-18D6-4DCF-9D3F-68FEB9B2AF78}" type="presOf" srcId="{5A083C81-8C0E-4B08-BB85-2523C0FE986F}" destId="{3A589186-7FC1-41BE-BFCB-C68228A97BAB}" srcOrd="0" destOrd="0" presId="urn:microsoft.com/office/officeart/2018/2/layout/IconLabelList"/>
    <dgm:cxn modelId="{BABABF0C-8865-4C59-9735-93DE6D7E85FC}" srcId="{5A083C81-8C0E-4B08-BB85-2523C0FE986F}" destId="{1E8A13E0-86BB-4995-8CEF-BC881A09926F}" srcOrd="2" destOrd="0" parTransId="{0D746BE6-BC2A-45A7-B704-60F17049A155}" sibTransId="{96735651-9677-4362-9B5D-4A8EA09CA848}"/>
    <dgm:cxn modelId="{40BFFD2D-7746-46FA-A815-BB17DC0CA6FD}" type="presOf" srcId="{60ACC7E7-9E25-48B2-8315-4355AC9F71DF}" destId="{B78122FC-D3CD-40DD-82AA-D45978C6C394}" srcOrd="0" destOrd="0" presId="urn:microsoft.com/office/officeart/2018/2/layout/IconLabelList"/>
    <dgm:cxn modelId="{6A86E663-E93C-485A-BA2D-76B6ACCF49DD}" type="presOf" srcId="{DFFB23C7-560A-4FDA-881B-1B95981D0955}" destId="{C1039B72-9B56-46CB-A92D-DF8174FD44A2}" srcOrd="0" destOrd="0" presId="urn:microsoft.com/office/officeart/2018/2/layout/IconLabelList"/>
    <dgm:cxn modelId="{2CC4CA97-C7A7-4C5D-ADED-51B225BC502D}" srcId="{5A083C81-8C0E-4B08-BB85-2523C0FE986F}" destId="{60ACC7E7-9E25-48B2-8315-4355AC9F71DF}" srcOrd="1" destOrd="0" parTransId="{B82E0360-61D5-4EDC-80D1-0AAE201299BB}" sibTransId="{7232085C-1D9D-436A-82FA-85F85BA42776}"/>
    <dgm:cxn modelId="{12D6DBAC-78DB-4B1D-8EE3-4663B0261830}" srcId="{5A083C81-8C0E-4B08-BB85-2523C0FE986F}" destId="{DFFB23C7-560A-4FDA-881B-1B95981D0955}" srcOrd="0" destOrd="0" parTransId="{73767767-99D7-4ADD-BD34-15FD911AFBED}" sibTransId="{2EF1A385-97E7-45F4-8542-8A22731D4C2B}"/>
    <dgm:cxn modelId="{B15C3EBA-5411-4CDA-AC83-30769D7CFB17}" srcId="{5A083C81-8C0E-4B08-BB85-2523C0FE986F}" destId="{284FCBB7-83F8-4BD4-97F2-9E6A66C57C24}" srcOrd="3" destOrd="0" parTransId="{D6F1B818-8E28-4E46-A7C2-1EA6B5664F7A}" sibTransId="{5504AC17-7250-4DA8-AEF1-F14F04712EDA}"/>
    <dgm:cxn modelId="{CF0517F0-F629-4178-A8D2-BB82446511C9}" type="presOf" srcId="{284FCBB7-83F8-4BD4-97F2-9E6A66C57C24}" destId="{853D9AEB-8CAD-457F-8F9E-B42F16EDD9A4}" srcOrd="0" destOrd="0" presId="urn:microsoft.com/office/officeart/2018/2/layout/IconLabelList"/>
    <dgm:cxn modelId="{7F81A0F5-7616-455E-9D22-AF4D9355DFB7}" type="presOf" srcId="{1E8A13E0-86BB-4995-8CEF-BC881A09926F}" destId="{56AE2681-1587-4AE4-ABFB-0E9E258E8592}" srcOrd="0" destOrd="0" presId="urn:microsoft.com/office/officeart/2018/2/layout/IconLabelList"/>
    <dgm:cxn modelId="{5AD7B05B-68BC-4D9A-8466-76438205B97E}" type="presParOf" srcId="{3A589186-7FC1-41BE-BFCB-C68228A97BAB}" destId="{2F330DEA-61E4-473C-9C49-6C227C60A9E3}" srcOrd="0" destOrd="0" presId="urn:microsoft.com/office/officeart/2018/2/layout/IconLabelList"/>
    <dgm:cxn modelId="{A6F9E7C2-5A02-4B0F-B710-95B35067CF21}" type="presParOf" srcId="{2F330DEA-61E4-473C-9C49-6C227C60A9E3}" destId="{8861BC85-D8C4-43E6-81A2-2A95B8B9040B}" srcOrd="0" destOrd="0" presId="urn:microsoft.com/office/officeart/2018/2/layout/IconLabelList"/>
    <dgm:cxn modelId="{66398742-250D-4973-80BE-48D1E3B9DD7E}" type="presParOf" srcId="{2F330DEA-61E4-473C-9C49-6C227C60A9E3}" destId="{C88FD506-4420-473A-913A-08F817A6D8D2}" srcOrd="1" destOrd="0" presId="urn:microsoft.com/office/officeart/2018/2/layout/IconLabelList"/>
    <dgm:cxn modelId="{1D9C2C5F-6C6D-4E76-9D41-BCAFAF9E53B9}" type="presParOf" srcId="{2F330DEA-61E4-473C-9C49-6C227C60A9E3}" destId="{C1039B72-9B56-46CB-A92D-DF8174FD44A2}" srcOrd="2" destOrd="0" presId="urn:microsoft.com/office/officeart/2018/2/layout/IconLabelList"/>
    <dgm:cxn modelId="{39EFFC57-26C2-4160-B2AB-C56B7B955145}" type="presParOf" srcId="{3A589186-7FC1-41BE-BFCB-C68228A97BAB}" destId="{2DCB69B1-D758-442B-A9ED-258C962AE5D5}" srcOrd="1" destOrd="0" presId="urn:microsoft.com/office/officeart/2018/2/layout/IconLabelList"/>
    <dgm:cxn modelId="{729A1D21-3060-4A4B-A2A8-73C45763B8E1}" type="presParOf" srcId="{3A589186-7FC1-41BE-BFCB-C68228A97BAB}" destId="{5885CEBE-1D61-4107-8BF4-44E78E195CF8}" srcOrd="2" destOrd="0" presId="urn:microsoft.com/office/officeart/2018/2/layout/IconLabelList"/>
    <dgm:cxn modelId="{DFF30269-A089-4B79-B5C1-D3FD5F58CEC2}" type="presParOf" srcId="{5885CEBE-1D61-4107-8BF4-44E78E195CF8}" destId="{8DB1ECCC-D027-4470-99CF-5FD61261D7A7}" srcOrd="0" destOrd="0" presId="urn:microsoft.com/office/officeart/2018/2/layout/IconLabelList"/>
    <dgm:cxn modelId="{4C8CA696-CA2A-4372-82B0-D2D2B9BB455B}" type="presParOf" srcId="{5885CEBE-1D61-4107-8BF4-44E78E195CF8}" destId="{7837B5A9-2FA5-467A-A8A2-17260FED2432}" srcOrd="1" destOrd="0" presId="urn:microsoft.com/office/officeart/2018/2/layout/IconLabelList"/>
    <dgm:cxn modelId="{8EC4A26C-B010-4E2F-B2BF-6BE41F041629}" type="presParOf" srcId="{5885CEBE-1D61-4107-8BF4-44E78E195CF8}" destId="{B78122FC-D3CD-40DD-82AA-D45978C6C394}" srcOrd="2" destOrd="0" presId="urn:microsoft.com/office/officeart/2018/2/layout/IconLabelList"/>
    <dgm:cxn modelId="{131E3C8E-0E16-463A-B734-2A2A0A1A81E6}" type="presParOf" srcId="{3A589186-7FC1-41BE-BFCB-C68228A97BAB}" destId="{58653ABC-AF10-4CBB-A106-C1992B2C6F0E}" srcOrd="3" destOrd="0" presId="urn:microsoft.com/office/officeart/2018/2/layout/IconLabelList"/>
    <dgm:cxn modelId="{77D528A4-7716-4CDC-A875-BCDAD838AD6E}" type="presParOf" srcId="{3A589186-7FC1-41BE-BFCB-C68228A97BAB}" destId="{FFDEE1B2-C254-4511-AF9C-0364689E8A94}" srcOrd="4" destOrd="0" presId="urn:microsoft.com/office/officeart/2018/2/layout/IconLabelList"/>
    <dgm:cxn modelId="{B1983665-FE04-4062-9C52-E55337CB504B}" type="presParOf" srcId="{FFDEE1B2-C254-4511-AF9C-0364689E8A94}" destId="{65CF603B-614E-4118-A7CC-E134CDAC0E91}" srcOrd="0" destOrd="0" presId="urn:microsoft.com/office/officeart/2018/2/layout/IconLabelList"/>
    <dgm:cxn modelId="{4DA0EA0E-EE2B-4348-A72A-F6B8458221A9}" type="presParOf" srcId="{FFDEE1B2-C254-4511-AF9C-0364689E8A94}" destId="{CEAE0E10-05B2-4553-9450-03B9DA0C04A2}" srcOrd="1" destOrd="0" presId="urn:microsoft.com/office/officeart/2018/2/layout/IconLabelList"/>
    <dgm:cxn modelId="{4230EF73-6694-42D2-8A72-C838F033E27D}" type="presParOf" srcId="{FFDEE1B2-C254-4511-AF9C-0364689E8A94}" destId="{56AE2681-1587-4AE4-ABFB-0E9E258E8592}" srcOrd="2" destOrd="0" presId="urn:microsoft.com/office/officeart/2018/2/layout/IconLabelList"/>
    <dgm:cxn modelId="{D4B9C4F8-491B-406E-AF0E-652AF7CE6227}" type="presParOf" srcId="{3A589186-7FC1-41BE-BFCB-C68228A97BAB}" destId="{8F642EB0-68BA-40B8-BB00-BE018C9486D9}" srcOrd="5" destOrd="0" presId="urn:microsoft.com/office/officeart/2018/2/layout/IconLabelList"/>
    <dgm:cxn modelId="{12A924CC-BB33-4F62-9DC7-D0B7CA3D4B1D}" type="presParOf" srcId="{3A589186-7FC1-41BE-BFCB-C68228A97BAB}" destId="{AA1CF854-678A-48CF-B73E-E887CC6CD070}" srcOrd="6" destOrd="0" presId="urn:microsoft.com/office/officeart/2018/2/layout/IconLabelList"/>
    <dgm:cxn modelId="{A95FA2CA-36D1-4C17-B400-8BAEB48BF7BF}" type="presParOf" srcId="{AA1CF854-678A-48CF-B73E-E887CC6CD070}" destId="{CF02EA69-9044-4656-8FDE-C49C35265D59}" srcOrd="0" destOrd="0" presId="urn:microsoft.com/office/officeart/2018/2/layout/IconLabelList"/>
    <dgm:cxn modelId="{0FF0EBB6-4691-44AF-8692-C06BFDF10D4E}" type="presParOf" srcId="{AA1CF854-678A-48CF-B73E-E887CC6CD070}" destId="{77C1F153-62E5-4F51-9826-124957CA46FF}" srcOrd="1" destOrd="0" presId="urn:microsoft.com/office/officeart/2018/2/layout/IconLabelList"/>
    <dgm:cxn modelId="{FAA42757-9DD0-4B2A-9F92-80FE10EB3DCC}" type="presParOf" srcId="{AA1CF854-678A-48CF-B73E-E887CC6CD070}" destId="{853D9AEB-8CAD-457F-8F9E-B42F16EDD9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EB74552-CA27-4B1F-9B79-3180E040F60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78114EE-D4D7-405F-85E4-5918BF265CA1}">
      <dgm:prSet custT="1"/>
      <dgm:spPr/>
      <dgm:t>
        <a:bodyPr/>
        <a:lstStyle/>
        <a:p>
          <a:r>
            <a:rPr lang="en-US" sz="2800" dirty="0"/>
            <a:t>Constraint satisfaction problems</a:t>
          </a:r>
        </a:p>
      </dgm:t>
    </dgm:pt>
    <dgm:pt modelId="{6955F4D4-15FE-4A00-B02A-3106DA6BFDCD}" type="parTrans" cxnId="{2DF490CA-8722-40A1-80C4-76CBEC940621}">
      <dgm:prSet/>
      <dgm:spPr/>
      <dgm:t>
        <a:bodyPr/>
        <a:lstStyle/>
        <a:p>
          <a:endParaRPr lang="en-US"/>
        </a:p>
      </dgm:t>
    </dgm:pt>
    <dgm:pt modelId="{192071E4-1849-4032-8B6C-20E922C91F2B}" type="sibTrans" cxnId="{2DF490CA-8722-40A1-80C4-76CBEC940621}">
      <dgm:prSet/>
      <dgm:spPr/>
      <dgm:t>
        <a:bodyPr/>
        <a:lstStyle/>
        <a:p>
          <a:endParaRPr lang="en-US"/>
        </a:p>
      </dgm:t>
    </dgm:pt>
    <dgm:pt modelId="{BF3C3FC7-BE90-48EB-BE9D-3546626105E7}">
      <dgm:prSet custT="1"/>
      <dgm:spPr/>
      <dgm:t>
        <a:bodyPr/>
        <a:lstStyle/>
        <a:p>
          <a:r>
            <a:rPr lang="en-US" sz="2800" dirty="0"/>
            <a:t>Resource allocation</a:t>
          </a:r>
        </a:p>
      </dgm:t>
    </dgm:pt>
    <dgm:pt modelId="{44D7AB61-B8F1-45D2-9557-887EC166CABE}" type="parTrans" cxnId="{E4BDC382-8999-4548-9751-A81FD8C7B380}">
      <dgm:prSet/>
      <dgm:spPr/>
      <dgm:t>
        <a:bodyPr/>
        <a:lstStyle/>
        <a:p>
          <a:endParaRPr lang="en-US"/>
        </a:p>
      </dgm:t>
    </dgm:pt>
    <dgm:pt modelId="{20705049-57CB-4217-A403-B644BC544847}" type="sibTrans" cxnId="{E4BDC382-8999-4548-9751-A81FD8C7B380}">
      <dgm:prSet/>
      <dgm:spPr/>
      <dgm:t>
        <a:bodyPr/>
        <a:lstStyle/>
        <a:p>
          <a:endParaRPr lang="en-US"/>
        </a:p>
      </dgm:t>
    </dgm:pt>
    <dgm:pt modelId="{91DF0EB3-9561-4B28-8F36-25C567CE90BE}">
      <dgm:prSet custT="1"/>
      <dgm:spPr/>
      <dgm:t>
        <a:bodyPr/>
        <a:lstStyle/>
        <a:p>
          <a:r>
            <a:rPr lang="en-US" sz="2800" dirty="0"/>
            <a:t>Circuit Design</a:t>
          </a:r>
        </a:p>
      </dgm:t>
    </dgm:pt>
    <dgm:pt modelId="{726EA66C-EAB7-499C-BE61-F28EDAB3FEF9}" type="parTrans" cxnId="{BDC8E59F-54CE-4F89-94DA-69633CDEC47A}">
      <dgm:prSet/>
      <dgm:spPr/>
      <dgm:t>
        <a:bodyPr/>
        <a:lstStyle/>
        <a:p>
          <a:endParaRPr lang="en-US"/>
        </a:p>
      </dgm:t>
    </dgm:pt>
    <dgm:pt modelId="{04CA3809-DB61-46AE-81AF-1FAA141F953D}" type="sibTrans" cxnId="{BDC8E59F-54CE-4F89-94DA-69633CDEC47A}">
      <dgm:prSet/>
      <dgm:spPr/>
      <dgm:t>
        <a:bodyPr/>
        <a:lstStyle/>
        <a:p>
          <a:endParaRPr lang="en-US"/>
        </a:p>
      </dgm:t>
    </dgm:pt>
    <dgm:pt modelId="{40A9566D-79D1-449E-831D-1AE1317C8C22}">
      <dgm:prSet custT="1"/>
      <dgm:spPr/>
      <dgm:t>
        <a:bodyPr/>
        <a:lstStyle/>
        <a:p>
          <a:r>
            <a:rPr lang="en-US" sz="2800" dirty="0"/>
            <a:t>Game AI</a:t>
          </a:r>
        </a:p>
      </dgm:t>
    </dgm:pt>
    <dgm:pt modelId="{880E6791-4CAB-4725-8788-ED4C9DF3AD77}" type="parTrans" cxnId="{EC782396-787F-427A-AA70-5F5BD4A09981}">
      <dgm:prSet/>
      <dgm:spPr/>
      <dgm:t>
        <a:bodyPr/>
        <a:lstStyle/>
        <a:p>
          <a:endParaRPr lang="en-US"/>
        </a:p>
      </dgm:t>
    </dgm:pt>
    <dgm:pt modelId="{6AD74F13-8282-4BA2-93F0-C763A87660B8}" type="sibTrans" cxnId="{EC782396-787F-427A-AA70-5F5BD4A09981}">
      <dgm:prSet/>
      <dgm:spPr/>
      <dgm:t>
        <a:bodyPr/>
        <a:lstStyle/>
        <a:p>
          <a:endParaRPr lang="en-US"/>
        </a:p>
      </dgm:t>
    </dgm:pt>
    <dgm:pt modelId="{503EB7B3-E311-477A-B561-B236148D49FE}" type="pres">
      <dgm:prSet presAssocID="{FEB74552-CA27-4B1F-9B79-3180E040F60F}" presName="root" presStyleCnt="0">
        <dgm:presLayoutVars>
          <dgm:dir/>
          <dgm:resizeHandles val="exact"/>
        </dgm:presLayoutVars>
      </dgm:prSet>
      <dgm:spPr/>
    </dgm:pt>
    <dgm:pt modelId="{2BC33F2B-4042-4B47-A512-303209298FB9}" type="pres">
      <dgm:prSet presAssocID="{FEB74552-CA27-4B1F-9B79-3180E040F60F}" presName="container" presStyleCnt="0">
        <dgm:presLayoutVars>
          <dgm:dir/>
          <dgm:resizeHandles val="exact"/>
        </dgm:presLayoutVars>
      </dgm:prSet>
      <dgm:spPr/>
    </dgm:pt>
    <dgm:pt modelId="{9CA64A2F-9FE3-4CEB-AF2E-E04EDB038A9C}" type="pres">
      <dgm:prSet presAssocID="{478114EE-D4D7-405F-85E4-5918BF265CA1}" presName="compNode" presStyleCnt="0"/>
      <dgm:spPr/>
    </dgm:pt>
    <dgm:pt modelId="{4B011573-1FD4-4574-803A-02C043445750}" type="pres">
      <dgm:prSet presAssocID="{478114EE-D4D7-405F-85E4-5918BF265CA1}" presName="iconBgRect" presStyleLbl="bgShp" presStyleIdx="0" presStyleCnt="4"/>
      <dgm:spPr/>
    </dgm:pt>
    <dgm:pt modelId="{1139DE4D-1788-4DF4-88F3-4603877D0046}" type="pres">
      <dgm:prSet presAssocID="{478114EE-D4D7-405F-85E4-5918BF265C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9E2A8120-6B41-408D-A319-5E9CA180019A}" type="pres">
      <dgm:prSet presAssocID="{478114EE-D4D7-405F-85E4-5918BF265CA1}" presName="spaceRect" presStyleCnt="0"/>
      <dgm:spPr/>
    </dgm:pt>
    <dgm:pt modelId="{1528F72D-FAF9-4CBA-86EF-662F2F1DAF34}" type="pres">
      <dgm:prSet presAssocID="{478114EE-D4D7-405F-85E4-5918BF265CA1}" presName="textRect" presStyleLbl="revTx" presStyleIdx="0" presStyleCnt="4">
        <dgm:presLayoutVars>
          <dgm:chMax val="1"/>
          <dgm:chPref val="1"/>
        </dgm:presLayoutVars>
      </dgm:prSet>
      <dgm:spPr/>
    </dgm:pt>
    <dgm:pt modelId="{18AA86B9-59E4-4A24-88BA-73DF5A704484}" type="pres">
      <dgm:prSet presAssocID="{192071E4-1849-4032-8B6C-20E922C91F2B}" presName="sibTrans" presStyleLbl="sibTrans2D1" presStyleIdx="0" presStyleCnt="0"/>
      <dgm:spPr/>
    </dgm:pt>
    <dgm:pt modelId="{0CA99A75-2A17-4B37-9955-440B9F910A12}" type="pres">
      <dgm:prSet presAssocID="{BF3C3FC7-BE90-48EB-BE9D-3546626105E7}" presName="compNode" presStyleCnt="0"/>
      <dgm:spPr/>
    </dgm:pt>
    <dgm:pt modelId="{ACBC63A5-CF78-47B7-B5C3-35E59FED5DD7}" type="pres">
      <dgm:prSet presAssocID="{BF3C3FC7-BE90-48EB-BE9D-3546626105E7}" presName="iconBgRect" presStyleLbl="bgShp" presStyleIdx="1" presStyleCnt="4"/>
      <dgm:spPr/>
    </dgm:pt>
    <dgm:pt modelId="{08028647-7683-450B-9E3A-F4313FF768A7}" type="pres">
      <dgm:prSet presAssocID="{BF3C3FC7-BE90-48EB-BE9D-3546626105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8DA9130-56AA-4508-A197-195CA22A9917}" type="pres">
      <dgm:prSet presAssocID="{BF3C3FC7-BE90-48EB-BE9D-3546626105E7}" presName="spaceRect" presStyleCnt="0"/>
      <dgm:spPr/>
    </dgm:pt>
    <dgm:pt modelId="{20E207CB-84F0-450B-B971-8B3CB4B3C66B}" type="pres">
      <dgm:prSet presAssocID="{BF3C3FC7-BE90-48EB-BE9D-3546626105E7}" presName="textRect" presStyleLbl="revTx" presStyleIdx="1" presStyleCnt="4">
        <dgm:presLayoutVars>
          <dgm:chMax val="1"/>
          <dgm:chPref val="1"/>
        </dgm:presLayoutVars>
      </dgm:prSet>
      <dgm:spPr/>
    </dgm:pt>
    <dgm:pt modelId="{1EC3F494-28C2-4332-AEFA-2384317BD57D}" type="pres">
      <dgm:prSet presAssocID="{20705049-57CB-4217-A403-B644BC544847}" presName="sibTrans" presStyleLbl="sibTrans2D1" presStyleIdx="0" presStyleCnt="0"/>
      <dgm:spPr/>
    </dgm:pt>
    <dgm:pt modelId="{02182259-B71A-4A7C-A816-6347371D8788}" type="pres">
      <dgm:prSet presAssocID="{91DF0EB3-9561-4B28-8F36-25C567CE90BE}" presName="compNode" presStyleCnt="0"/>
      <dgm:spPr/>
    </dgm:pt>
    <dgm:pt modelId="{AE065D0A-5C43-4685-8C43-A6F58D2D9DE4}" type="pres">
      <dgm:prSet presAssocID="{91DF0EB3-9561-4B28-8F36-25C567CE90BE}" presName="iconBgRect" presStyleLbl="bgShp" presStyleIdx="2" presStyleCnt="4"/>
      <dgm:spPr/>
    </dgm:pt>
    <dgm:pt modelId="{8B5E407B-9317-454F-9F79-0CC27EB82BA3}" type="pres">
      <dgm:prSet presAssocID="{91DF0EB3-9561-4B28-8F36-25C567CE90B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C1349B3-9E28-4C74-8C70-D3519C22EF34}" type="pres">
      <dgm:prSet presAssocID="{91DF0EB3-9561-4B28-8F36-25C567CE90BE}" presName="spaceRect" presStyleCnt="0"/>
      <dgm:spPr/>
    </dgm:pt>
    <dgm:pt modelId="{0601AB94-C1C0-4047-9F90-BEE3AD211E59}" type="pres">
      <dgm:prSet presAssocID="{91DF0EB3-9561-4B28-8F36-25C567CE90BE}" presName="textRect" presStyleLbl="revTx" presStyleIdx="2" presStyleCnt="4">
        <dgm:presLayoutVars>
          <dgm:chMax val="1"/>
          <dgm:chPref val="1"/>
        </dgm:presLayoutVars>
      </dgm:prSet>
      <dgm:spPr/>
    </dgm:pt>
    <dgm:pt modelId="{7FB034D2-7578-4165-A453-D5FBCE1DB9DD}" type="pres">
      <dgm:prSet presAssocID="{04CA3809-DB61-46AE-81AF-1FAA141F953D}" presName="sibTrans" presStyleLbl="sibTrans2D1" presStyleIdx="0" presStyleCnt="0"/>
      <dgm:spPr/>
    </dgm:pt>
    <dgm:pt modelId="{E741BEB8-65F8-4AFD-BA33-F922CAF67354}" type="pres">
      <dgm:prSet presAssocID="{40A9566D-79D1-449E-831D-1AE1317C8C22}" presName="compNode" presStyleCnt="0"/>
      <dgm:spPr/>
    </dgm:pt>
    <dgm:pt modelId="{39B4613F-CD88-4273-AF89-B1C17A101C82}" type="pres">
      <dgm:prSet presAssocID="{40A9566D-79D1-449E-831D-1AE1317C8C22}" presName="iconBgRect" presStyleLbl="bgShp" presStyleIdx="3" presStyleCnt="4"/>
      <dgm:spPr/>
    </dgm:pt>
    <dgm:pt modelId="{671FF6F8-95CE-4A29-88C0-1673CDA51AD0}" type="pres">
      <dgm:prSet presAssocID="{40A9566D-79D1-449E-831D-1AE1317C8C2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5F9CEBFA-F90F-443E-8635-313F8D573C08}" type="pres">
      <dgm:prSet presAssocID="{40A9566D-79D1-449E-831D-1AE1317C8C22}" presName="spaceRect" presStyleCnt="0"/>
      <dgm:spPr/>
    </dgm:pt>
    <dgm:pt modelId="{D5F55979-69D3-4711-B68F-AFFB9F20BD95}" type="pres">
      <dgm:prSet presAssocID="{40A9566D-79D1-449E-831D-1AE1317C8C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E59329-6F82-440E-85FB-88407914D875}" type="presOf" srcId="{FEB74552-CA27-4B1F-9B79-3180E040F60F}" destId="{503EB7B3-E311-477A-B561-B236148D49FE}" srcOrd="0" destOrd="0" presId="urn:microsoft.com/office/officeart/2018/2/layout/IconCircleList"/>
    <dgm:cxn modelId="{52BB8737-F535-4A54-997B-F8CE6712AED1}" type="presOf" srcId="{04CA3809-DB61-46AE-81AF-1FAA141F953D}" destId="{7FB034D2-7578-4165-A453-D5FBCE1DB9DD}" srcOrd="0" destOrd="0" presId="urn:microsoft.com/office/officeart/2018/2/layout/IconCircleList"/>
    <dgm:cxn modelId="{35AC285D-EA07-4F88-976F-2758381FBC3F}" type="presOf" srcId="{91DF0EB3-9561-4B28-8F36-25C567CE90BE}" destId="{0601AB94-C1C0-4047-9F90-BEE3AD211E59}" srcOrd="0" destOrd="0" presId="urn:microsoft.com/office/officeart/2018/2/layout/IconCircleList"/>
    <dgm:cxn modelId="{A5B79241-50B5-4F39-97DC-25BC9C33ED81}" type="presOf" srcId="{192071E4-1849-4032-8B6C-20E922C91F2B}" destId="{18AA86B9-59E4-4A24-88BA-73DF5A704484}" srcOrd="0" destOrd="0" presId="urn:microsoft.com/office/officeart/2018/2/layout/IconCircleList"/>
    <dgm:cxn modelId="{CDEA2659-A6A4-469B-A47C-66EB020839E8}" type="presOf" srcId="{BF3C3FC7-BE90-48EB-BE9D-3546626105E7}" destId="{20E207CB-84F0-450B-B971-8B3CB4B3C66B}" srcOrd="0" destOrd="0" presId="urn:microsoft.com/office/officeart/2018/2/layout/IconCircleList"/>
    <dgm:cxn modelId="{DAA45379-70C3-4DB6-93BE-7C9721F45852}" type="presOf" srcId="{40A9566D-79D1-449E-831D-1AE1317C8C22}" destId="{D5F55979-69D3-4711-B68F-AFFB9F20BD95}" srcOrd="0" destOrd="0" presId="urn:microsoft.com/office/officeart/2018/2/layout/IconCircleList"/>
    <dgm:cxn modelId="{E4BDC382-8999-4548-9751-A81FD8C7B380}" srcId="{FEB74552-CA27-4B1F-9B79-3180E040F60F}" destId="{BF3C3FC7-BE90-48EB-BE9D-3546626105E7}" srcOrd="1" destOrd="0" parTransId="{44D7AB61-B8F1-45D2-9557-887EC166CABE}" sibTransId="{20705049-57CB-4217-A403-B644BC544847}"/>
    <dgm:cxn modelId="{EC782396-787F-427A-AA70-5F5BD4A09981}" srcId="{FEB74552-CA27-4B1F-9B79-3180E040F60F}" destId="{40A9566D-79D1-449E-831D-1AE1317C8C22}" srcOrd="3" destOrd="0" parTransId="{880E6791-4CAB-4725-8788-ED4C9DF3AD77}" sibTransId="{6AD74F13-8282-4BA2-93F0-C763A87660B8}"/>
    <dgm:cxn modelId="{BDC8E59F-54CE-4F89-94DA-69633CDEC47A}" srcId="{FEB74552-CA27-4B1F-9B79-3180E040F60F}" destId="{91DF0EB3-9561-4B28-8F36-25C567CE90BE}" srcOrd="2" destOrd="0" parTransId="{726EA66C-EAB7-499C-BE61-F28EDAB3FEF9}" sibTransId="{04CA3809-DB61-46AE-81AF-1FAA141F953D}"/>
    <dgm:cxn modelId="{70DCE5B4-1864-4543-B634-70B12E069B80}" type="presOf" srcId="{478114EE-D4D7-405F-85E4-5918BF265CA1}" destId="{1528F72D-FAF9-4CBA-86EF-662F2F1DAF34}" srcOrd="0" destOrd="0" presId="urn:microsoft.com/office/officeart/2018/2/layout/IconCircleList"/>
    <dgm:cxn modelId="{2DF490CA-8722-40A1-80C4-76CBEC940621}" srcId="{FEB74552-CA27-4B1F-9B79-3180E040F60F}" destId="{478114EE-D4D7-405F-85E4-5918BF265CA1}" srcOrd="0" destOrd="0" parTransId="{6955F4D4-15FE-4A00-B02A-3106DA6BFDCD}" sibTransId="{192071E4-1849-4032-8B6C-20E922C91F2B}"/>
    <dgm:cxn modelId="{102E1FE2-6ED0-4CEB-987E-549AE305B77B}" type="presOf" srcId="{20705049-57CB-4217-A403-B644BC544847}" destId="{1EC3F494-28C2-4332-AEFA-2384317BD57D}" srcOrd="0" destOrd="0" presId="urn:microsoft.com/office/officeart/2018/2/layout/IconCircleList"/>
    <dgm:cxn modelId="{D96018A8-8AFD-4CAA-A790-442BF6758BA2}" type="presParOf" srcId="{503EB7B3-E311-477A-B561-B236148D49FE}" destId="{2BC33F2B-4042-4B47-A512-303209298FB9}" srcOrd="0" destOrd="0" presId="urn:microsoft.com/office/officeart/2018/2/layout/IconCircleList"/>
    <dgm:cxn modelId="{88C2CF89-F556-4590-95AB-86DEFA158CC1}" type="presParOf" srcId="{2BC33F2B-4042-4B47-A512-303209298FB9}" destId="{9CA64A2F-9FE3-4CEB-AF2E-E04EDB038A9C}" srcOrd="0" destOrd="0" presId="urn:microsoft.com/office/officeart/2018/2/layout/IconCircleList"/>
    <dgm:cxn modelId="{58CD4686-ABB3-425F-8C0B-171654B55D72}" type="presParOf" srcId="{9CA64A2F-9FE3-4CEB-AF2E-E04EDB038A9C}" destId="{4B011573-1FD4-4574-803A-02C043445750}" srcOrd="0" destOrd="0" presId="urn:microsoft.com/office/officeart/2018/2/layout/IconCircleList"/>
    <dgm:cxn modelId="{86715C3C-4F30-4C0C-AEFC-241437BFDFAC}" type="presParOf" srcId="{9CA64A2F-9FE3-4CEB-AF2E-E04EDB038A9C}" destId="{1139DE4D-1788-4DF4-88F3-4603877D0046}" srcOrd="1" destOrd="0" presId="urn:microsoft.com/office/officeart/2018/2/layout/IconCircleList"/>
    <dgm:cxn modelId="{E43898B9-101C-4D4A-8F9A-440746327397}" type="presParOf" srcId="{9CA64A2F-9FE3-4CEB-AF2E-E04EDB038A9C}" destId="{9E2A8120-6B41-408D-A319-5E9CA180019A}" srcOrd="2" destOrd="0" presId="urn:microsoft.com/office/officeart/2018/2/layout/IconCircleList"/>
    <dgm:cxn modelId="{03707C22-40D1-43D3-8317-804285826F88}" type="presParOf" srcId="{9CA64A2F-9FE3-4CEB-AF2E-E04EDB038A9C}" destId="{1528F72D-FAF9-4CBA-86EF-662F2F1DAF34}" srcOrd="3" destOrd="0" presId="urn:microsoft.com/office/officeart/2018/2/layout/IconCircleList"/>
    <dgm:cxn modelId="{E969EE3F-38FE-47C2-BA5E-E64A486C8ED9}" type="presParOf" srcId="{2BC33F2B-4042-4B47-A512-303209298FB9}" destId="{18AA86B9-59E4-4A24-88BA-73DF5A704484}" srcOrd="1" destOrd="0" presId="urn:microsoft.com/office/officeart/2018/2/layout/IconCircleList"/>
    <dgm:cxn modelId="{FCE93C22-B577-420A-BB28-D2F954F3A99B}" type="presParOf" srcId="{2BC33F2B-4042-4B47-A512-303209298FB9}" destId="{0CA99A75-2A17-4B37-9955-440B9F910A12}" srcOrd="2" destOrd="0" presId="urn:microsoft.com/office/officeart/2018/2/layout/IconCircleList"/>
    <dgm:cxn modelId="{2F15FFAF-433C-43B8-B03E-2C718BD9AC9E}" type="presParOf" srcId="{0CA99A75-2A17-4B37-9955-440B9F910A12}" destId="{ACBC63A5-CF78-47B7-B5C3-35E59FED5DD7}" srcOrd="0" destOrd="0" presId="urn:microsoft.com/office/officeart/2018/2/layout/IconCircleList"/>
    <dgm:cxn modelId="{D7C52C66-08E3-45BD-9DD4-06A0236D875E}" type="presParOf" srcId="{0CA99A75-2A17-4B37-9955-440B9F910A12}" destId="{08028647-7683-450B-9E3A-F4313FF768A7}" srcOrd="1" destOrd="0" presId="urn:microsoft.com/office/officeart/2018/2/layout/IconCircleList"/>
    <dgm:cxn modelId="{F9E68DE8-E073-4ED6-9430-3E57C420A35E}" type="presParOf" srcId="{0CA99A75-2A17-4B37-9955-440B9F910A12}" destId="{28DA9130-56AA-4508-A197-195CA22A9917}" srcOrd="2" destOrd="0" presId="urn:microsoft.com/office/officeart/2018/2/layout/IconCircleList"/>
    <dgm:cxn modelId="{830DC5B0-AD27-4383-86CF-8A0E592A06CE}" type="presParOf" srcId="{0CA99A75-2A17-4B37-9955-440B9F910A12}" destId="{20E207CB-84F0-450B-B971-8B3CB4B3C66B}" srcOrd="3" destOrd="0" presId="urn:microsoft.com/office/officeart/2018/2/layout/IconCircleList"/>
    <dgm:cxn modelId="{C2EFED02-42C2-42C6-9C63-A8A6AD7F492A}" type="presParOf" srcId="{2BC33F2B-4042-4B47-A512-303209298FB9}" destId="{1EC3F494-28C2-4332-AEFA-2384317BD57D}" srcOrd="3" destOrd="0" presId="urn:microsoft.com/office/officeart/2018/2/layout/IconCircleList"/>
    <dgm:cxn modelId="{2E889F83-4A20-4A77-9E97-7392591E79BB}" type="presParOf" srcId="{2BC33F2B-4042-4B47-A512-303209298FB9}" destId="{02182259-B71A-4A7C-A816-6347371D8788}" srcOrd="4" destOrd="0" presId="urn:microsoft.com/office/officeart/2018/2/layout/IconCircleList"/>
    <dgm:cxn modelId="{18FC2D8A-33BF-4652-9288-6FD567A758A7}" type="presParOf" srcId="{02182259-B71A-4A7C-A816-6347371D8788}" destId="{AE065D0A-5C43-4685-8C43-A6F58D2D9DE4}" srcOrd="0" destOrd="0" presId="urn:microsoft.com/office/officeart/2018/2/layout/IconCircleList"/>
    <dgm:cxn modelId="{C54F434F-76BB-4DB8-8927-CE04C9C5AA54}" type="presParOf" srcId="{02182259-B71A-4A7C-A816-6347371D8788}" destId="{8B5E407B-9317-454F-9F79-0CC27EB82BA3}" srcOrd="1" destOrd="0" presId="urn:microsoft.com/office/officeart/2018/2/layout/IconCircleList"/>
    <dgm:cxn modelId="{8BCFD02F-8E71-43C7-B3E1-5A5EC5D53394}" type="presParOf" srcId="{02182259-B71A-4A7C-A816-6347371D8788}" destId="{3C1349B3-9E28-4C74-8C70-D3519C22EF34}" srcOrd="2" destOrd="0" presId="urn:microsoft.com/office/officeart/2018/2/layout/IconCircleList"/>
    <dgm:cxn modelId="{BAD06BFE-8E00-40F5-B2F0-8EF490D2A8A0}" type="presParOf" srcId="{02182259-B71A-4A7C-A816-6347371D8788}" destId="{0601AB94-C1C0-4047-9F90-BEE3AD211E59}" srcOrd="3" destOrd="0" presId="urn:microsoft.com/office/officeart/2018/2/layout/IconCircleList"/>
    <dgm:cxn modelId="{A8330F49-4937-4BB7-97EE-986CA154CD97}" type="presParOf" srcId="{2BC33F2B-4042-4B47-A512-303209298FB9}" destId="{7FB034D2-7578-4165-A453-D5FBCE1DB9DD}" srcOrd="5" destOrd="0" presId="urn:microsoft.com/office/officeart/2018/2/layout/IconCircleList"/>
    <dgm:cxn modelId="{8080AD32-2042-429E-A020-96DC91B623A1}" type="presParOf" srcId="{2BC33F2B-4042-4B47-A512-303209298FB9}" destId="{E741BEB8-65F8-4AFD-BA33-F922CAF67354}" srcOrd="6" destOrd="0" presId="urn:microsoft.com/office/officeart/2018/2/layout/IconCircleList"/>
    <dgm:cxn modelId="{987D08A7-CA56-4D21-B27A-E26D33D88F91}" type="presParOf" srcId="{E741BEB8-65F8-4AFD-BA33-F922CAF67354}" destId="{39B4613F-CD88-4273-AF89-B1C17A101C82}" srcOrd="0" destOrd="0" presId="urn:microsoft.com/office/officeart/2018/2/layout/IconCircleList"/>
    <dgm:cxn modelId="{3EE3DEA4-8AA4-45C0-84E7-2736988B260E}" type="presParOf" srcId="{E741BEB8-65F8-4AFD-BA33-F922CAF67354}" destId="{671FF6F8-95CE-4A29-88C0-1673CDA51AD0}" srcOrd="1" destOrd="0" presId="urn:microsoft.com/office/officeart/2018/2/layout/IconCircleList"/>
    <dgm:cxn modelId="{65FB2B76-52F6-49C9-B3CF-4D815DE2D02F}" type="presParOf" srcId="{E741BEB8-65F8-4AFD-BA33-F922CAF67354}" destId="{5F9CEBFA-F90F-443E-8635-313F8D573C08}" srcOrd="2" destOrd="0" presId="urn:microsoft.com/office/officeart/2018/2/layout/IconCircleList"/>
    <dgm:cxn modelId="{7480550A-B3EB-4947-A2C5-F14607BD4169}" type="presParOf" srcId="{E741BEB8-65F8-4AFD-BA33-F922CAF67354}" destId="{D5F55979-69D3-4711-B68F-AFFB9F20BD9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35EF453-4714-41C3-BEF0-EC8DA271A4C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3720300-D3EA-44DC-ADFE-01C4000C0AFA}">
      <dgm:prSet/>
      <dgm:spPr/>
      <dgm:t>
        <a:bodyPr/>
        <a:lstStyle/>
        <a:p>
          <a:pPr>
            <a:defRPr cap="all"/>
          </a:pPr>
          <a:r>
            <a:rPr lang="en-US"/>
            <a:t>Vacuum World  is a simple reflex agent operates on condition-action rules without internal state to clean a limited environment.</a:t>
          </a:r>
        </a:p>
      </dgm:t>
    </dgm:pt>
    <dgm:pt modelId="{E135FD1A-733D-4777-A002-BC050BF320F9}" type="parTrans" cxnId="{427146CB-4C1B-4D6E-8429-E45F1B512657}">
      <dgm:prSet/>
      <dgm:spPr/>
      <dgm:t>
        <a:bodyPr/>
        <a:lstStyle/>
        <a:p>
          <a:endParaRPr lang="en-US"/>
        </a:p>
      </dgm:t>
    </dgm:pt>
    <dgm:pt modelId="{7EB62BF6-BFEE-4D3B-9767-F9590FEB4426}" type="sibTrans" cxnId="{427146CB-4C1B-4D6E-8429-E45F1B512657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1A12C4B6-6308-4DA6-898B-F9769BA595AD}">
      <dgm:prSet/>
      <dgm:spPr/>
      <dgm:t>
        <a:bodyPr/>
        <a:lstStyle/>
        <a:p>
          <a:pPr>
            <a:defRPr cap="all"/>
          </a:pPr>
          <a:r>
            <a:rPr lang="en-US"/>
            <a:t>Missionaries and Cannibals like a river crossing puzzle requiring strategic state-space search with an 11-step optimal solution while maintaining the constraint that cannibals never outnumber missionaries.</a:t>
          </a:r>
        </a:p>
      </dgm:t>
    </dgm:pt>
    <dgm:pt modelId="{120C0EAE-E863-49F3-A292-C7F5768A65AD}" type="parTrans" cxnId="{70D29131-928C-4B31-8E83-40250313BD87}">
      <dgm:prSet/>
      <dgm:spPr/>
      <dgm:t>
        <a:bodyPr/>
        <a:lstStyle/>
        <a:p>
          <a:endParaRPr lang="en-US"/>
        </a:p>
      </dgm:t>
    </dgm:pt>
    <dgm:pt modelId="{B584C0AC-5652-4F81-8A54-2121180A9DE8}" type="sibTrans" cxnId="{70D29131-928C-4B31-8E83-40250313BD87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C5880395-7BFB-4EDC-BB60-A94EA9FAD2A9}">
      <dgm:prSet/>
      <dgm:spPr/>
      <dgm:t>
        <a:bodyPr/>
        <a:lstStyle/>
        <a:p>
          <a:pPr>
            <a:defRPr cap="all"/>
          </a:pPr>
          <a:r>
            <a:rPr lang="en-US"/>
            <a:t>N-QUEUES PROBLEM is like a constraint satisfaction problem of placing N queens on an N×N chessboard so no queen threatens another, solvable for all N≥4 using backtracking or heuristic search methods.</a:t>
          </a:r>
        </a:p>
      </dgm:t>
    </dgm:pt>
    <dgm:pt modelId="{36E6B0F3-1272-4BC8-BD79-752D4155B814}" type="parTrans" cxnId="{356DCCD4-0B69-4D77-BE33-3771460C6CC6}">
      <dgm:prSet/>
      <dgm:spPr/>
      <dgm:t>
        <a:bodyPr/>
        <a:lstStyle/>
        <a:p>
          <a:endParaRPr lang="en-US"/>
        </a:p>
      </dgm:t>
    </dgm:pt>
    <dgm:pt modelId="{F45B44A4-3782-4AF1-AE9C-2258079B3630}" type="sibTrans" cxnId="{356DCCD4-0B69-4D77-BE33-3771460C6CC6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C269D8FB-85FD-42EA-AE6C-49A3A09C7929}" type="pres">
      <dgm:prSet presAssocID="{C35EF453-4714-41C3-BEF0-EC8DA271A4C9}" presName="Name0" presStyleCnt="0">
        <dgm:presLayoutVars>
          <dgm:animLvl val="lvl"/>
          <dgm:resizeHandles val="exact"/>
        </dgm:presLayoutVars>
      </dgm:prSet>
      <dgm:spPr/>
    </dgm:pt>
    <dgm:pt modelId="{FF84493E-B773-48BA-9092-9B95263E10D8}" type="pres">
      <dgm:prSet presAssocID="{23720300-D3EA-44DC-ADFE-01C4000C0AFA}" presName="compositeNode" presStyleCnt="0">
        <dgm:presLayoutVars>
          <dgm:bulletEnabled val="1"/>
        </dgm:presLayoutVars>
      </dgm:prSet>
      <dgm:spPr/>
    </dgm:pt>
    <dgm:pt modelId="{05263BCA-E1E4-4723-B9C1-2D51600F6415}" type="pres">
      <dgm:prSet presAssocID="{23720300-D3EA-44DC-ADFE-01C4000C0AFA}" presName="bgRect" presStyleLbl="alignNode1" presStyleIdx="0" presStyleCnt="3"/>
      <dgm:spPr/>
    </dgm:pt>
    <dgm:pt modelId="{5E77FB33-82B8-4363-86C9-2C8214110844}" type="pres">
      <dgm:prSet presAssocID="{7EB62BF6-BFEE-4D3B-9767-F9590FEB442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334A7B67-227F-4ED9-BD8A-5C793DB43B29}" type="pres">
      <dgm:prSet presAssocID="{23720300-D3EA-44DC-ADFE-01C4000C0AFA}" presName="nodeRect" presStyleLbl="alignNode1" presStyleIdx="0" presStyleCnt="3">
        <dgm:presLayoutVars>
          <dgm:bulletEnabled val="1"/>
        </dgm:presLayoutVars>
      </dgm:prSet>
      <dgm:spPr/>
    </dgm:pt>
    <dgm:pt modelId="{811B4F44-A0DC-4573-A57D-3E734C2A6F86}" type="pres">
      <dgm:prSet presAssocID="{7EB62BF6-BFEE-4D3B-9767-F9590FEB4426}" presName="sibTrans" presStyleCnt="0"/>
      <dgm:spPr/>
    </dgm:pt>
    <dgm:pt modelId="{75F944CE-C710-4743-8769-A6236E94CECF}" type="pres">
      <dgm:prSet presAssocID="{1A12C4B6-6308-4DA6-898B-F9769BA595AD}" presName="compositeNode" presStyleCnt="0">
        <dgm:presLayoutVars>
          <dgm:bulletEnabled val="1"/>
        </dgm:presLayoutVars>
      </dgm:prSet>
      <dgm:spPr/>
    </dgm:pt>
    <dgm:pt modelId="{D81E7B11-1491-413F-83B0-745F95BDB5CF}" type="pres">
      <dgm:prSet presAssocID="{1A12C4B6-6308-4DA6-898B-F9769BA595AD}" presName="bgRect" presStyleLbl="alignNode1" presStyleIdx="1" presStyleCnt="3"/>
      <dgm:spPr/>
    </dgm:pt>
    <dgm:pt modelId="{6A1A1431-FC25-434B-AEA9-DEE538ED44B7}" type="pres">
      <dgm:prSet presAssocID="{B584C0AC-5652-4F81-8A54-2121180A9DE8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7420C0D7-7621-427E-8B41-3E004F8571A2}" type="pres">
      <dgm:prSet presAssocID="{1A12C4B6-6308-4DA6-898B-F9769BA595AD}" presName="nodeRect" presStyleLbl="alignNode1" presStyleIdx="1" presStyleCnt="3">
        <dgm:presLayoutVars>
          <dgm:bulletEnabled val="1"/>
        </dgm:presLayoutVars>
      </dgm:prSet>
      <dgm:spPr/>
    </dgm:pt>
    <dgm:pt modelId="{50BBE0CC-D50E-49CF-B935-57294E31AC94}" type="pres">
      <dgm:prSet presAssocID="{B584C0AC-5652-4F81-8A54-2121180A9DE8}" presName="sibTrans" presStyleCnt="0"/>
      <dgm:spPr/>
    </dgm:pt>
    <dgm:pt modelId="{E449037F-CDFC-4E4B-823B-787BD0F1AE87}" type="pres">
      <dgm:prSet presAssocID="{C5880395-7BFB-4EDC-BB60-A94EA9FAD2A9}" presName="compositeNode" presStyleCnt="0">
        <dgm:presLayoutVars>
          <dgm:bulletEnabled val="1"/>
        </dgm:presLayoutVars>
      </dgm:prSet>
      <dgm:spPr/>
    </dgm:pt>
    <dgm:pt modelId="{34C22C4A-2E6C-4E59-AEE1-EBB54912EABF}" type="pres">
      <dgm:prSet presAssocID="{C5880395-7BFB-4EDC-BB60-A94EA9FAD2A9}" presName="bgRect" presStyleLbl="alignNode1" presStyleIdx="2" presStyleCnt="3"/>
      <dgm:spPr/>
    </dgm:pt>
    <dgm:pt modelId="{0F4964E4-D01E-43CB-A3A0-681A3C477453}" type="pres">
      <dgm:prSet presAssocID="{F45B44A4-3782-4AF1-AE9C-2258079B3630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0A31EE18-BB3A-48F4-B273-28960EED21E5}" type="pres">
      <dgm:prSet presAssocID="{C5880395-7BFB-4EDC-BB60-A94EA9FAD2A9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9474210D-D860-4001-8E1D-CFCDAD27570B}" type="presOf" srcId="{C5880395-7BFB-4EDC-BB60-A94EA9FAD2A9}" destId="{0A31EE18-BB3A-48F4-B273-28960EED21E5}" srcOrd="1" destOrd="0" presId="urn:microsoft.com/office/officeart/2016/7/layout/LinearBlockProcessNumbered"/>
    <dgm:cxn modelId="{7F38851F-3933-4F14-B628-46528951F8A0}" type="presOf" srcId="{C35EF453-4714-41C3-BEF0-EC8DA271A4C9}" destId="{C269D8FB-85FD-42EA-AE6C-49A3A09C7929}" srcOrd="0" destOrd="0" presId="urn:microsoft.com/office/officeart/2016/7/layout/LinearBlockProcessNumbered"/>
    <dgm:cxn modelId="{70D29131-928C-4B31-8E83-40250313BD87}" srcId="{C35EF453-4714-41C3-BEF0-EC8DA271A4C9}" destId="{1A12C4B6-6308-4DA6-898B-F9769BA595AD}" srcOrd="1" destOrd="0" parTransId="{120C0EAE-E863-49F3-A292-C7F5768A65AD}" sibTransId="{B584C0AC-5652-4F81-8A54-2121180A9DE8}"/>
    <dgm:cxn modelId="{68167F34-5F66-4291-B18B-4423E53C0ED8}" type="presOf" srcId="{23720300-D3EA-44DC-ADFE-01C4000C0AFA}" destId="{334A7B67-227F-4ED9-BD8A-5C793DB43B29}" srcOrd="1" destOrd="0" presId="urn:microsoft.com/office/officeart/2016/7/layout/LinearBlockProcessNumbered"/>
    <dgm:cxn modelId="{2949E643-57AB-470A-A19C-77ACF940F495}" type="presOf" srcId="{F45B44A4-3782-4AF1-AE9C-2258079B3630}" destId="{0F4964E4-D01E-43CB-A3A0-681A3C477453}" srcOrd="0" destOrd="0" presId="urn:microsoft.com/office/officeart/2016/7/layout/LinearBlockProcessNumbered"/>
    <dgm:cxn modelId="{64723268-EE8F-4A20-8A8B-0C0FA4C68CF1}" type="presOf" srcId="{C5880395-7BFB-4EDC-BB60-A94EA9FAD2A9}" destId="{34C22C4A-2E6C-4E59-AEE1-EBB54912EABF}" srcOrd="0" destOrd="0" presId="urn:microsoft.com/office/officeart/2016/7/layout/LinearBlockProcessNumbered"/>
    <dgm:cxn modelId="{ED6C626D-7906-456C-8890-1592A6615D3C}" type="presOf" srcId="{7EB62BF6-BFEE-4D3B-9767-F9590FEB4426}" destId="{5E77FB33-82B8-4363-86C9-2C8214110844}" srcOrd="0" destOrd="0" presId="urn:microsoft.com/office/officeart/2016/7/layout/LinearBlockProcessNumbered"/>
    <dgm:cxn modelId="{4F2E5D50-A837-44BF-AB43-7612F54F9E9E}" type="presOf" srcId="{1A12C4B6-6308-4DA6-898B-F9769BA595AD}" destId="{D81E7B11-1491-413F-83B0-745F95BDB5CF}" srcOrd="0" destOrd="0" presId="urn:microsoft.com/office/officeart/2016/7/layout/LinearBlockProcessNumbered"/>
    <dgm:cxn modelId="{E376DB7E-B9A0-48DC-9656-17A133411DA0}" type="presOf" srcId="{1A12C4B6-6308-4DA6-898B-F9769BA595AD}" destId="{7420C0D7-7621-427E-8B41-3E004F8571A2}" srcOrd="1" destOrd="0" presId="urn:microsoft.com/office/officeart/2016/7/layout/LinearBlockProcessNumbered"/>
    <dgm:cxn modelId="{55E7E692-F381-4B9B-953A-85E99A9E6114}" type="presOf" srcId="{B584C0AC-5652-4F81-8A54-2121180A9DE8}" destId="{6A1A1431-FC25-434B-AEA9-DEE538ED44B7}" srcOrd="0" destOrd="0" presId="urn:microsoft.com/office/officeart/2016/7/layout/LinearBlockProcessNumbered"/>
    <dgm:cxn modelId="{6BAA029A-0B97-4402-AC65-05CFA5963232}" type="presOf" srcId="{23720300-D3EA-44DC-ADFE-01C4000C0AFA}" destId="{05263BCA-E1E4-4723-B9C1-2D51600F6415}" srcOrd="0" destOrd="0" presId="urn:microsoft.com/office/officeart/2016/7/layout/LinearBlockProcessNumbered"/>
    <dgm:cxn modelId="{427146CB-4C1B-4D6E-8429-E45F1B512657}" srcId="{C35EF453-4714-41C3-BEF0-EC8DA271A4C9}" destId="{23720300-D3EA-44DC-ADFE-01C4000C0AFA}" srcOrd="0" destOrd="0" parTransId="{E135FD1A-733D-4777-A002-BC050BF320F9}" sibTransId="{7EB62BF6-BFEE-4D3B-9767-F9590FEB4426}"/>
    <dgm:cxn modelId="{356DCCD4-0B69-4D77-BE33-3771460C6CC6}" srcId="{C35EF453-4714-41C3-BEF0-EC8DA271A4C9}" destId="{C5880395-7BFB-4EDC-BB60-A94EA9FAD2A9}" srcOrd="2" destOrd="0" parTransId="{36E6B0F3-1272-4BC8-BD79-752D4155B814}" sibTransId="{F45B44A4-3782-4AF1-AE9C-2258079B3630}"/>
    <dgm:cxn modelId="{1743B3F8-7D62-463D-AD41-CE7602A865A6}" type="presParOf" srcId="{C269D8FB-85FD-42EA-AE6C-49A3A09C7929}" destId="{FF84493E-B773-48BA-9092-9B95263E10D8}" srcOrd="0" destOrd="0" presId="urn:microsoft.com/office/officeart/2016/7/layout/LinearBlockProcessNumbered"/>
    <dgm:cxn modelId="{41F4CD57-F6AC-4841-A1BA-A0F07B95EBE5}" type="presParOf" srcId="{FF84493E-B773-48BA-9092-9B95263E10D8}" destId="{05263BCA-E1E4-4723-B9C1-2D51600F6415}" srcOrd="0" destOrd="0" presId="urn:microsoft.com/office/officeart/2016/7/layout/LinearBlockProcessNumbered"/>
    <dgm:cxn modelId="{4F68E035-EB1F-4F21-AFFF-035B5661B1AD}" type="presParOf" srcId="{FF84493E-B773-48BA-9092-9B95263E10D8}" destId="{5E77FB33-82B8-4363-86C9-2C8214110844}" srcOrd="1" destOrd="0" presId="urn:microsoft.com/office/officeart/2016/7/layout/LinearBlockProcessNumbered"/>
    <dgm:cxn modelId="{A779C40C-B482-4964-B985-B25694A256F1}" type="presParOf" srcId="{FF84493E-B773-48BA-9092-9B95263E10D8}" destId="{334A7B67-227F-4ED9-BD8A-5C793DB43B29}" srcOrd="2" destOrd="0" presId="urn:microsoft.com/office/officeart/2016/7/layout/LinearBlockProcessNumbered"/>
    <dgm:cxn modelId="{B617C42A-4D25-4AFE-B899-AE3F9E03C917}" type="presParOf" srcId="{C269D8FB-85FD-42EA-AE6C-49A3A09C7929}" destId="{811B4F44-A0DC-4573-A57D-3E734C2A6F86}" srcOrd="1" destOrd="0" presId="urn:microsoft.com/office/officeart/2016/7/layout/LinearBlockProcessNumbered"/>
    <dgm:cxn modelId="{C69A216E-199E-42BA-8F77-FB659116374E}" type="presParOf" srcId="{C269D8FB-85FD-42EA-AE6C-49A3A09C7929}" destId="{75F944CE-C710-4743-8769-A6236E94CECF}" srcOrd="2" destOrd="0" presId="urn:microsoft.com/office/officeart/2016/7/layout/LinearBlockProcessNumbered"/>
    <dgm:cxn modelId="{C8938DA3-AE11-4F40-A770-06D90E131CE3}" type="presParOf" srcId="{75F944CE-C710-4743-8769-A6236E94CECF}" destId="{D81E7B11-1491-413F-83B0-745F95BDB5CF}" srcOrd="0" destOrd="0" presId="urn:microsoft.com/office/officeart/2016/7/layout/LinearBlockProcessNumbered"/>
    <dgm:cxn modelId="{F13566B4-F572-4949-803A-0A8E89AA3E80}" type="presParOf" srcId="{75F944CE-C710-4743-8769-A6236E94CECF}" destId="{6A1A1431-FC25-434B-AEA9-DEE538ED44B7}" srcOrd="1" destOrd="0" presId="urn:microsoft.com/office/officeart/2016/7/layout/LinearBlockProcessNumbered"/>
    <dgm:cxn modelId="{F7BC848D-E3CD-4883-A6C9-99E090A50233}" type="presParOf" srcId="{75F944CE-C710-4743-8769-A6236E94CECF}" destId="{7420C0D7-7621-427E-8B41-3E004F8571A2}" srcOrd="2" destOrd="0" presId="urn:microsoft.com/office/officeart/2016/7/layout/LinearBlockProcessNumbered"/>
    <dgm:cxn modelId="{BE9FA379-14CA-4DAB-9E87-75B253C2D166}" type="presParOf" srcId="{C269D8FB-85FD-42EA-AE6C-49A3A09C7929}" destId="{50BBE0CC-D50E-49CF-B935-57294E31AC94}" srcOrd="3" destOrd="0" presId="urn:microsoft.com/office/officeart/2016/7/layout/LinearBlockProcessNumbered"/>
    <dgm:cxn modelId="{BF7EBDF9-633E-4445-9795-83C6DA8520E8}" type="presParOf" srcId="{C269D8FB-85FD-42EA-AE6C-49A3A09C7929}" destId="{E449037F-CDFC-4E4B-823B-787BD0F1AE87}" srcOrd="4" destOrd="0" presId="urn:microsoft.com/office/officeart/2016/7/layout/LinearBlockProcessNumbered"/>
    <dgm:cxn modelId="{295A163F-5E55-4FDF-8DA7-F836F689743F}" type="presParOf" srcId="{E449037F-CDFC-4E4B-823B-787BD0F1AE87}" destId="{34C22C4A-2E6C-4E59-AEE1-EBB54912EABF}" srcOrd="0" destOrd="0" presId="urn:microsoft.com/office/officeart/2016/7/layout/LinearBlockProcessNumbered"/>
    <dgm:cxn modelId="{3E1C2877-8339-414B-9B11-4B60092B036A}" type="presParOf" srcId="{E449037F-CDFC-4E4B-823B-787BD0F1AE87}" destId="{0F4964E4-D01E-43CB-A3A0-681A3C477453}" srcOrd="1" destOrd="0" presId="urn:microsoft.com/office/officeart/2016/7/layout/LinearBlockProcessNumbered"/>
    <dgm:cxn modelId="{B94E4871-24CB-4D25-8738-1FBCCD7C397B}" type="presParOf" srcId="{E449037F-CDFC-4E4B-823B-787BD0F1AE87}" destId="{0A31EE18-BB3A-48F4-B273-28960EED21E5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485A7-343B-401A-87C8-281396FE9BB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WHAT IS VACCUM WORLD?</a:t>
          </a:r>
        </a:p>
      </dsp:txBody>
      <dsp:txXfrm>
        <a:off x="0" y="39687"/>
        <a:ext cx="3286125" cy="1971675"/>
      </dsp:txXfrm>
    </dsp:sp>
    <dsp:sp modelId="{484FF252-7253-4DC7-A000-1738B68DABC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COMPONENTS OF SINGLE STATE VACCUM WORLD</a:t>
          </a:r>
        </a:p>
      </dsp:txBody>
      <dsp:txXfrm>
        <a:off x="3614737" y="39687"/>
        <a:ext cx="3286125" cy="1971675"/>
      </dsp:txXfrm>
    </dsp:sp>
    <dsp:sp modelId="{1B7A2485-A072-4763-A451-2DAC676EA49A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WORKING OF VACCUM WORLD AGENT</a:t>
          </a:r>
        </a:p>
      </dsp:txBody>
      <dsp:txXfrm>
        <a:off x="7229475" y="39687"/>
        <a:ext cx="3286125" cy="1971675"/>
      </dsp:txXfrm>
    </dsp:sp>
    <dsp:sp modelId="{0992EA5B-8321-4FB2-BD83-CE96822EE0E7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STATE SPACE ANALYSIS</a:t>
          </a:r>
        </a:p>
      </dsp:txBody>
      <dsp:txXfrm>
        <a:off x="0" y="2339975"/>
        <a:ext cx="3286125" cy="1971675"/>
      </dsp:txXfrm>
    </dsp:sp>
    <dsp:sp modelId="{53EF36C6-4A11-4790-A1F3-2E788A5527BF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EXAMPLE </a:t>
          </a:r>
        </a:p>
      </dsp:txBody>
      <dsp:txXfrm>
        <a:off x="3614737" y="2339975"/>
        <a:ext cx="3286125" cy="1971675"/>
      </dsp:txXfrm>
    </dsp:sp>
    <dsp:sp modelId="{574D4931-BF76-467A-B187-7FF579C0B885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APPLICATIONS OF VACCUM WORLD </a:t>
          </a:r>
        </a:p>
      </dsp:txBody>
      <dsp:txXfrm>
        <a:off x="7229475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F68F6-C1EB-4D48-A9E7-01C39904F92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PROBLEM STATEMENT</a:t>
          </a:r>
        </a:p>
      </dsp:txBody>
      <dsp:txXfrm>
        <a:off x="0" y="39687"/>
        <a:ext cx="3286125" cy="1971675"/>
      </dsp:txXfrm>
    </dsp:sp>
    <dsp:sp modelId="{1275AD5F-4376-4F11-B75B-55A1C517C0F4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STATE REPRESENTATION</a:t>
          </a:r>
        </a:p>
      </dsp:txBody>
      <dsp:txXfrm>
        <a:off x="3614737" y="39687"/>
        <a:ext cx="3286125" cy="1971675"/>
      </dsp:txXfrm>
    </dsp:sp>
    <dsp:sp modelId="{6249B052-451F-4A92-B9DF-BA5CF1ECD8F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CONSTRAINTS</a:t>
          </a:r>
        </a:p>
      </dsp:txBody>
      <dsp:txXfrm>
        <a:off x="7229475" y="39687"/>
        <a:ext cx="3286125" cy="1971675"/>
      </dsp:txXfrm>
    </dsp:sp>
    <dsp:sp modelId="{6A6AA556-740D-4E3A-9BE0-43918D311168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SOLUTION PROCESS</a:t>
          </a:r>
        </a:p>
      </dsp:txBody>
      <dsp:txXfrm>
        <a:off x="0" y="2339975"/>
        <a:ext cx="3286125" cy="1971675"/>
      </dsp:txXfrm>
    </dsp:sp>
    <dsp:sp modelId="{C9F5A36C-5743-41AB-B927-FF8A88FE822F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 </a:t>
          </a:r>
        </a:p>
      </dsp:txBody>
      <dsp:txXfrm>
        <a:off x="3614737" y="2339975"/>
        <a:ext cx="3286125" cy="1971675"/>
      </dsp:txXfrm>
    </dsp:sp>
    <dsp:sp modelId="{D2175846-6D77-4CC7-82A6-A349938088D7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APPLICATIONS OF </a:t>
          </a:r>
          <a:r>
            <a:rPr lang="en-US" sz="3000" b="1" kern="1200"/>
            <a:t> </a:t>
          </a:r>
          <a:r>
            <a:rPr lang="en-US" sz="3000" kern="1200"/>
            <a:t>MISSIONARIES AND CANNIBALS' PROBLEM</a:t>
          </a:r>
        </a:p>
      </dsp:txBody>
      <dsp:txXfrm>
        <a:off x="7229475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CDC51-623D-441C-9AFB-867E4B48A725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PROBLEM STATEMENT</a:t>
          </a:r>
        </a:p>
      </dsp:txBody>
      <dsp:txXfrm>
        <a:off x="0" y="39687"/>
        <a:ext cx="3286125" cy="1971675"/>
      </dsp:txXfrm>
    </dsp:sp>
    <dsp:sp modelId="{444A6016-DADE-4CC1-94FE-222735285B81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STATE REPRESENTATION</a:t>
          </a:r>
        </a:p>
      </dsp:txBody>
      <dsp:txXfrm>
        <a:off x="3614737" y="39687"/>
        <a:ext cx="3286125" cy="1971675"/>
      </dsp:txXfrm>
    </dsp:sp>
    <dsp:sp modelId="{6FB7DEA5-5943-45BD-88CF-F2A12CAD4860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CONSTRAINTS</a:t>
          </a:r>
        </a:p>
      </dsp:txBody>
      <dsp:txXfrm>
        <a:off x="7229475" y="39687"/>
        <a:ext cx="3286125" cy="1971675"/>
      </dsp:txXfrm>
    </dsp:sp>
    <dsp:sp modelId="{D13F1496-3649-495E-BC33-7A05537F07C3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SOLUTION APPROACHES</a:t>
          </a:r>
        </a:p>
      </dsp:txBody>
      <dsp:txXfrm>
        <a:off x="0" y="2339975"/>
        <a:ext cx="3286125" cy="1971675"/>
      </dsp:txXfrm>
    </dsp:sp>
    <dsp:sp modelId="{B8F7422B-CAF2-4B59-AAD3-92CCC58BF525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</a:t>
          </a:r>
        </a:p>
      </dsp:txBody>
      <dsp:txXfrm>
        <a:off x="3614737" y="2339975"/>
        <a:ext cx="3286125" cy="1971675"/>
      </dsp:txXfrm>
    </dsp:sp>
    <dsp:sp modelId="{AA6C3322-628D-4D86-8E00-66FE0E9424BF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APPLICATIONS</a:t>
          </a:r>
        </a:p>
      </dsp:txBody>
      <dsp:txXfrm>
        <a:off x="7229475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D9BCB-2ED7-4CAA-802C-97E6B9701BD4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4A88E-624E-42DC-840D-68EA3D926BE4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simple environment for testing agent programs</a:t>
          </a:r>
        </a:p>
      </dsp:txBody>
      <dsp:txXfrm>
        <a:off x="299702" y="1282093"/>
        <a:ext cx="2200851" cy="1366505"/>
      </dsp:txXfrm>
    </dsp:sp>
    <dsp:sp modelId="{05C008E3-92B5-42EF-9636-13141E9B60F4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CC2F5-1AB0-43D1-BD76-1B7FA7412C8E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Contains a grid with two or more squares</a:t>
          </a:r>
        </a:p>
      </dsp:txBody>
      <dsp:txXfrm>
        <a:off x="3093555" y="1282093"/>
        <a:ext cx="2200851" cy="1366505"/>
      </dsp:txXfrm>
    </dsp:sp>
    <dsp:sp modelId="{37F519A9-8DF5-4C2B-9A44-AABC5EC2105B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248EF-88B0-40F9-B0F1-BD7BC644C41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Each square can be either clean or dirty</a:t>
          </a:r>
        </a:p>
      </dsp:txBody>
      <dsp:txXfrm>
        <a:off x="5887408" y="1282093"/>
        <a:ext cx="2200851" cy="1366505"/>
      </dsp:txXfrm>
    </dsp:sp>
    <dsp:sp modelId="{DF69B383-714E-4F94-B9AD-60C28C31279C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4796-2FA2-40A5-BF44-6C780DC1055B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Agent can move between squares and clean dirty squares </a:t>
          </a:r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DA866-9992-4976-8D41-2B3DD9DBD8D7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6D340-2386-4863-857D-AACADFFDFD78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State   </a:t>
          </a:r>
          <a:r>
            <a:rPr lang="en-US" sz="1600" kern="1200"/>
            <a:t>The current location of the vacuum and the dirt status of each square</a:t>
          </a:r>
        </a:p>
      </dsp:txBody>
      <dsp:txXfrm>
        <a:off x="100682" y="2175763"/>
        <a:ext cx="2370489" cy="720000"/>
      </dsp:txXfrm>
    </dsp:sp>
    <dsp:sp modelId="{D200CDD1-6DDF-4904-8EF7-B4DD9C17E1C5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13584-8EE1-4D57-A192-AA24329D7163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Action </a:t>
          </a:r>
          <a:r>
            <a:rPr lang="en-US" sz="1600" kern="1200"/>
            <a:t>Move left, Move right, Clean</a:t>
          </a:r>
        </a:p>
      </dsp:txBody>
      <dsp:txXfrm>
        <a:off x="2886007" y="2175763"/>
        <a:ext cx="2370489" cy="720000"/>
      </dsp:txXfrm>
    </dsp:sp>
    <dsp:sp modelId="{11BDC915-66AA-4472-92E6-1777BB663AEB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08115-4816-4E15-9DC8-29139C430935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Goal  </a:t>
          </a:r>
          <a:r>
            <a:rPr lang="en-US" sz="1600" kern="1200"/>
            <a:t>All squares are clean</a:t>
          </a:r>
        </a:p>
      </dsp:txBody>
      <dsp:txXfrm>
        <a:off x="5671332" y="2175763"/>
        <a:ext cx="2370489" cy="720000"/>
      </dsp:txXfrm>
    </dsp:sp>
    <dsp:sp modelId="{83A8978F-F361-4A31-AB9A-77F30A9A9B1C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90035-B12C-4D78-9DF5-2BA914FC631D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Performance measure </a:t>
          </a:r>
          <a:r>
            <a:rPr lang="en-US" sz="1600" kern="1200"/>
            <a:t>the number of clean squares ,energy used</a:t>
          </a:r>
        </a:p>
      </dsp:txBody>
      <dsp:txXfrm>
        <a:off x="8456657" y="2175763"/>
        <a:ext cx="237048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A55DA-0F51-47E5-A586-0389A0CB23BD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Percepts  current locations , status of current square(clean/dirty)</a:t>
          </a:r>
        </a:p>
      </dsp:txBody>
      <dsp:txXfrm>
        <a:off x="961120" y="2079"/>
        <a:ext cx="2094322" cy="1256593"/>
      </dsp:txXfrm>
    </dsp:sp>
    <dsp:sp modelId="{BFAF9EB4-7AE0-4190-8C3B-B61C9AEF580B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2">
            <a:hueOff val="805452"/>
            <a:satOff val="-2312"/>
            <a:lumOff val="-37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making</a:t>
          </a:r>
        </a:p>
      </dsp:txBody>
      <dsp:txXfrm>
        <a:off x="3264875" y="2079"/>
        <a:ext cx="2094322" cy="1256593"/>
      </dsp:txXfrm>
    </dsp:sp>
    <dsp:sp modelId="{2C0FA5D9-CE53-4CFA-9C28-871CE0162310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If current square is dirty-&gt;Clean</a:t>
          </a:r>
        </a:p>
      </dsp:txBody>
      <dsp:txXfrm>
        <a:off x="5568630" y="2079"/>
        <a:ext cx="2094322" cy="1256593"/>
      </dsp:txXfrm>
    </dsp:sp>
    <dsp:sp modelId="{E5A79C91-20C4-4E67-9894-AFFB58BC1DA6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2">
            <a:hueOff val="2416355"/>
            <a:satOff val="-6935"/>
            <a:lumOff val="-111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</a:t>
          </a:r>
          <a:r>
            <a:rPr lang="en-US" sz="1600" kern="1200" dirty="0"/>
            <a:t>f not-&gt;move to next square</a:t>
          </a:r>
        </a:p>
      </dsp:txBody>
      <dsp:txXfrm>
        <a:off x="7872385" y="2079"/>
        <a:ext cx="2094322" cy="1256593"/>
      </dsp:txXfrm>
    </dsp:sp>
    <dsp:sp modelId="{DCC2DE8E-4600-4430-BF68-F3E01800ED0A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Simple reflex agent implementation</a:t>
          </a:r>
        </a:p>
      </dsp:txBody>
      <dsp:txXfrm>
        <a:off x="961120" y="1468105"/>
        <a:ext cx="2094322" cy="1256593"/>
      </dsp:txXfrm>
    </dsp:sp>
    <dsp:sp modelId="{29A1969A-317E-4FB5-BB3A-10D5E75C0379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4027259"/>
            <a:satOff val="-11558"/>
            <a:lumOff val="-185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Function REFLEX_VACCUM-AGENT([</a:t>
          </a:r>
          <a:r>
            <a:rPr lang="en-US" sz="1600" kern="1200" dirty="0" err="1"/>
            <a:t>location,status</a:t>
          </a:r>
          <a:r>
            <a:rPr lang="en-US" sz="1600" kern="1200" dirty="0"/>
            <a:t>]) returns an action</a:t>
          </a:r>
        </a:p>
      </dsp:txBody>
      <dsp:txXfrm>
        <a:off x="3264875" y="1468105"/>
        <a:ext cx="2094322" cy="1256593"/>
      </dsp:txXfrm>
    </dsp:sp>
    <dsp:sp modelId="{111652BE-2DBC-4C1A-8102-0D40C3A49BCD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status =Dirty then return Clean</a:t>
          </a:r>
        </a:p>
      </dsp:txBody>
      <dsp:txXfrm>
        <a:off x="5568630" y="1468105"/>
        <a:ext cx="2094322" cy="1256593"/>
      </dsp:txXfrm>
    </dsp:sp>
    <dsp:sp modelId="{3D421E80-318C-4B76-BF36-DD8C8C84E2B7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2">
            <a:hueOff val="5638162"/>
            <a:satOff val="-16181"/>
            <a:lumOff val="-259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Else if location =A then return right</a:t>
          </a:r>
        </a:p>
      </dsp:txBody>
      <dsp:txXfrm>
        <a:off x="7872385" y="1468105"/>
        <a:ext cx="2094322" cy="1256593"/>
      </dsp:txXfrm>
    </dsp:sp>
    <dsp:sp modelId="{061B45CB-A15E-41F9-A9D4-1289C4814AEB}">
      <dsp:nvSpPr>
        <dsp:cNvPr id="0" name=""/>
        <dsp:cNvSpPr/>
      </dsp:nvSpPr>
      <dsp:spPr>
        <a:xfrm>
          <a:off x="4416753" y="2934131"/>
          <a:ext cx="2094322" cy="125659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Else if location=B then return left</a:t>
          </a:r>
        </a:p>
      </dsp:txBody>
      <dsp:txXfrm>
        <a:off x="4416753" y="2934131"/>
        <a:ext cx="2094322" cy="12565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91B18-9F37-454B-8093-8CF3B8C54230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AD327-3CF0-4502-A701-CF27DC9FCB39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For a 2-square environment </a:t>
          </a:r>
        </a:p>
      </dsp:txBody>
      <dsp:txXfrm>
        <a:off x="378614" y="886531"/>
        <a:ext cx="2810360" cy="1744948"/>
      </dsp:txXfrm>
    </dsp:sp>
    <dsp:sp modelId="{0427D441-FD65-4312-B645-A514E47D5F88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4E222-E2B0-44E9-92B7-AB5B1C2F31B2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 possible locations × 2²  possible dirt configurations=8 states</a:t>
          </a:r>
        </a:p>
      </dsp:txBody>
      <dsp:txXfrm>
        <a:off x="3946203" y="886531"/>
        <a:ext cx="2810360" cy="1744948"/>
      </dsp:txXfrm>
    </dsp:sp>
    <dsp:sp modelId="{168B3569-EDCD-462B-867A-84856928ABC7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BB7AF-72D1-4539-8652-BA5258A8FE98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Agent performance evaluated on efficiency of cleaning all squares</a:t>
          </a:r>
        </a:p>
      </dsp:txBody>
      <dsp:txXfrm>
        <a:off x="7513791" y="886531"/>
        <a:ext cx="2810360" cy="1744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DBD21-AF67-4F21-9288-1561EBB7C14F}">
      <dsp:nvSpPr>
        <dsp:cNvPr id="0" name=""/>
        <dsp:cNvSpPr/>
      </dsp:nvSpPr>
      <dsp:spPr>
        <a:xfrm>
          <a:off x="3201" y="1937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EXAMPLE 1</a:t>
          </a:r>
        </a:p>
      </dsp:txBody>
      <dsp:txXfrm>
        <a:off x="3201" y="193789"/>
        <a:ext cx="2539866" cy="1523919"/>
      </dsp:txXfrm>
    </dsp:sp>
    <dsp:sp modelId="{707A1A8C-7C9C-4843-84BC-E2B10BF138AB}">
      <dsp:nvSpPr>
        <dsp:cNvPr id="0" name=""/>
        <dsp:cNvSpPr/>
      </dsp:nvSpPr>
      <dsp:spPr>
        <a:xfrm>
          <a:off x="2797054" y="193789"/>
          <a:ext cx="2539866" cy="1523919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State  agent is at A;A is dirty; B is dirty</a:t>
          </a:r>
        </a:p>
      </dsp:txBody>
      <dsp:txXfrm>
        <a:off x="2797054" y="193789"/>
        <a:ext cx="2539866" cy="1523919"/>
      </dsp:txXfrm>
    </dsp:sp>
    <dsp:sp modelId="{A81410FC-807B-4C9B-AFC8-B03065EB2571}">
      <dsp:nvSpPr>
        <dsp:cNvPr id="0" name=""/>
        <dsp:cNvSpPr/>
      </dsp:nvSpPr>
      <dsp:spPr>
        <a:xfrm>
          <a:off x="5590907" y="193789"/>
          <a:ext cx="2539866" cy="1523919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Action Clean-&gt;Move  Right-&gt;clean</a:t>
          </a:r>
        </a:p>
      </dsp:txBody>
      <dsp:txXfrm>
        <a:off x="5590907" y="193789"/>
        <a:ext cx="2539866" cy="1523919"/>
      </dsp:txXfrm>
    </dsp:sp>
    <dsp:sp modelId="{18028857-A3F5-4B85-BC52-2EEF268EA6E4}">
      <dsp:nvSpPr>
        <dsp:cNvPr id="0" name=""/>
        <dsp:cNvSpPr/>
      </dsp:nvSpPr>
      <dsp:spPr>
        <a:xfrm>
          <a:off x="8384760" y="193789"/>
          <a:ext cx="2539866" cy="1523919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Result Both Rooms become clean</a:t>
          </a:r>
        </a:p>
      </dsp:txBody>
      <dsp:txXfrm>
        <a:off x="8384760" y="193789"/>
        <a:ext cx="2539866" cy="1523919"/>
      </dsp:txXfrm>
    </dsp:sp>
    <dsp:sp modelId="{D0CAAA5C-A16B-44CD-AA0D-768B3D30465B}">
      <dsp:nvSpPr>
        <dsp:cNvPr id="0" name=""/>
        <dsp:cNvSpPr/>
      </dsp:nvSpPr>
      <dsp:spPr>
        <a:xfrm>
          <a:off x="3201" y="1971695"/>
          <a:ext cx="2539866" cy="1523919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EXAMPLE 2</a:t>
          </a:r>
        </a:p>
      </dsp:txBody>
      <dsp:txXfrm>
        <a:off x="3201" y="1971695"/>
        <a:ext cx="2539866" cy="1523919"/>
      </dsp:txXfrm>
    </dsp:sp>
    <dsp:sp modelId="{48C8ACB9-0754-4445-9A5D-166DEED8C89B}">
      <dsp:nvSpPr>
        <dsp:cNvPr id="0" name=""/>
        <dsp:cNvSpPr/>
      </dsp:nvSpPr>
      <dsp:spPr>
        <a:xfrm>
          <a:off x="2797054" y="1971695"/>
          <a:ext cx="2539866" cy="1523919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State agent is at B; A is clean; B is dirty</a:t>
          </a:r>
        </a:p>
      </dsp:txBody>
      <dsp:txXfrm>
        <a:off x="2797054" y="1971695"/>
        <a:ext cx="2539866" cy="1523919"/>
      </dsp:txXfrm>
    </dsp:sp>
    <dsp:sp modelId="{771DE07F-2D70-46F8-8B96-AD92BC537AB5}">
      <dsp:nvSpPr>
        <dsp:cNvPr id="0" name=""/>
        <dsp:cNvSpPr/>
      </dsp:nvSpPr>
      <dsp:spPr>
        <a:xfrm>
          <a:off x="5590907" y="1971695"/>
          <a:ext cx="2539866" cy="1523919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Action clean</a:t>
          </a:r>
        </a:p>
      </dsp:txBody>
      <dsp:txXfrm>
        <a:off x="5590907" y="1971695"/>
        <a:ext cx="2539866" cy="1523919"/>
      </dsp:txXfrm>
    </dsp:sp>
    <dsp:sp modelId="{C6B38CAF-7379-40BD-BB07-E35ED8F1C466}">
      <dsp:nvSpPr>
        <dsp:cNvPr id="0" name=""/>
        <dsp:cNvSpPr/>
      </dsp:nvSpPr>
      <dsp:spPr>
        <a:xfrm>
          <a:off x="8384760" y="1971695"/>
          <a:ext cx="2539866" cy="152391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Result Room B becomes clean; nothing else needed</a:t>
          </a:r>
        </a:p>
      </dsp:txBody>
      <dsp:txXfrm>
        <a:off x="8384760" y="1971695"/>
        <a:ext cx="2539866" cy="15239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2C61E-FBFE-40D2-8339-6C48F1FB8B1A}">
      <dsp:nvSpPr>
        <dsp:cNvPr id="0" name=""/>
        <dsp:cNvSpPr/>
      </dsp:nvSpPr>
      <dsp:spPr>
        <a:xfrm>
          <a:off x="2841642" y="603347"/>
          <a:ext cx="4666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66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2544" y="646580"/>
        <a:ext cx="24863" cy="4972"/>
      </dsp:txXfrm>
    </dsp:sp>
    <dsp:sp modelId="{F67EBCA1-34B7-4070-8E6E-29D85D6760D4}">
      <dsp:nvSpPr>
        <dsp:cNvPr id="0" name=""/>
        <dsp:cNvSpPr/>
      </dsp:nvSpPr>
      <dsp:spPr>
        <a:xfrm>
          <a:off x="681404" y="455"/>
          <a:ext cx="2162037" cy="12972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942" tIns="111204" rIns="105942" bIns="1112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Robotics is autonomous vacuum cleaner</a:t>
          </a:r>
        </a:p>
      </dsp:txBody>
      <dsp:txXfrm>
        <a:off x="681404" y="455"/>
        <a:ext cx="2162037" cy="1297222"/>
      </dsp:txXfrm>
    </dsp:sp>
    <dsp:sp modelId="{5F42E60A-ED75-4B88-97F3-806E6EDD95FC}">
      <dsp:nvSpPr>
        <dsp:cNvPr id="0" name=""/>
        <dsp:cNvSpPr/>
      </dsp:nvSpPr>
      <dsp:spPr>
        <a:xfrm>
          <a:off x="1762423" y="1295878"/>
          <a:ext cx="2659306" cy="466668"/>
        </a:xfrm>
        <a:custGeom>
          <a:avLst/>
          <a:gdLst/>
          <a:ahLst/>
          <a:cxnLst/>
          <a:rect l="0" t="0" r="0" b="0"/>
          <a:pathLst>
            <a:path>
              <a:moveTo>
                <a:pt x="2659306" y="0"/>
              </a:moveTo>
              <a:lnTo>
                <a:pt x="2659306" y="250434"/>
              </a:lnTo>
              <a:lnTo>
                <a:pt x="0" y="250434"/>
              </a:lnTo>
              <a:lnTo>
                <a:pt x="0" y="46666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4441" y="1526726"/>
        <a:ext cx="135269" cy="4972"/>
      </dsp:txXfrm>
    </dsp:sp>
    <dsp:sp modelId="{910AA8F0-D53F-44C7-88B8-AAD9A6D81B6E}">
      <dsp:nvSpPr>
        <dsp:cNvPr id="0" name=""/>
        <dsp:cNvSpPr/>
      </dsp:nvSpPr>
      <dsp:spPr>
        <a:xfrm>
          <a:off x="3340710" y="455"/>
          <a:ext cx="2162037" cy="12972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942" tIns="111204" rIns="105942" bIns="1112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EDUCATION is to teaching basic concepts of agents and environments</a:t>
          </a:r>
        </a:p>
      </dsp:txBody>
      <dsp:txXfrm>
        <a:off x="3340710" y="455"/>
        <a:ext cx="2162037" cy="1297222"/>
      </dsp:txXfrm>
    </dsp:sp>
    <dsp:sp modelId="{AFE9C5AE-25B5-475D-95FD-0D3173E26196}">
      <dsp:nvSpPr>
        <dsp:cNvPr id="0" name=""/>
        <dsp:cNvSpPr/>
      </dsp:nvSpPr>
      <dsp:spPr>
        <a:xfrm>
          <a:off x="2841642" y="2397838"/>
          <a:ext cx="4666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668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2544" y="2441072"/>
        <a:ext cx="24863" cy="4972"/>
      </dsp:txXfrm>
    </dsp:sp>
    <dsp:sp modelId="{2107B6C3-67C7-4380-BF6B-DDF184C3F2A6}">
      <dsp:nvSpPr>
        <dsp:cNvPr id="0" name=""/>
        <dsp:cNvSpPr/>
      </dsp:nvSpPr>
      <dsp:spPr>
        <a:xfrm>
          <a:off x="681404" y="1794947"/>
          <a:ext cx="2162037" cy="12972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942" tIns="111204" rIns="105942" bIns="1112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Algorithms Testing is to simple testbed for agent decision-making strategies</a:t>
          </a:r>
        </a:p>
      </dsp:txBody>
      <dsp:txXfrm>
        <a:off x="681404" y="1794947"/>
        <a:ext cx="2162037" cy="1297222"/>
      </dsp:txXfrm>
    </dsp:sp>
    <dsp:sp modelId="{B7E17479-2735-422F-B532-2457C3AA9059}">
      <dsp:nvSpPr>
        <dsp:cNvPr id="0" name=""/>
        <dsp:cNvSpPr/>
      </dsp:nvSpPr>
      <dsp:spPr>
        <a:xfrm>
          <a:off x="1762423" y="3090369"/>
          <a:ext cx="2659306" cy="466668"/>
        </a:xfrm>
        <a:custGeom>
          <a:avLst/>
          <a:gdLst/>
          <a:ahLst/>
          <a:cxnLst/>
          <a:rect l="0" t="0" r="0" b="0"/>
          <a:pathLst>
            <a:path>
              <a:moveTo>
                <a:pt x="2659306" y="0"/>
              </a:moveTo>
              <a:lnTo>
                <a:pt x="2659306" y="250434"/>
              </a:lnTo>
              <a:lnTo>
                <a:pt x="0" y="250434"/>
              </a:lnTo>
              <a:lnTo>
                <a:pt x="0" y="4666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4441" y="3321217"/>
        <a:ext cx="135269" cy="4972"/>
      </dsp:txXfrm>
    </dsp:sp>
    <dsp:sp modelId="{D1E3B09D-54AB-49AB-A070-FB012D4CD208}">
      <dsp:nvSpPr>
        <dsp:cNvPr id="0" name=""/>
        <dsp:cNvSpPr/>
      </dsp:nvSpPr>
      <dsp:spPr>
        <a:xfrm>
          <a:off x="3340710" y="1794947"/>
          <a:ext cx="2162037" cy="12972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942" tIns="111204" rIns="105942" bIns="1112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Smart Home Systems is to automated cleaning and maintenance</a:t>
          </a:r>
        </a:p>
      </dsp:txBody>
      <dsp:txXfrm>
        <a:off x="3340710" y="1794947"/>
        <a:ext cx="2162037" cy="1297222"/>
      </dsp:txXfrm>
    </dsp:sp>
    <dsp:sp modelId="{2C4EF5F6-62BB-4C54-9F2F-BE1B0714FB1C}">
      <dsp:nvSpPr>
        <dsp:cNvPr id="0" name=""/>
        <dsp:cNvSpPr/>
      </dsp:nvSpPr>
      <dsp:spPr>
        <a:xfrm>
          <a:off x="2841642" y="4192329"/>
          <a:ext cx="4666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66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2544" y="4235563"/>
        <a:ext cx="24863" cy="4972"/>
      </dsp:txXfrm>
    </dsp:sp>
    <dsp:sp modelId="{A7D6FCAC-398F-4B7B-89AF-DA88D06CB9D0}">
      <dsp:nvSpPr>
        <dsp:cNvPr id="0" name=""/>
        <dsp:cNvSpPr/>
      </dsp:nvSpPr>
      <dsp:spPr>
        <a:xfrm>
          <a:off x="681404" y="3589438"/>
          <a:ext cx="2162037" cy="129722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942" tIns="111204" rIns="105942" bIns="1112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Sensor Networks is to testing perception and action integration</a:t>
          </a:r>
        </a:p>
      </dsp:txBody>
      <dsp:txXfrm>
        <a:off x="681404" y="3589438"/>
        <a:ext cx="2162037" cy="1297222"/>
      </dsp:txXfrm>
    </dsp:sp>
    <dsp:sp modelId="{4B5B921A-AECE-4ABD-9DE2-CD2330D08B63}">
      <dsp:nvSpPr>
        <dsp:cNvPr id="0" name=""/>
        <dsp:cNvSpPr/>
      </dsp:nvSpPr>
      <dsp:spPr>
        <a:xfrm>
          <a:off x="3340710" y="3589438"/>
          <a:ext cx="2162037" cy="12972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942" tIns="111204" rIns="105942" bIns="1112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Distributed AI is to multiple agents cleaning larger environments.</a:t>
          </a:r>
        </a:p>
      </dsp:txBody>
      <dsp:txXfrm>
        <a:off x="3340710" y="3589438"/>
        <a:ext cx="2162037" cy="129722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EDC52-68DE-462C-AF59-2D6D4BA1D54E}">
      <dsp:nvSpPr>
        <dsp:cNvPr id="0" name=""/>
        <dsp:cNvSpPr/>
      </dsp:nvSpPr>
      <dsp:spPr>
        <a:xfrm>
          <a:off x="752566" y="723599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F2CE-01A9-4B9F-8EC7-E6A3C290C141}">
      <dsp:nvSpPr>
        <dsp:cNvPr id="0" name=""/>
        <dsp:cNvSpPr/>
      </dsp:nvSpPr>
      <dsp:spPr>
        <a:xfrm>
          <a:off x="100682" y="2202174"/>
          <a:ext cx="2370489" cy="12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 missionaries and 3 cannibals want to cross a river</a:t>
          </a:r>
        </a:p>
      </dsp:txBody>
      <dsp:txXfrm>
        <a:off x="100682" y="2202174"/>
        <a:ext cx="2370489" cy="1267031"/>
      </dsp:txXfrm>
    </dsp:sp>
    <dsp:sp modelId="{44248281-7204-4392-A9FA-50AD18A75D3B}">
      <dsp:nvSpPr>
        <dsp:cNvPr id="0" name=""/>
        <dsp:cNvSpPr/>
      </dsp:nvSpPr>
      <dsp:spPr>
        <a:xfrm>
          <a:off x="3537891" y="723599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420DD-3AF8-4279-97C6-520000DE2E30}">
      <dsp:nvSpPr>
        <dsp:cNvPr id="0" name=""/>
        <dsp:cNvSpPr/>
      </dsp:nvSpPr>
      <dsp:spPr>
        <a:xfrm>
          <a:off x="2886007" y="2202174"/>
          <a:ext cx="2370489" cy="12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One boat that can hold at most 2 people</a:t>
          </a:r>
        </a:p>
      </dsp:txBody>
      <dsp:txXfrm>
        <a:off x="2886007" y="2202174"/>
        <a:ext cx="2370489" cy="1267031"/>
      </dsp:txXfrm>
    </dsp:sp>
    <dsp:sp modelId="{8ACC98CC-97E2-4402-AE1A-FDF2A0132EB0}">
      <dsp:nvSpPr>
        <dsp:cNvPr id="0" name=""/>
        <dsp:cNvSpPr/>
      </dsp:nvSpPr>
      <dsp:spPr>
        <a:xfrm>
          <a:off x="6323216" y="723599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79325-FC49-44E2-8425-7E5D563E609B}">
      <dsp:nvSpPr>
        <dsp:cNvPr id="0" name=""/>
        <dsp:cNvSpPr/>
      </dsp:nvSpPr>
      <dsp:spPr>
        <a:xfrm>
          <a:off x="5671332" y="2202174"/>
          <a:ext cx="2370489" cy="12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cannibals is outnumber missionaries on either bank , the missionaries get eaten</a:t>
          </a:r>
        </a:p>
      </dsp:txBody>
      <dsp:txXfrm>
        <a:off x="5671332" y="2202174"/>
        <a:ext cx="2370489" cy="1267031"/>
      </dsp:txXfrm>
    </dsp:sp>
    <dsp:sp modelId="{7D28CAB7-55B3-4B51-8F4C-759344E22D22}">
      <dsp:nvSpPr>
        <dsp:cNvPr id="0" name=""/>
        <dsp:cNvSpPr/>
      </dsp:nvSpPr>
      <dsp:spPr>
        <a:xfrm>
          <a:off x="9108541" y="723599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27690-247A-49C4-94CF-6B09E815E752}">
      <dsp:nvSpPr>
        <dsp:cNvPr id="0" name=""/>
        <dsp:cNvSpPr/>
      </dsp:nvSpPr>
      <dsp:spPr>
        <a:xfrm>
          <a:off x="8456657" y="2202174"/>
          <a:ext cx="2370489" cy="12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Goal is to find a sequence of crossing to safety get everyone to the other side</a:t>
          </a:r>
        </a:p>
      </dsp:txBody>
      <dsp:txXfrm>
        <a:off x="8456657" y="2202174"/>
        <a:ext cx="2370489" cy="126703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73C44-A618-44A2-92D2-16F82F4CA225}">
      <dsp:nvSpPr>
        <dsp:cNvPr id="0" name=""/>
        <dsp:cNvSpPr/>
      </dsp:nvSpPr>
      <dsp:spPr>
        <a:xfrm>
          <a:off x="3425469" y="828215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27361" y="870597"/>
        <a:ext cx="33388" cy="6677"/>
      </dsp:txXfrm>
    </dsp:sp>
    <dsp:sp modelId="{5DD2FE9A-0866-4E2E-BCBE-EB0172DC31CE}">
      <dsp:nvSpPr>
        <dsp:cNvPr id="0" name=""/>
        <dsp:cNvSpPr/>
      </dsp:nvSpPr>
      <dsp:spPr>
        <a:xfrm>
          <a:off x="523905" y="2926"/>
          <a:ext cx="2903363" cy="17420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State=(m, c , b) where:</a:t>
          </a:r>
        </a:p>
      </dsp:txBody>
      <dsp:txXfrm>
        <a:off x="523905" y="2926"/>
        <a:ext cx="2903363" cy="1742018"/>
      </dsp:txXfrm>
    </dsp:sp>
    <dsp:sp modelId="{4686F447-DBA6-4339-8FFC-2937E6F698A7}">
      <dsp:nvSpPr>
        <dsp:cNvPr id="0" name=""/>
        <dsp:cNvSpPr/>
      </dsp:nvSpPr>
      <dsp:spPr>
        <a:xfrm>
          <a:off x="6996606" y="828215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98499" y="870597"/>
        <a:ext cx="33388" cy="6677"/>
      </dsp:txXfrm>
    </dsp:sp>
    <dsp:sp modelId="{A3A5433E-58D4-40EF-BB0D-1580F07F91AC}">
      <dsp:nvSpPr>
        <dsp:cNvPr id="0" name=""/>
        <dsp:cNvSpPr/>
      </dsp:nvSpPr>
      <dsp:spPr>
        <a:xfrm>
          <a:off x="4095043" y="2926"/>
          <a:ext cx="2903363" cy="17420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m=number of missionaries on original bank</a:t>
          </a:r>
        </a:p>
      </dsp:txBody>
      <dsp:txXfrm>
        <a:off x="4095043" y="2926"/>
        <a:ext cx="2903363" cy="1742018"/>
      </dsp:txXfrm>
    </dsp:sp>
    <dsp:sp modelId="{DA635B69-085A-4CB0-9E6F-E125D1FC0159}">
      <dsp:nvSpPr>
        <dsp:cNvPr id="0" name=""/>
        <dsp:cNvSpPr/>
      </dsp:nvSpPr>
      <dsp:spPr>
        <a:xfrm>
          <a:off x="1975587" y="1743145"/>
          <a:ext cx="7142275" cy="637173"/>
        </a:xfrm>
        <a:custGeom>
          <a:avLst/>
          <a:gdLst/>
          <a:ahLst/>
          <a:cxnLst/>
          <a:rect l="0" t="0" r="0" b="0"/>
          <a:pathLst>
            <a:path>
              <a:moveTo>
                <a:pt x="7142275" y="0"/>
              </a:moveTo>
              <a:lnTo>
                <a:pt x="7142275" y="335686"/>
              </a:lnTo>
              <a:lnTo>
                <a:pt x="0" y="335686"/>
              </a:lnTo>
              <a:lnTo>
                <a:pt x="0" y="63717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67389" y="2058393"/>
        <a:ext cx="358671" cy="6677"/>
      </dsp:txXfrm>
    </dsp:sp>
    <dsp:sp modelId="{1172B877-B559-46AD-AFB4-4249F1C0B3B2}">
      <dsp:nvSpPr>
        <dsp:cNvPr id="0" name=""/>
        <dsp:cNvSpPr/>
      </dsp:nvSpPr>
      <dsp:spPr>
        <a:xfrm>
          <a:off x="7666180" y="2926"/>
          <a:ext cx="2903363" cy="17420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c=number of cannibals on original bank</a:t>
          </a:r>
        </a:p>
      </dsp:txBody>
      <dsp:txXfrm>
        <a:off x="7666180" y="2926"/>
        <a:ext cx="2903363" cy="1742018"/>
      </dsp:txXfrm>
    </dsp:sp>
    <dsp:sp modelId="{620F17F9-C3CF-4A3A-A40F-61AE655453B6}">
      <dsp:nvSpPr>
        <dsp:cNvPr id="0" name=""/>
        <dsp:cNvSpPr/>
      </dsp:nvSpPr>
      <dsp:spPr>
        <a:xfrm>
          <a:off x="3425469" y="3238008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27361" y="3280389"/>
        <a:ext cx="33388" cy="6677"/>
      </dsp:txXfrm>
    </dsp:sp>
    <dsp:sp modelId="{687C46AB-C401-45BA-BCF5-1521DCF867B1}">
      <dsp:nvSpPr>
        <dsp:cNvPr id="0" name=""/>
        <dsp:cNvSpPr/>
      </dsp:nvSpPr>
      <dsp:spPr>
        <a:xfrm>
          <a:off x="523905" y="2412718"/>
          <a:ext cx="2903363" cy="17420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b=boat location (0 for original bank,1 for opposite bank)</a:t>
          </a:r>
        </a:p>
      </dsp:txBody>
      <dsp:txXfrm>
        <a:off x="523905" y="2412718"/>
        <a:ext cx="2903363" cy="1742018"/>
      </dsp:txXfrm>
    </dsp:sp>
    <dsp:sp modelId="{0DEEC2DA-9C0E-4F48-94E7-B89FCB4A7CF2}">
      <dsp:nvSpPr>
        <dsp:cNvPr id="0" name=""/>
        <dsp:cNvSpPr/>
      </dsp:nvSpPr>
      <dsp:spPr>
        <a:xfrm>
          <a:off x="6996606" y="3238008"/>
          <a:ext cx="6371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717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98499" y="3280389"/>
        <a:ext cx="33388" cy="6677"/>
      </dsp:txXfrm>
    </dsp:sp>
    <dsp:sp modelId="{5A4B1FA4-BEE7-433C-BC2A-95090134915F}">
      <dsp:nvSpPr>
        <dsp:cNvPr id="0" name=""/>
        <dsp:cNvSpPr/>
      </dsp:nvSpPr>
      <dsp:spPr>
        <a:xfrm>
          <a:off x="4095043" y="2412718"/>
          <a:ext cx="2903363" cy="174201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Initial State: (3,3,0)</a:t>
          </a:r>
        </a:p>
      </dsp:txBody>
      <dsp:txXfrm>
        <a:off x="4095043" y="2412718"/>
        <a:ext cx="2903363" cy="1742018"/>
      </dsp:txXfrm>
    </dsp:sp>
    <dsp:sp modelId="{4C0A0117-7284-43B6-844F-A3D43CCC2E4E}">
      <dsp:nvSpPr>
        <dsp:cNvPr id="0" name=""/>
        <dsp:cNvSpPr/>
      </dsp:nvSpPr>
      <dsp:spPr>
        <a:xfrm>
          <a:off x="7666180" y="2412718"/>
          <a:ext cx="2903363" cy="17420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67" tIns="149335" rIns="142267" bIns="14933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Goal State:(0,0,1)</a:t>
          </a:r>
        </a:p>
      </dsp:txBody>
      <dsp:txXfrm>
        <a:off x="7666180" y="2412718"/>
        <a:ext cx="2903363" cy="174201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1C89A-186B-4988-91C9-92512FE0F94D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D91E5-9151-4A83-9C84-85D0F3B7584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0 ≤ m ≤ 3 and 0 ≤ c ≤ 3</a:t>
          </a:r>
        </a:p>
      </dsp:txBody>
      <dsp:txXfrm>
        <a:off x="398656" y="1088253"/>
        <a:ext cx="2959127" cy="1837317"/>
      </dsp:txXfrm>
    </dsp:sp>
    <dsp:sp modelId="{27819634-0C1B-4DE2-8382-B5DEBA7599AC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1D496-9AB9-43F7-9039-303CE1C6121F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Either m=0 or m ≥ c on the original bank</a:t>
          </a:r>
        </a:p>
      </dsp:txBody>
      <dsp:txXfrm>
        <a:off x="4155097" y="1088253"/>
        <a:ext cx="2959127" cy="1837317"/>
      </dsp:txXfrm>
    </dsp:sp>
    <dsp:sp modelId="{1001047B-D0DF-49AB-A2B2-6F2E016E69CA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8796D-7F74-40C8-A7BA-87DA44991AFA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Either m=3 or m ≤c on the opposite bank</a:t>
          </a:r>
        </a:p>
      </dsp:txBody>
      <dsp:txXfrm>
        <a:off x="7911539" y="1088253"/>
        <a:ext cx="2959127" cy="18373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D567E1-B212-4751-ABF9-2CC5EFB5BE6F}">
      <dsp:nvSpPr>
        <dsp:cNvPr id="0" name=""/>
        <dsp:cNvSpPr/>
      </dsp:nvSpPr>
      <dsp:spPr>
        <a:xfrm>
          <a:off x="3201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Start with (3,3,0)</a:t>
          </a:r>
        </a:p>
      </dsp:txBody>
      <dsp:txXfrm>
        <a:off x="3201" y="1418004"/>
        <a:ext cx="2539866" cy="2133487"/>
      </dsp:txXfrm>
    </dsp:sp>
    <dsp:sp modelId="{DB83CDFB-7FB8-45A9-9BD4-AC51A9B659D8}">
      <dsp:nvSpPr>
        <dsp:cNvPr id="0" name=""/>
        <dsp:cNvSpPr/>
      </dsp:nvSpPr>
      <dsp:spPr>
        <a:xfrm>
          <a:off x="739762" y="4223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578598"/>
        <a:ext cx="754301" cy="754301"/>
      </dsp:txXfrm>
    </dsp:sp>
    <dsp:sp modelId="{AC52EB06-E849-4F3B-8495-15A11192D055}">
      <dsp:nvSpPr>
        <dsp:cNvPr id="0" name=""/>
        <dsp:cNvSpPr/>
      </dsp:nvSpPr>
      <dsp:spPr>
        <a:xfrm>
          <a:off x="3201" y="36225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D2478-36D9-483A-A2E6-2BBAAB2894BC}">
      <dsp:nvSpPr>
        <dsp:cNvPr id="0" name=""/>
        <dsp:cNvSpPr/>
      </dsp:nvSpPr>
      <dsp:spPr>
        <a:xfrm>
          <a:off x="2797054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Apply possible actions (boat crossings with 1-2 people)</a:t>
          </a:r>
        </a:p>
      </dsp:txBody>
      <dsp:txXfrm>
        <a:off x="2797054" y="1418004"/>
        <a:ext cx="2539866" cy="2133487"/>
      </dsp:txXfrm>
    </dsp:sp>
    <dsp:sp modelId="{582CABD0-1C9D-447B-9AA7-F093B1D3B9D2}">
      <dsp:nvSpPr>
        <dsp:cNvPr id="0" name=""/>
        <dsp:cNvSpPr/>
      </dsp:nvSpPr>
      <dsp:spPr>
        <a:xfrm>
          <a:off x="3533615" y="4223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578598"/>
        <a:ext cx="754301" cy="754301"/>
      </dsp:txXfrm>
    </dsp:sp>
    <dsp:sp modelId="{2E266E52-24F0-482D-BD4A-4351E9FEB7D3}">
      <dsp:nvSpPr>
        <dsp:cNvPr id="0" name=""/>
        <dsp:cNvSpPr/>
      </dsp:nvSpPr>
      <dsp:spPr>
        <a:xfrm>
          <a:off x="2797054" y="36225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E6A2C-0506-432B-B245-9E560479478C}">
      <dsp:nvSpPr>
        <dsp:cNvPr id="0" name=""/>
        <dsp:cNvSpPr/>
      </dsp:nvSpPr>
      <dsp:spPr>
        <a:xfrm>
          <a:off x="5590907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Check if new state is valid (doesn’t violate constraints)</a:t>
          </a:r>
        </a:p>
      </dsp:txBody>
      <dsp:txXfrm>
        <a:off x="5590907" y="1418004"/>
        <a:ext cx="2539866" cy="2133487"/>
      </dsp:txXfrm>
    </dsp:sp>
    <dsp:sp modelId="{5E2ED3A8-EE3A-4B62-BE49-DEBFF59D13BF}">
      <dsp:nvSpPr>
        <dsp:cNvPr id="0" name=""/>
        <dsp:cNvSpPr/>
      </dsp:nvSpPr>
      <dsp:spPr>
        <a:xfrm>
          <a:off x="6327469" y="4223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578598"/>
        <a:ext cx="754301" cy="754301"/>
      </dsp:txXfrm>
    </dsp:sp>
    <dsp:sp modelId="{A5FEC2CD-7899-4DBF-9D26-FC72A4C59510}">
      <dsp:nvSpPr>
        <dsp:cNvPr id="0" name=""/>
        <dsp:cNvSpPr/>
      </dsp:nvSpPr>
      <dsp:spPr>
        <a:xfrm>
          <a:off x="5590907" y="36225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3640F-839D-400C-8506-DF5026BB7289}">
      <dsp:nvSpPr>
        <dsp:cNvPr id="0" name=""/>
        <dsp:cNvSpPr/>
      </dsp:nvSpPr>
      <dsp:spPr>
        <a:xfrm>
          <a:off x="8384760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Continue until reaching (0,0,1)</a:t>
          </a:r>
        </a:p>
      </dsp:txBody>
      <dsp:txXfrm>
        <a:off x="8384760" y="1418004"/>
        <a:ext cx="2539866" cy="2133487"/>
      </dsp:txXfrm>
    </dsp:sp>
    <dsp:sp modelId="{FDF44EFC-8178-4019-BFF9-287705684C63}">
      <dsp:nvSpPr>
        <dsp:cNvPr id="0" name=""/>
        <dsp:cNvSpPr/>
      </dsp:nvSpPr>
      <dsp:spPr>
        <a:xfrm>
          <a:off x="9121322" y="4223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578598"/>
        <a:ext cx="754301" cy="754301"/>
      </dsp:txXfrm>
    </dsp:sp>
    <dsp:sp modelId="{5C20C893-D358-4D91-8303-9EE6E0B38D31}">
      <dsp:nvSpPr>
        <dsp:cNvPr id="0" name=""/>
        <dsp:cNvSpPr/>
      </dsp:nvSpPr>
      <dsp:spPr>
        <a:xfrm>
          <a:off x="8384760" y="36225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B6443-8F82-4D3A-94B3-5829B67B1B63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(3, 3, L)</a:t>
          </a:r>
          <a:br>
            <a:rPr lang="en-US" sz="2000" b="0" i="0" kern="1200" baseline="0"/>
          </a:br>
          <a:r>
            <a:rPr lang="en-US" sz="2000" b="0" i="0" kern="1200" baseline="0"/>
            <a:t>→ Two cannibals cross</a:t>
          </a:r>
          <a:endParaRPr lang="en-US" sz="2000" kern="1200"/>
        </a:p>
      </dsp:txBody>
      <dsp:txXfrm>
        <a:off x="582645" y="1178"/>
        <a:ext cx="2174490" cy="1304694"/>
      </dsp:txXfrm>
    </dsp:sp>
    <dsp:sp modelId="{D3AFA80A-A19C-4DE5-8DE5-FEDE4DB276E5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(3, 1, R)</a:t>
          </a:r>
          <a:br>
            <a:rPr lang="en-US" sz="2000" b="0" i="0" kern="1200" baseline="0"/>
          </a:br>
          <a:r>
            <a:rPr lang="en-US" sz="2000" b="0" i="0" kern="1200" baseline="0"/>
            <a:t>→ One cannibal returns</a:t>
          </a:r>
          <a:endParaRPr lang="en-US" sz="2000" kern="1200"/>
        </a:p>
      </dsp:txBody>
      <dsp:txXfrm>
        <a:off x="2974584" y="1178"/>
        <a:ext cx="2174490" cy="1304694"/>
      </dsp:txXfrm>
    </dsp:sp>
    <dsp:sp modelId="{D8447B27-EC7F-4C42-BC02-4A06F2B4107D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(3, 2, L)</a:t>
          </a:r>
          <a:br>
            <a:rPr lang="en-US" sz="2000" b="0" i="0" kern="1200" baseline="0"/>
          </a:br>
          <a:r>
            <a:rPr lang="en-US" sz="2000" b="0" i="0" kern="1200" baseline="0"/>
            <a:t>→ Two cannibals cross again</a:t>
          </a:r>
          <a:endParaRPr lang="en-US" sz="2000" kern="1200"/>
        </a:p>
      </dsp:txBody>
      <dsp:txXfrm>
        <a:off x="5366524" y="1178"/>
        <a:ext cx="2174490" cy="1304694"/>
      </dsp:txXfrm>
    </dsp:sp>
    <dsp:sp modelId="{1DF2DDF0-EF91-467E-A521-6D2F8D2567E1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(3, 0, R)</a:t>
          </a:r>
          <a:br>
            <a:rPr lang="en-US" sz="2000" b="0" i="0" kern="1200" baseline="0"/>
          </a:br>
          <a:r>
            <a:rPr lang="en-US" sz="2000" b="0" i="0" kern="1200" baseline="0"/>
            <a:t>→ One cannibal returns</a:t>
          </a:r>
          <a:endParaRPr lang="en-US" sz="2000" kern="1200"/>
        </a:p>
      </dsp:txBody>
      <dsp:txXfrm>
        <a:off x="7758464" y="1178"/>
        <a:ext cx="2174490" cy="1304694"/>
      </dsp:txXfrm>
    </dsp:sp>
    <dsp:sp modelId="{3222602D-52D7-47D6-87D0-C7EBCF689C0B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(3, 1, L)</a:t>
          </a:r>
          <a:br>
            <a:rPr lang="en-US" sz="2000" b="0" i="0" kern="1200" baseline="0"/>
          </a:br>
          <a:r>
            <a:rPr lang="en-US" sz="2000" b="0" i="0" kern="1200" baseline="0"/>
            <a:t>→ Two missionaries cross</a:t>
          </a:r>
          <a:endParaRPr lang="en-US" sz="2000" kern="1200"/>
        </a:p>
      </dsp:txBody>
      <dsp:txXfrm>
        <a:off x="582645" y="1523321"/>
        <a:ext cx="2174490" cy="1304694"/>
      </dsp:txXfrm>
    </dsp:sp>
    <dsp:sp modelId="{7143BFCE-0A94-4661-A6CE-AAAB81F35899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(1, 1, R)</a:t>
          </a:r>
          <a:br>
            <a:rPr lang="en-US" sz="2000" b="0" i="0" kern="1200" baseline="0"/>
          </a:br>
          <a:r>
            <a:rPr lang="en-US" sz="2000" b="0" i="0" kern="1200" baseline="0"/>
            <a:t>→ One cannibal, one missionary return</a:t>
          </a:r>
          <a:endParaRPr lang="en-US" sz="2000" kern="1200"/>
        </a:p>
      </dsp:txBody>
      <dsp:txXfrm>
        <a:off x="2974584" y="1523321"/>
        <a:ext cx="2174490" cy="1304694"/>
      </dsp:txXfrm>
    </dsp:sp>
    <dsp:sp modelId="{42D891DA-2802-4583-866B-7539F1DC2161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(2, 2, L)</a:t>
          </a:r>
          <a:br>
            <a:rPr lang="en-US" sz="2000" b="0" i="0" kern="1200" baseline="0"/>
          </a:br>
          <a:r>
            <a:rPr lang="en-US" sz="2000" b="0" i="0" kern="1200" baseline="0"/>
            <a:t>→ Two missionaries cross</a:t>
          </a:r>
          <a:endParaRPr lang="en-US" sz="2000" kern="1200"/>
        </a:p>
      </dsp:txBody>
      <dsp:txXfrm>
        <a:off x="5366524" y="1523321"/>
        <a:ext cx="2174490" cy="1304694"/>
      </dsp:txXfrm>
    </dsp:sp>
    <dsp:sp modelId="{812912B4-AE48-43DB-B4EA-533702ECF26F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(0, 2, R)</a:t>
          </a:r>
          <a:br>
            <a:rPr lang="en-US" sz="2000" b="0" i="0" kern="1200" baseline="0"/>
          </a:br>
          <a:r>
            <a:rPr lang="en-US" sz="2000" b="0" i="0" kern="1200" baseline="0"/>
            <a:t>→ One cannibal returns</a:t>
          </a:r>
          <a:endParaRPr lang="en-US" sz="2000" kern="1200"/>
        </a:p>
      </dsp:txBody>
      <dsp:txXfrm>
        <a:off x="7758464" y="1523321"/>
        <a:ext cx="2174490" cy="1304694"/>
      </dsp:txXfrm>
    </dsp:sp>
    <dsp:sp modelId="{82E09CBA-C6FC-4923-B0EF-B1E94470FD1E}">
      <dsp:nvSpPr>
        <dsp:cNvPr id="0" name=""/>
        <dsp:cNvSpPr/>
      </dsp:nvSpPr>
      <dsp:spPr>
        <a:xfrm>
          <a:off x="582645" y="3045465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(0, 3, L)</a:t>
          </a:r>
          <a:br>
            <a:rPr lang="en-US" sz="2000" b="0" i="0" kern="1200" baseline="0"/>
          </a:br>
          <a:r>
            <a:rPr lang="en-US" sz="2000" b="0" i="0" kern="1200" baseline="0"/>
            <a:t>→ Two cannibals cross</a:t>
          </a:r>
          <a:endParaRPr lang="en-US" sz="2000" kern="1200"/>
        </a:p>
      </dsp:txBody>
      <dsp:txXfrm>
        <a:off x="582645" y="3045465"/>
        <a:ext cx="2174490" cy="1304694"/>
      </dsp:txXfrm>
    </dsp:sp>
    <dsp:sp modelId="{F2462563-AC2B-4D82-B83A-647CF6ED192B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(0, 1, R)</a:t>
          </a:r>
          <a:br>
            <a:rPr lang="en-US" sz="2000" b="0" i="0" kern="1200" baseline="0"/>
          </a:br>
          <a:r>
            <a:rPr lang="en-US" sz="2000" b="0" i="0" kern="1200" baseline="0"/>
            <a:t>→ One cannibal returns</a:t>
          </a:r>
          <a:endParaRPr lang="en-US" sz="2000" kern="1200"/>
        </a:p>
      </dsp:txBody>
      <dsp:txXfrm>
        <a:off x="2974584" y="3045465"/>
        <a:ext cx="2174490" cy="1304694"/>
      </dsp:txXfrm>
    </dsp:sp>
    <dsp:sp modelId="{3008E56A-6641-4572-96DF-A0F6351470BF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(0, 2, L)</a:t>
          </a:r>
          <a:br>
            <a:rPr lang="en-US" sz="2000" b="0" i="0" kern="1200" baseline="0"/>
          </a:br>
          <a:r>
            <a:rPr lang="en-US" sz="2000" b="0" i="0" kern="1200" baseline="0"/>
            <a:t>→ Two cannibals cross</a:t>
          </a:r>
          <a:endParaRPr lang="en-US" sz="2000" kern="1200"/>
        </a:p>
      </dsp:txBody>
      <dsp:txXfrm>
        <a:off x="5366524" y="3045465"/>
        <a:ext cx="2174490" cy="1304694"/>
      </dsp:txXfrm>
    </dsp:sp>
    <dsp:sp modelId="{FEBFFA23-6043-4829-9E6C-AC968DF43AFC}">
      <dsp:nvSpPr>
        <dsp:cNvPr id="0" name=""/>
        <dsp:cNvSpPr/>
      </dsp:nvSpPr>
      <dsp:spPr>
        <a:xfrm>
          <a:off x="7758464" y="3045465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(0, 0, R)  GOAL NODE</a:t>
          </a:r>
          <a:endParaRPr lang="en-US" sz="2000" kern="1200" dirty="0"/>
        </a:p>
      </dsp:txBody>
      <dsp:txXfrm>
        <a:off x="7758464" y="3045465"/>
        <a:ext cx="2174490" cy="130469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15D67-596B-4125-83C8-2205E753B5AB}">
      <dsp:nvSpPr>
        <dsp:cNvPr id="0" name=""/>
        <dsp:cNvSpPr/>
      </dsp:nvSpPr>
      <dsp:spPr>
        <a:xfrm>
          <a:off x="82613" y="232924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BFE04-1640-4A40-9EAF-786A02B08A72}">
      <dsp:nvSpPr>
        <dsp:cNvPr id="0" name=""/>
        <dsp:cNvSpPr/>
      </dsp:nvSpPr>
      <dsp:spPr>
        <a:xfrm>
          <a:off x="271034" y="421346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CBB39-03A1-475C-8AAD-BB066F3FD6AF}">
      <dsp:nvSpPr>
        <dsp:cNvPr id="0" name=""/>
        <dsp:cNvSpPr/>
      </dsp:nvSpPr>
      <dsp:spPr>
        <a:xfrm>
          <a:off x="1172126" y="232924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Planning systems is to foundation for complex constraints-based scheduling</a:t>
          </a:r>
        </a:p>
      </dsp:txBody>
      <dsp:txXfrm>
        <a:off x="1172126" y="232924"/>
        <a:ext cx="2114937" cy="897246"/>
      </dsp:txXfrm>
    </dsp:sp>
    <dsp:sp modelId="{92C06F1E-2B35-4DEA-8DB7-E06B13C20524}">
      <dsp:nvSpPr>
        <dsp:cNvPr id="0" name=""/>
        <dsp:cNvSpPr/>
      </dsp:nvSpPr>
      <dsp:spPr>
        <a:xfrm>
          <a:off x="3655575" y="232924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120DB-778E-426C-81B0-BF2B7481127C}">
      <dsp:nvSpPr>
        <dsp:cNvPr id="0" name=""/>
        <dsp:cNvSpPr/>
      </dsp:nvSpPr>
      <dsp:spPr>
        <a:xfrm>
          <a:off x="3843996" y="421346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0AFE9-DCEC-40B4-A303-69350BC002ED}">
      <dsp:nvSpPr>
        <dsp:cNvPr id="0" name=""/>
        <dsp:cNvSpPr/>
      </dsp:nvSpPr>
      <dsp:spPr>
        <a:xfrm>
          <a:off x="4745088" y="159938"/>
          <a:ext cx="2114937" cy="104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Transportation logistics is to managing movement of incompatible resources</a:t>
          </a:r>
        </a:p>
      </dsp:txBody>
      <dsp:txXfrm>
        <a:off x="4745088" y="159938"/>
        <a:ext cx="2114937" cy="1043218"/>
      </dsp:txXfrm>
    </dsp:sp>
    <dsp:sp modelId="{D4518034-1A10-46A6-B204-0A771ADAE6DB}">
      <dsp:nvSpPr>
        <dsp:cNvPr id="0" name=""/>
        <dsp:cNvSpPr/>
      </dsp:nvSpPr>
      <dsp:spPr>
        <a:xfrm>
          <a:off x="7228536" y="232924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DE7A5-8ED8-41B4-9CAE-5A7B6CD39377}">
      <dsp:nvSpPr>
        <dsp:cNvPr id="0" name=""/>
        <dsp:cNvSpPr/>
      </dsp:nvSpPr>
      <dsp:spPr>
        <a:xfrm>
          <a:off x="7416958" y="421346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E4132-B39D-4D60-8747-8D346741B67B}">
      <dsp:nvSpPr>
        <dsp:cNvPr id="0" name=""/>
        <dsp:cNvSpPr/>
      </dsp:nvSpPr>
      <dsp:spPr>
        <a:xfrm>
          <a:off x="8318049" y="232924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Resource allocation is to distributing resources with constraints</a:t>
          </a:r>
        </a:p>
      </dsp:txBody>
      <dsp:txXfrm>
        <a:off x="8318049" y="232924"/>
        <a:ext cx="2114937" cy="897246"/>
      </dsp:txXfrm>
    </dsp:sp>
    <dsp:sp modelId="{5A640D57-AFED-4ED6-8FB5-81A441AEF15E}">
      <dsp:nvSpPr>
        <dsp:cNvPr id="0" name=""/>
        <dsp:cNvSpPr/>
      </dsp:nvSpPr>
      <dsp:spPr>
        <a:xfrm>
          <a:off x="82613" y="201647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B0F3B-9C7D-417B-8490-DE76058DA06B}">
      <dsp:nvSpPr>
        <dsp:cNvPr id="0" name=""/>
        <dsp:cNvSpPr/>
      </dsp:nvSpPr>
      <dsp:spPr>
        <a:xfrm>
          <a:off x="271034" y="2204897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68771-97CE-4B71-86FC-1E9C4F06F318}">
      <dsp:nvSpPr>
        <dsp:cNvPr id="0" name=""/>
        <dsp:cNvSpPr/>
      </dsp:nvSpPr>
      <dsp:spPr>
        <a:xfrm>
          <a:off x="1172126" y="201647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 Education is to teaching state space search and constraint satisfaction</a:t>
          </a:r>
        </a:p>
      </dsp:txBody>
      <dsp:txXfrm>
        <a:off x="1172126" y="2016475"/>
        <a:ext cx="2114937" cy="897246"/>
      </dsp:txXfrm>
    </dsp:sp>
    <dsp:sp modelId="{9241992E-AFE4-4099-B21C-07F6411E01CF}">
      <dsp:nvSpPr>
        <dsp:cNvPr id="0" name=""/>
        <dsp:cNvSpPr/>
      </dsp:nvSpPr>
      <dsp:spPr>
        <a:xfrm>
          <a:off x="3655575" y="201647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0E072-30BC-4B6C-BEC9-1CA6504A6859}">
      <dsp:nvSpPr>
        <dsp:cNvPr id="0" name=""/>
        <dsp:cNvSpPr/>
      </dsp:nvSpPr>
      <dsp:spPr>
        <a:xfrm>
          <a:off x="3843996" y="2204897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2C3B4-95EE-4288-BD07-D48627F09886}">
      <dsp:nvSpPr>
        <dsp:cNvPr id="0" name=""/>
        <dsp:cNvSpPr/>
      </dsp:nvSpPr>
      <dsp:spPr>
        <a:xfrm>
          <a:off x="4745088" y="201647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Game Design is basis for puzzles games with similar constraints</a:t>
          </a:r>
        </a:p>
      </dsp:txBody>
      <dsp:txXfrm>
        <a:off x="4745088" y="2016475"/>
        <a:ext cx="2114937" cy="897246"/>
      </dsp:txXfrm>
    </dsp:sp>
    <dsp:sp modelId="{C345D98A-AF62-40FA-A56A-A2C722504AF9}">
      <dsp:nvSpPr>
        <dsp:cNvPr id="0" name=""/>
        <dsp:cNvSpPr/>
      </dsp:nvSpPr>
      <dsp:spPr>
        <a:xfrm>
          <a:off x="7228536" y="201647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130CC-B00F-4827-868E-DC7595E12552}">
      <dsp:nvSpPr>
        <dsp:cNvPr id="0" name=""/>
        <dsp:cNvSpPr/>
      </dsp:nvSpPr>
      <dsp:spPr>
        <a:xfrm>
          <a:off x="7416958" y="2204897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F1ACC-A91A-4B8D-8505-9D46D95EBF51}">
      <dsp:nvSpPr>
        <dsp:cNvPr id="0" name=""/>
        <dsp:cNvSpPr/>
      </dsp:nvSpPr>
      <dsp:spPr>
        <a:xfrm>
          <a:off x="8318049" y="201647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Operations Research is to solving real-world constraints problem</a:t>
          </a:r>
        </a:p>
      </dsp:txBody>
      <dsp:txXfrm>
        <a:off x="8318049" y="2016475"/>
        <a:ext cx="2114937" cy="897246"/>
      </dsp:txXfrm>
    </dsp:sp>
    <dsp:sp modelId="{ED3121F2-F852-4019-8106-C484D0C21900}">
      <dsp:nvSpPr>
        <dsp:cNvPr id="0" name=""/>
        <dsp:cNvSpPr/>
      </dsp:nvSpPr>
      <dsp:spPr>
        <a:xfrm>
          <a:off x="82613" y="372703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F2D35-9C6E-4CFB-A8D3-03CA6F640C91}">
      <dsp:nvSpPr>
        <dsp:cNvPr id="0" name=""/>
        <dsp:cNvSpPr/>
      </dsp:nvSpPr>
      <dsp:spPr>
        <a:xfrm>
          <a:off x="271034" y="3915461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F5294-9815-442C-89E6-9F8CDF0C23B0}">
      <dsp:nvSpPr>
        <dsp:cNvPr id="0" name=""/>
        <dsp:cNvSpPr/>
      </dsp:nvSpPr>
      <dsp:spPr>
        <a:xfrm>
          <a:off x="1172126" y="372703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Security Systems is to managing movement of entities with security constraints</a:t>
          </a:r>
        </a:p>
      </dsp:txBody>
      <dsp:txXfrm>
        <a:off x="1172126" y="3727039"/>
        <a:ext cx="2114937" cy="89724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E237E-69AD-43C6-B2AA-9417616E8B6D}">
      <dsp:nvSpPr>
        <dsp:cNvPr id="0" name=""/>
        <dsp:cNvSpPr/>
      </dsp:nvSpPr>
      <dsp:spPr>
        <a:xfrm>
          <a:off x="0" y="609308"/>
          <a:ext cx="10515600" cy="1511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Represent queue positions as(row , column) coordinates</a:t>
          </a:r>
        </a:p>
      </dsp:txBody>
      <dsp:txXfrm>
        <a:off x="73792" y="683100"/>
        <a:ext cx="10368016" cy="1364056"/>
      </dsp:txXfrm>
    </dsp:sp>
    <dsp:sp modelId="{5EF91534-C262-4FE4-8E6D-6645DD44FB19}">
      <dsp:nvSpPr>
        <dsp:cNvPr id="0" name=""/>
        <dsp:cNvSpPr/>
      </dsp:nvSpPr>
      <dsp:spPr>
        <a:xfrm>
          <a:off x="0" y="2230389"/>
          <a:ext cx="10515600" cy="15116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Alternatively, use a single array where queue[i]=j means a queue is placed at positions(i, j)</a:t>
          </a:r>
        </a:p>
      </dsp:txBody>
      <dsp:txXfrm>
        <a:off x="73792" y="2304181"/>
        <a:ext cx="10368016" cy="136405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BB2CF-0FA5-4012-A24C-83080019C653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two queues can share the same row</a:t>
          </a:r>
        </a:p>
      </dsp:txBody>
      <dsp:txXfrm>
        <a:off x="0" y="1653508"/>
        <a:ext cx="3286125" cy="2610802"/>
      </dsp:txXfrm>
    </dsp:sp>
    <dsp:sp modelId="{3E1A7980-CE6B-4DF1-9065-5335B90295CA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011B6769-7994-4A60-8B89-BDA15541027A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AED999-F610-49FF-A6EF-D19120388F28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two queues can share the same column</a:t>
          </a:r>
        </a:p>
      </dsp:txBody>
      <dsp:txXfrm>
        <a:off x="3614737" y="1653508"/>
        <a:ext cx="3286125" cy="2610802"/>
      </dsp:txXfrm>
    </dsp:sp>
    <dsp:sp modelId="{CD2C967D-3F8D-4FBE-826E-D821298C6586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EC60D8DE-ADA7-42E4-906B-57C8A4F195E9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761951-B701-4D91-A815-031BDB64539E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 two queues can share the same diagonal</a:t>
          </a:r>
        </a:p>
      </dsp:txBody>
      <dsp:txXfrm>
        <a:off x="7229475" y="1653508"/>
        <a:ext cx="3286125" cy="2610802"/>
      </dsp:txXfrm>
    </dsp:sp>
    <dsp:sp modelId="{E67B16DE-D70C-4C10-BDC5-5C336AB174DC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4A738479-59D8-4DE9-9D97-4AB4A489D720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5427D-7759-4F4E-A563-1EA0A0225795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Backtracking algorithm</a:t>
          </a:r>
        </a:p>
      </dsp:txBody>
      <dsp:txXfrm>
        <a:off x="582645" y="1178"/>
        <a:ext cx="2174490" cy="1304694"/>
      </dsp:txXfrm>
    </dsp:sp>
    <dsp:sp modelId="{190149EB-1C43-4093-A787-854E7BE5292A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function SOLVE-N-QUEENS(n) returns solution or failure</a:t>
          </a:r>
        </a:p>
      </dsp:txBody>
      <dsp:txXfrm>
        <a:off x="2974584" y="1178"/>
        <a:ext cx="2174490" cy="1304694"/>
      </dsp:txXfrm>
    </dsp:sp>
    <dsp:sp modelId="{D3D5F56B-DE01-4CB6-934F-0BEF935B4162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return BACKTRACK({}, n)</a:t>
          </a:r>
        </a:p>
      </dsp:txBody>
      <dsp:txXfrm>
        <a:off x="5366524" y="1178"/>
        <a:ext cx="2174490" cy="1304694"/>
      </dsp:txXfrm>
    </dsp:sp>
    <dsp:sp modelId="{284DC860-725B-4EFE-94FF-A2D3A27F3D36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function BACKTRACK(state, n) returns a solution or failure if |state| = n then return state</a:t>
          </a:r>
        </a:p>
      </dsp:txBody>
      <dsp:txXfrm>
        <a:off x="7758464" y="1178"/>
        <a:ext cx="2174490" cy="1304694"/>
      </dsp:txXfrm>
    </dsp:sp>
    <dsp:sp modelId="{32EE58DF-BB59-4E09-B3BE-65FFC5052B8E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var = SELECT-UNASSIGNED-VAR(state, n)</a:t>
          </a:r>
        </a:p>
      </dsp:txBody>
      <dsp:txXfrm>
        <a:off x="582645" y="1523321"/>
        <a:ext cx="2174490" cy="1304694"/>
      </dsp:txXfrm>
    </dsp:sp>
    <dsp:sp modelId="{8412F202-907C-4E5B-A856-3FF0198B20E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each value in ORDER-DOMAIN-VALUES(var, state, n) do</a:t>
          </a:r>
        </a:p>
      </dsp:txBody>
      <dsp:txXfrm>
        <a:off x="2974584" y="1523321"/>
        <a:ext cx="2174490" cy="1304694"/>
      </dsp:txXfrm>
    </dsp:sp>
    <dsp:sp modelId="{FE93BD9E-5DD9-4CC8-A923-CCACF9181D07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value is consistent with state then</a:t>
          </a:r>
        </a:p>
      </dsp:txBody>
      <dsp:txXfrm>
        <a:off x="5366524" y="1523321"/>
        <a:ext cx="2174490" cy="1304694"/>
      </dsp:txXfrm>
    </dsp:sp>
    <dsp:sp modelId="{30317FD0-773F-4728-8F67-9F9D199139D4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{var = value} to state </a:t>
          </a:r>
        </a:p>
      </dsp:txBody>
      <dsp:txXfrm>
        <a:off x="7758464" y="1523321"/>
        <a:ext cx="2174490" cy="1304694"/>
      </dsp:txXfrm>
    </dsp:sp>
    <dsp:sp modelId="{44FAB177-E30C-4047-A804-5BABD9523AC2}">
      <dsp:nvSpPr>
        <dsp:cNvPr id="0" name=""/>
        <dsp:cNvSpPr/>
      </dsp:nvSpPr>
      <dsp:spPr>
        <a:xfrm>
          <a:off x="582645" y="3045465"/>
          <a:ext cx="2174490" cy="130469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result = BACKTRACK(state, n)</a:t>
          </a:r>
        </a:p>
      </dsp:txBody>
      <dsp:txXfrm>
        <a:off x="582645" y="3045465"/>
        <a:ext cx="2174490" cy="1304694"/>
      </dsp:txXfrm>
    </dsp:sp>
    <dsp:sp modelId="{2DA3E71A-A765-4869-AF10-518254E3BB78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result ≠ failure then return result </a:t>
          </a:r>
        </a:p>
      </dsp:txBody>
      <dsp:txXfrm>
        <a:off x="2974584" y="3045465"/>
        <a:ext cx="2174490" cy="1304694"/>
      </dsp:txXfrm>
    </dsp:sp>
    <dsp:sp modelId="{9490212F-3CC8-4530-8B96-F6F778B01527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remove {var = value} from state</a:t>
          </a:r>
        </a:p>
      </dsp:txBody>
      <dsp:txXfrm>
        <a:off x="5366524" y="3045465"/>
        <a:ext cx="2174490" cy="1304694"/>
      </dsp:txXfrm>
    </dsp:sp>
    <dsp:sp modelId="{AE8AF8F6-6F69-4FB1-8C32-53C399E0AB89}">
      <dsp:nvSpPr>
        <dsp:cNvPr id="0" name=""/>
        <dsp:cNvSpPr/>
      </dsp:nvSpPr>
      <dsp:spPr>
        <a:xfrm>
          <a:off x="7758464" y="3045465"/>
          <a:ext cx="2174490" cy="13046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return failure</a:t>
          </a:r>
        </a:p>
      </dsp:txBody>
      <dsp:txXfrm>
        <a:off x="7758464" y="3045465"/>
        <a:ext cx="2174490" cy="130469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1BC85-D8C4-43E6-81A2-2A95B8B9040B}">
      <dsp:nvSpPr>
        <dsp:cNvPr id="0" name=""/>
        <dsp:cNvSpPr/>
      </dsp:nvSpPr>
      <dsp:spPr>
        <a:xfrm>
          <a:off x="1138979" y="968661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39B72-9B56-46CB-A92D-DF8174FD44A2}">
      <dsp:nvSpPr>
        <dsp:cNvPr id="0" name=""/>
        <dsp:cNvSpPr/>
      </dsp:nvSpPr>
      <dsp:spPr>
        <a:xfrm>
          <a:off x="569079" y="2263389"/>
          <a:ext cx="2072362" cy="1119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Min-Conflicts Algorithm (Local Search)</a:t>
          </a:r>
        </a:p>
      </dsp:txBody>
      <dsp:txXfrm>
        <a:off x="569079" y="2263389"/>
        <a:ext cx="2072362" cy="1119287"/>
      </dsp:txXfrm>
    </dsp:sp>
    <dsp:sp modelId="{8DB1ECCC-D027-4470-99CF-5FD61261D7A7}">
      <dsp:nvSpPr>
        <dsp:cNvPr id="0" name=""/>
        <dsp:cNvSpPr/>
      </dsp:nvSpPr>
      <dsp:spPr>
        <a:xfrm>
          <a:off x="3574005" y="968661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122FC-D3CD-40DD-82AA-D45978C6C394}">
      <dsp:nvSpPr>
        <dsp:cNvPr id="0" name=""/>
        <dsp:cNvSpPr/>
      </dsp:nvSpPr>
      <dsp:spPr>
        <a:xfrm>
          <a:off x="3004105" y="2263389"/>
          <a:ext cx="2072362" cy="1119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Start with all N queues on the board (one per column)</a:t>
          </a:r>
        </a:p>
      </dsp:txBody>
      <dsp:txXfrm>
        <a:off x="3004105" y="2263389"/>
        <a:ext cx="2072362" cy="1119287"/>
      </dsp:txXfrm>
    </dsp:sp>
    <dsp:sp modelId="{65CF603B-614E-4118-A7CC-E134CDAC0E91}">
      <dsp:nvSpPr>
        <dsp:cNvPr id="0" name=""/>
        <dsp:cNvSpPr/>
      </dsp:nvSpPr>
      <dsp:spPr>
        <a:xfrm>
          <a:off x="6009031" y="968661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E2681-1587-4AE4-ABFB-0E9E258E8592}">
      <dsp:nvSpPr>
        <dsp:cNvPr id="0" name=""/>
        <dsp:cNvSpPr/>
      </dsp:nvSpPr>
      <dsp:spPr>
        <a:xfrm>
          <a:off x="5439131" y="2263389"/>
          <a:ext cx="2072362" cy="1119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Iteratively move queues within their columns to minimize conflicts</a:t>
          </a:r>
        </a:p>
      </dsp:txBody>
      <dsp:txXfrm>
        <a:off x="5439131" y="2263389"/>
        <a:ext cx="2072362" cy="1119287"/>
      </dsp:txXfrm>
    </dsp:sp>
    <dsp:sp modelId="{CF02EA69-9044-4656-8FDE-C49C35265D59}">
      <dsp:nvSpPr>
        <dsp:cNvPr id="0" name=""/>
        <dsp:cNvSpPr/>
      </dsp:nvSpPr>
      <dsp:spPr>
        <a:xfrm>
          <a:off x="8444057" y="968661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D9AEB-8CAD-457F-8F9E-B42F16EDD9A4}">
      <dsp:nvSpPr>
        <dsp:cNvPr id="0" name=""/>
        <dsp:cNvSpPr/>
      </dsp:nvSpPr>
      <dsp:spPr>
        <a:xfrm>
          <a:off x="7874157" y="2263389"/>
          <a:ext cx="2072362" cy="1119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Continue until no-conflicts remain or max iterations reached</a:t>
          </a:r>
        </a:p>
      </dsp:txBody>
      <dsp:txXfrm>
        <a:off x="7874157" y="2263389"/>
        <a:ext cx="2072362" cy="111928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11573-1FD4-4574-803A-02C043445750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9DE4D-1788-4DF4-88F3-4603877D0046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8F72D-FAF9-4CBA-86EF-662F2F1DAF34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Constraint satisfaction problems</a:t>
          </a:r>
        </a:p>
      </dsp:txBody>
      <dsp:txXfrm>
        <a:off x="1948202" y="159118"/>
        <a:ext cx="3233964" cy="1371985"/>
      </dsp:txXfrm>
    </dsp:sp>
    <dsp:sp modelId="{ACBC63A5-CF78-47B7-B5C3-35E59FED5DD7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28647-7683-450B-9E3A-F4313FF768A7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207CB-84F0-450B-B971-8B3CB4B3C66B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Resource allocation</a:t>
          </a:r>
        </a:p>
      </dsp:txBody>
      <dsp:txXfrm>
        <a:off x="7411643" y="159118"/>
        <a:ext cx="3233964" cy="1371985"/>
      </dsp:txXfrm>
    </dsp:sp>
    <dsp:sp modelId="{AE065D0A-5C43-4685-8C43-A6F58D2D9DE4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E407B-9317-454F-9F79-0CC27EB82BA3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1AB94-C1C0-4047-9F90-BEE3AD211E59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Circuit Design</a:t>
          </a:r>
        </a:p>
      </dsp:txBody>
      <dsp:txXfrm>
        <a:off x="1948202" y="2158301"/>
        <a:ext cx="3233964" cy="1371985"/>
      </dsp:txXfrm>
    </dsp:sp>
    <dsp:sp modelId="{39B4613F-CD88-4273-AF89-B1C17A101C82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FF6F8-95CE-4A29-88C0-1673CDA51AD0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55979-69D3-4711-B68F-AFFB9F20BD95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Game AI</a:t>
          </a:r>
        </a:p>
      </dsp:txBody>
      <dsp:txXfrm>
        <a:off x="7411643" y="2158301"/>
        <a:ext cx="3233964" cy="137198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63BCA-E1E4-4723-B9C1-2D51600F6415}">
      <dsp:nvSpPr>
        <dsp:cNvPr id="0" name=""/>
        <dsp:cNvSpPr/>
      </dsp:nvSpPr>
      <dsp:spPr>
        <a:xfrm>
          <a:off x="859" y="0"/>
          <a:ext cx="3479050" cy="353699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3653" tIns="0" rIns="34365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Vacuum World  is a simple reflex agent operates on condition-action rules without internal state to clean a limited environment.</a:t>
          </a:r>
        </a:p>
      </dsp:txBody>
      <dsp:txXfrm>
        <a:off x="859" y="1414799"/>
        <a:ext cx="3479050" cy="2122198"/>
      </dsp:txXfrm>
    </dsp:sp>
    <dsp:sp modelId="{5E77FB33-82B8-4363-86C9-2C8214110844}">
      <dsp:nvSpPr>
        <dsp:cNvPr id="0" name=""/>
        <dsp:cNvSpPr/>
      </dsp:nvSpPr>
      <dsp:spPr>
        <a:xfrm>
          <a:off x="859" y="0"/>
          <a:ext cx="3479050" cy="14147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3653" tIns="165100" rIns="34365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9" y="0"/>
        <a:ext cx="3479050" cy="1414799"/>
      </dsp:txXfrm>
    </dsp:sp>
    <dsp:sp modelId="{D81E7B11-1491-413F-83B0-745F95BDB5CF}">
      <dsp:nvSpPr>
        <dsp:cNvPr id="0" name=""/>
        <dsp:cNvSpPr/>
      </dsp:nvSpPr>
      <dsp:spPr>
        <a:xfrm>
          <a:off x="3758233" y="0"/>
          <a:ext cx="3479050" cy="35369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3653" tIns="0" rIns="34365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Missionaries and Cannibals like a river crossing puzzle requiring strategic state-space search with an 11-step optimal solution while maintaining the constraint that cannibals never outnumber missionaries.</a:t>
          </a:r>
        </a:p>
      </dsp:txBody>
      <dsp:txXfrm>
        <a:off x="3758233" y="1414799"/>
        <a:ext cx="3479050" cy="2122198"/>
      </dsp:txXfrm>
    </dsp:sp>
    <dsp:sp modelId="{6A1A1431-FC25-434B-AEA9-DEE538ED44B7}">
      <dsp:nvSpPr>
        <dsp:cNvPr id="0" name=""/>
        <dsp:cNvSpPr/>
      </dsp:nvSpPr>
      <dsp:spPr>
        <a:xfrm>
          <a:off x="3758233" y="0"/>
          <a:ext cx="3479050" cy="14147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3653" tIns="165100" rIns="34365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58233" y="0"/>
        <a:ext cx="3479050" cy="1414799"/>
      </dsp:txXfrm>
    </dsp:sp>
    <dsp:sp modelId="{34C22C4A-2E6C-4E59-AEE1-EBB54912EABF}">
      <dsp:nvSpPr>
        <dsp:cNvPr id="0" name=""/>
        <dsp:cNvSpPr/>
      </dsp:nvSpPr>
      <dsp:spPr>
        <a:xfrm>
          <a:off x="7515608" y="0"/>
          <a:ext cx="3479050" cy="353699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3653" tIns="0" rIns="343653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N-QUEUES PROBLEM is like a constraint satisfaction problem of placing N queens on an N×N chessboard so no queen threatens another, solvable for all N≥4 using backtracking or heuristic search methods.</a:t>
          </a:r>
        </a:p>
      </dsp:txBody>
      <dsp:txXfrm>
        <a:off x="7515608" y="1414799"/>
        <a:ext cx="3479050" cy="2122198"/>
      </dsp:txXfrm>
    </dsp:sp>
    <dsp:sp modelId="{0F4964E4-D01E-43CB-A3A0-681A3C477453}">
      <dsp:nvSpPr>
        <dsp:cNvPr id="0" name=""/>
        <dsp:cNvSpPr/>
      </dsp:nvSpPr>
      <dsp:spPr>
        <a:xfrm>
          <a:off x="7515608" y="0"/>
          <a:ext cx="3479050" cy="14147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3653" tIns="165100" rIns="34365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15608" y="0"/>
        <a:ext cx="3479050" cy="1414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9C975-CDC7-40A8-B915-45E9B11E984A}" type="datetimeFigureOut">
              <a:rPr lang="en-US" smtClean="0"/>
              <a:t>17-Jun-25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10A22-C867-44DA-9731-C97FBB60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5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6FF3-3F59-B671-B325-833FC1846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13676-C9E9-6099-9181-D8E6679E3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4B53-85A4-CCF2-52BF-9EB07295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BCBF-B253-4205-B7EE-55C9589BC53E}" type="datetime1">
              <a:rPr lang="en-US" smtClean="0"/>
              <a:t>17-Jun-25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CB786-4E85-DAC2-CAF4-65950770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26C9-D6A4-04B0-20FC-FDB4B451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4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E7DA-802E-9F7E-1DAD-E8E75922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9A349-DD47-CD82-8F22-CDF0F27E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97BB2-E0A6-ED8A-3166-D26D7BB2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06E9-C3E8-425E-A58B-1B2E396BAA1F}" type="datetime1">
              <a:rPr lang="en-US" smtClean="0"/>
              <a:t>17-Jun-25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E9585-CD3A-5C14-C467-80CF4B3B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3A2E-3D08-D11A-31D4-853EC74A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6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231C-39CA-558C-0C03-7F6DA35F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9CA7F-58AD-F2D7-6BB6-66B8F8BC8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D285-2FCB-344B-9EB9-CB14FCD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0368-C085-4BB4-A7E0-73274A235525}" type="datetime1">
              <a:rPr lang="en-US" smtClean="0"/>
              <a:t>17-Jun-25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495C6-1568-B6CA-4547-2150A17A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ED20-E628-F98B-4FD0-96F4BE19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6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1851-4F4B-2DD6-E1EA-A6609905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E45E7-E97C-AD27-624C-C2004EFCE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2E642-9EB7-8B9F-B318-933FB3B11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0C518-E7A2-CB4D-0CE1-FC6624F9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652-C37D-4AE9-A98C-1078C78E7979}" type="datetime1">
              <a:rPr lang="en-US" smtClean="0"/>
              <a:t>17-Jun-25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0ACEE-1420-37A8-B5A7-99AF6150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B79FD-AC5C-1EF4-20D7-F77CC10A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5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88B4-3342-78D3-C439-F844521E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C95EA-43CE-68E0-19A9-FE92639D5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94F5-07C6-0500-1640-5B146F268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703EE-15E7-A7C8-D59D-FB4F098EA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836B6-B76E-B16F-DA55-D6BE8D38B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E46FE-1980-8B5D-887F-12869F7B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208E0-12E3-4219-BA4C-9658B8EEDF75}" type="datetime1">
              <a:rPr lang="en-US" smtClean="0"/>
              <a:t>17-Jun-25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9B1A2-7D48-BC4B-8AE1-0369D3AA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3E4077-BAB3-7F91-E664-3AF72750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3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4877-F8CF-F849-E72C-B4A30493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67024-46BE-0D86-1428-E86AEAD8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1E4-F897-44FF-8472-FF6DC85299B4}" type="datetime1">
              <a:rPr lang="en-US" smtClean="0"/>
              <a:t>17-Jun-25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E5FFA-7C87-180A-5F56-E1361C4E4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32DC5-281B-FB1B-A827-40D60C34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7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F9687-18B9-8A17-A744-8A37A354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BA67-2191-4297-A332-784556714D70}" type="datetime1">
              <a:rPr lang="en-US" smtClean="0"/>
              <a:t>17-Jun-25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B4549-067E-7701-15DF-2734B95B4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099C4-E4F9-EE9B-2AEB-969EBDCC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8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14E7-F0C1-FE3E-FC16-CE9F6CE7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9DC5-104B-B8B0-92A0-047C8A71F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C239B-D005-128A-B801-EBF80A653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AF203-DC35-0C2A-B53E-CCD857AC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60D4-E86D-438B-A4DD-B46636B6C7D0}" type="datetime1">
              <a:rPr lang="en-US" smtClean="0"/>
              <a:t>17-Jun-25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2216E-A190-997B-D18E-23334597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40A40-93B4-86C4-A79B-41B3E39A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34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D026-75D4-0DF2-82DB-D747BFCD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A1BA9-6C2A-CEEC-74AF-2363F7585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E4F0E-1A27-4595-ED13-3D2BDA14B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300D2-CE33-9526-2A79-EABB9619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B037-E65D-48A1-98D7-F6D47795A26C}" type="datetime1">
              <a:rPr lang="en-US" smtClean="0"/>
              <a:t>17-Jun-25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62467-3A8E-B974-FEBB-97DF55D5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41867-5F0A-5310-F555-0D83E676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1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63BA-85F4-1C85-BF3F-46D6CD66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0FF80-A027-20A8-81E3-8D154C3AB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17E2-B9C4-32A6-C3A2-340B1C5F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3DE3-6CF1-4D2B-83A7-DE31129FD238}" type="datetime1">
              <a:rPr lang="en-US" smtClean="0"/>
              <a:t>17-Jun-25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D96E6-6918-7B69-774F-2BDC2A940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F19C-E0B3-35ED-E028-6EF4F44E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7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EBEE2-43F5-C8D5-BB41-F7686D039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C5F66-ACEA-CF28-6929-7E750A08E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AD52F-7974-12A7-4BE3-91B621EF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DC22D-4287-4722-B84B-4F7ED2A07B11}" type="datetime1">
              <a:rPr lang="en-US" smtClean="0"/>
              <a:t>17-Jun-25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21887-0F05-0487-86A8-AD1D9DE5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0950-814B-721A-63DC-22B54DBC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9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6C410-3D3E-7975-07A4-DD5B1C39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26FDB-8606-BD08-B462-10A6648F4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EB0D-5265-A6E9-A0C9-04816DFDE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BAC00-8EFD-4D3D-A8DB-063DE4C5E387}" type="datetime1">
              <a:rPr lang="en-US" smtClean="0"/>
              <a:t>17-Jun-25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BAE5-9989-3C2B-FAB9-6DCB7ECD4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EDB6A-5EDB-65DA-2C4F-73E3CB2A3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4D431-8454-47FF-B06C-E7174D4D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0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B9C3-AB38-24E4-2710-4A7A1A1670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5AB1E-66CA-3A75-64E9-8A8790AB5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12C4AA-B4D4-7804-2162-15A8F894F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E37A717-06BA-2E7A-BC31-E2321D3BC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9353" y="1524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F8A65-7E9D-AEA4-8F93-C08B007F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15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D605-3B0A-3346-CFF6-1FB28AA3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now Globe art">
            <a:extLst>
              <a:ext uri="{FF2B5EF4-FFF2-40B4-BE49-F238E27FC236}">
                <a16:creationId xmlns:a16="http://schemas.microsoft.com/office/drawing/2014/main" id="{3349FEE2-16E4-5910-456D-408CAB2DB7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352" b="13291"/>
          <a:stretch>
            <a:fillRect/>
          </a:stretch>
        </p:blipFill>
        <p:spPr>
          <a:xfrm>
            <a:off x="20" y="-29027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1D1254-5E3D-8FF5-18CB-8DAAB99C1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CLASSIC AI PROBLEMS ANALYSIS AND WORKING</a:t>
            </a:r>
            <a:br>
              <a:rPr lang="en-US" sz="3800">
                <a:solidFill>
                  <a:srgbClr val="FFFFFF"/>
                </a:solidFill>
              </a:rPr>
            </a:br>
            <a:r>
              <a:rPr lang="en-US" sz="3800">
                <a:solidFill>
                  <a:srgbClr val="FFFFFF"/>
                </a:solidFill>
              </a:rPr>
              <a:t>VACCUM WORLD USING SINGLE STATE Missionaries and Cannibals Problem N-Queens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43EB8-4122-7379-5036-71F149928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2880"/>
            <a:ext cx="9144000" cy="192797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PRESENETED BY</a:t>
            </a:r>
          </a:p>
          <a:p>
            <a:r>
              <a:rPr lang="en-US" sz="1800" dirty="0">
                <a:solidFill>
                  <a:srgbClr val="FFFFFF"/>
                </a:solidFill>
              </a:rPr>
              <a:t>HUZAIFA SHAHBAZ</a:t>
            </a:r>
          </a:p>
          <a:p>
            <a:r>
              <a:rPr lang="en-US" sz="1800" dirty="0">
                <a:solidFill>
                  <a:srgbClr val="FFFFFF"/>
                </a:solidFill>
              </a:rPr>
              <a:t>21-CE-009</a:t>
            </a:r>
          </a:p>
          <a:p>
            <a:r>
              <a:rPr lang="en-US" sz="1800" dirty="0">
                <a:solidFill>
                  <a:srgbClr val="FFFFFF"/>
                </a:solidFill>
              </a:rPr>
              <a:t>PRESENTED TO</a:t>
            </a:r>
          </a:p>
          <a:p>
            <a:r>
              <a:rPr lang="en-US" sz="1800" dirty="0">
                <a:solidFill>
                  <a:srgbClr val="FFFFFF"/>
                </a:solidFill>
              </a:rPr>
              <a:t>MAAM KAYYNAT RANA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41F74-0436-ECB9-90C0-2B671910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887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se-up of a metal surface&#10;&#10;AI-generated content may be incorrect.">
            <a:extLst>
              <a:ext uri="{FF2B5EF4-FFF2-40B4-BE49-F238E27FC236}">
                <a16:creationId xmlns:a16="http://schemas.microsoft.com/office/drawing/2014/main" id="{D412681C-A565-805D-B85F-F5EA052367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A7D44-9F0B-ED62-77AF-52507EAA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OUTLINES OF VACCUM WORLD USING SINGLE STATE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D8907-3D34-80B2-F352-AAB08298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A3657DE-9532-2ECA-2E35-A53F3232B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1828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797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A740C-063E-E1B7-B5FE-F4385A27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B07312B-746B-B9F0-2D55-168E6E7112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325" b="94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58E54-0532-4973-6788-1AC79B135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tabLst>
                <a:tab pos="5311775" algn="l"/>
              </a:tabLst>
            </a:pPr>
            <a:r>
              <a:rPr lang="en-US" b="1" dirty="0"/>
              <a:t>OUTLINES OF MISSIONARIES AND CANNIBALS'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CA17E-E65B-2ABF-5D3A-5F31A581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B1E453-17B2-08BB-B34C-66D116880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197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604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F3720-F150-8099-9E68-CBD3033B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E2EDE8-35BC-A6EA-5FD8-5703CC73A3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055" b="106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BF1C7-9207-D6F9-5B22-143EF6B7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OUTLINES OF N-QUEUES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32824-6513-90ED-3DBB-E7C6B62C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996CA53-FD15-D3BE-2DEE-343A552E2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3631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363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7E432-AEBE-30F1-20B8-443DE07F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VACCUM WORLD USING SINGLE STATE WHAT IS VAACUM WORLD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10384-A249-33D3-2BF2-B5F0C643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F9B13C8-3CB2-E2EF-BA64-8D3B2B0C0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54102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178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8B982-4524-0FDF-08C3-1D39DED1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COMPONENTS OF SINGLE-STATE VACCUM WORLD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C2803-5646-118F-CF64-B163E530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4E51D27-31DE-F3FA-0494-CB086DC81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0819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603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E67D4-84F9-8C0A-F036-120CE291C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WORKING  OF VACCUM WORLD AGENT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4A4E5-6444-4C38-1AEC-1CE8982D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BAE8C29-05B3-9F1A-60A8-B10894F8E5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3535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52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3CE9F-1B05-C3D0-AD8B-32EAAC9E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SPACE STATE ANALYSIS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5C27-A13D-4F9C-F4D9-0B3FFD86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43E5CC7-66F9-68D9-C459-324A08A59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65287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569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F9FA6-5EDF-F618-7E59-3FB79AA8E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EXAMPLE OF VACCUM WORLD USING SINGLE STATE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F664D-C1F1-0BF0-9EC6-7B4916AF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80BC07C-5030-E469-07F4-FBBA0CA18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75186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71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CA69EF-E8B5-4598-BEAD-258F1576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5D65ED-8248-4E7D-AF41-C2685CAE7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76A8F9C6-ED35-4E0A-AC66-5241CA206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6189" y="412979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4F71A736-42D6-4F11-8A7B-633C4062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6189" y="412979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A47E1-B781-6DF2-366B-8431EB19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019251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chemeClr val="bg1"/>
                </a:solidFill>
              </a:rPr>
              <a:t>APPLICATIONS OF VACCUM WORLD USING SINGLE STATE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73D287-48F0-41E2-8B0B-DE4C7D17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41903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C3C2F6-A83E-46F7-89F9-C282A9234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D78D60A-D765-47AF-BF8C-DD38B6749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61CBF5-5283-4C6A-9049-AA88E175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A00BB8-8401-4CFA-A40C-8A60D39A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2F6FC59-F5F7-4ED5-8DCD-CF1060899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124749C-25FB-43F3-97CC-16D3738B1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3CAAC4D-89A7-40FC-A14D-14E7137A5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F8FFC8-0941-4853-894E-6FBB72564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84F021A-2C9B-422B-8408-BB819B314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53138C4-3227-4945-9CE8-AF90A759D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9C4482-176D-49FB-BFC0-2DCD9283E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7D9F02-FC5F-4AA6-83BD-AE4EC012D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23DF942-E0FC-4481-99E4-5EDE1F76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2571B16-D62A-4B37-A469-E72C79D69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8223" y="444870"/>
            <a:ext cx="6924769" cy="5665806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E0A0BC-3EE4-4453-9522-08FF2DE30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8246" y="436482"/>
            <a:ext cx="6934746" cy="5665805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BE36BD-9903-4FB5-BBE7-1023D7F73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7522" y="305936"/>
            <a:ext cx="6943810" cy="568529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38DB-E435-7BBA-526D-51B817DE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7F8ED96-5A40-0994-82B4-679F77C03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097999"/>
              </p:ext>
            </p:extLst>
          </p:nvPr>
        </p:nvGraphicFramePr>
        <p:xfrm>
          <a:off x="5169647" y="693271"/>
          <a:ext cx="6184153" cy="4887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746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D27B9-BE6E-5BBC-9423-70DC87AC4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PROBLEM STATEMENT OF</a:t>
            </a:r>
            <a:br>
              <a:rPr lang="en-US" sz="2800">
                <a:solidFill>
                  <a:srgbClr val="FFFFFF"/>
                </a:solidFill>
              </a:rPr>
            </a:br>
            <a:r>
              <a:rPr lang="en-US" sz="2800" b="1">
                <a:solidFill>
                  <a:srgbClr val="FFFFFF"/>
                </a:solidFill>
              </a:rPr>
              <a:t>MISSIONARIES AND CANNIBALS' PROBLEM</a:t>
            </a:r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E97B6-0317-94B6-A785-93A8DEFF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BC5A25D-4585-9D9F-A4DC-0479A36DF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4199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836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11688B-0A27-4E86-8D55-76F71ADF2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4A868B-654E-447C-8D9C-0F9328308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43F5E5-7E34-4029-B18F-CAED02086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59931FA-11DF-4781-8AAD-FEE88674F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0F88E6C-5782-452A-8C4F-9D2C2EAC8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3" cy="3141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16D69-EE5C-8976-30A6-33D2EB57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 b="1"/>
              <a:t>STATE REPRESENTATION OF MISSIONARIES AND CANNIBALS'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7EB9D-734A-EE7E-A10B-C43D9225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9033635" y="3148837"/>
            <a:ext cx="5768976" cy="55080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AFA4D431-8454-47FF-B06C-E7174D4D7B3F}" type="slidenum">
              <a:rPr lang="en-US" sz="1000"/>
              <a:pPr algn="ctr">
                <a:spcAft>
                  <a:spcPts val="600"/>
                </a:spcAft>
              </a:pPr>
              <a:t>13</a:t>
            </a:fld>
            <a:endParaRPr lang="en-US" sz="10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891FC3-CD70-E998-F92B-8F3FD13AC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151951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523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C7012-5B68-E49D-65B4-83BB83CC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CONSTRAINTS OF MISSIONARIES AND CANNIBALS'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B34E9-C016-2B11-822F-79D7A6AB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927A23B-B94C-BC07-89D2-49EB845CA0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8880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7476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FC452-7B5A-6F6E-887E-1033EDE0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SOLUTION PROCESS OF MISSIONARIES AND CANNIBALS'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D26-9902-1C2B-DCFA-E4C0ADB3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1641C3F-AD0C-4342-B1AF-0338BCE02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37704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92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grid&#10;&#10;AI-generated content may be incorrect.">
            <a:extLst>
              <a:ext uri="{FF2B5EF4-FFF2-40B4-BE49-F238E27FC236}">
                <a16:creationId xmlns:a16="http://schemas.microsoft.com/office/drawing/2014/main" id="{D5843ACC-EF38-FBFA-41AD-A3B83E9FA7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ACBD-9256-5E0E-B668-FB86C640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EXAMPLE OF MISSIONARIES AND CANNIBALS'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EC296-DBF5-CFDA-552D-B456F683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66B3B420-1661-4F49-F47D-46AC069C3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1364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2534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0C6D-4297-4481-1A91-286E85555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291222"/>
          </a:xfrm>
        </p:spPr>
        <p:txBody>
          <a:bodyPr>
            <a:normAutofit/>
          </a:bodyPr>
          <a:lstStyle/>
          <a:p>
            <a:pPr algn="ctr"/>
            <a:r>
              <a:rPr lang="en-US" sz="4000" b="1"/>
              <a:t>APPLICATIONS OF MISSIONARIES AND CANNIBALS' PROBLEM</a:t>
            </a:r>
            <a:endParaRPr lang="en-US" sz="4000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63C60F0-03A5-1986-72F6-BAEAED992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729685"/>
              </p:ext>
            </p:extLst>
          </p:nvPr>
        </p:nvGraphicFramePr>
        <p:xfrm>
          <a:off x="838200" y="1572126"/>
          <a:ext cx="10515600" cy="4784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DEEDF-A687-BD1B-F422-815637DC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D431-8454-47FF-B06C-E7174D4D7B3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18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2F2BA-4E2D-BAFF-5142-B9926EA2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 b="1" dirty="0"/>
              <a:t>PROBLEM STATEMENT OF N-QUEUES PROBLEM</a:t>
            </a: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D6CA-6FE6-6000-B3C6-F863C4D53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Place N queues on an N×N chessboard</a:t>
            </a:r>
          </a:p>
          <a:p>
            <a:r>
              <a:rPr lang="en-US" sz="2000" dirty="0"/>
              <a:t>No queue should be able to attack another</a:t>
            </a:r>
          </a:p>
          <a:p>
            <a:r>
              <a:rPr lang="en-US" sz="2000" dirty="0"/>
              <a:t>Queues attack , along rows, column</a:t>
            </a:r>
          </a:p>
        </p:txBody>
      </p:sp>
      <p:pic>
        <p:nvPicPr>
          <p:cNvPr id="6" name="Picture 5" descr="White chess pieces on a chess board">
            <a:extLst>
              <a:ext uri="{FF2B5EF4-FFF2-40B4-BE49-F238E27FC236}">
                <a16:creationId xmlns:a16="http://schemas.microsoft.com/office/drawing/2014/main" id="{C96B7AAC-08AE-C60E-8CBA-9E48240BE5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54" r="646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14522-20A3-1A78-CEAC-FC968057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8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rid&#10;&#10;AI-generated content may be incorrect.">
            <a:extLst>
              <a:ext uri="{FF2B5EF4-FFF2-40B4-BE49-F238E27FC236}">
                <a16:creationId xmlns:a16="http://schemas.microsoft.com/office/drawing/2014/main" id="{8E56CBC3-E2CC-8709-DD16-6F8D1035DE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0794D-1647-9DE9-ED65-47253FA6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STATE REPRESENTATION OF N-QUEUES PROBLEM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A6C97-6AF3-2159-BF8B-9CFEFFB2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080FF34-7932-CA54-A6DF-26B9B6363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55989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1792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blurry green and white background&#10;&#10;AI-generated content may be incorrect.">
            <a:extLst>
              <a:ext uri="{FF2B5EF4-FFF2-40B4-BE49-F238E27FC236}">
                <a16:creationId xmlns:a16="http://schemas.microsoft.com/office/drawing/2014/main" id="{0C84913B-6998-D138-BEE5-47B1866D19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3919" b="1928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94B177-B67F-E0C0-B9A1-9FD676D9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CONSTRAINTS OF N-QUEUES PROBLEM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03D50-CB78-04B1-0E13-DA2B1210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B65F04C-776D-B945-D002-ADE0AA51A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2937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560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green background&#10;&#10;AI-generated content may be incorrect.">
            <a:extLst>
              <a:ext uri="{FF2B5EF4-FFF2-40B4-BE49-F238E27FC236}">
                <a16:creationId xmlns:a16="http://schemas.microsoft.com/office/drawing/2014/main" id="{34A4F3F6-6D19-D2CC-41BE-A2C194A496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59" b="118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6C304-F0F3-906B-B777-D93E33D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 SOLUTION APPROACHES OF N-QUEUES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89AA8-4B80-EAE4-43FE-D047D789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BD16BE1-1861-A734-F397-53CD1DB44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2228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3242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F2F48-6C0B-6FF1-910C-F91C755B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solidFill>
                  <a:srgbClr val="FFFFFF"/>
                </a:solidFill>
              </a:rPr>
              <a:t> SOLUTION APPROACHES OF N-QUEUES PROBLEM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4351B-45A0-AEB4-B7DE-F52B638E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71E398F-039C-5D68-E50C-A628CE26C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00198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983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BC6D9-55BF-5CEA-37E5-87BB1849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EXAMPLE OF N-QUEUES PROBLEM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F043542-8740-2E2B-1DB2-0F848D54E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Example 8-Queens Solution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Q . . . . . . .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. . . Q . . .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. . . . . . Q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. . . . Q . .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. Q . . . . .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. . . . . Q .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Q . . . . . .</a:t>
            </a:r>
          </a:p>
          <a:p>
            <a:pPr marL="401638" indent="-401638">
              <a:buFont typeface="Wingdings" panose="05000000000000000000" pitchFamily="2" charset="2"/>
              <a:buChar char="Ø"/>
            </a:pPr>
            <a:r>
              <a:rPr lang="fr-FR" sz="2000" dirty="0"/>
              <a:t>. . . Q . . . .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A28D3-A040-8469-7F06-9F3565DD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384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869FF-E2B3-C404-BB3D-D7064BAB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APPLICATIONS OF N-QUEUES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29C7-5C97-0C14-B059-CC71C074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A94AECF-DBF3-633C-C4E9-4196B43AA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2956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574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1293F9B-599E-4871-A414-757225FA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175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B305C-1E12-7633-CA6B-F366C67D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45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A8B53C-ED2D-4081-AC0C-F87A9D4B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10480" y="6810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2C7D52B-9C2A-4BDB-89DC-A89BDB9F8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4B951A6-4FAF-4CBA-B55F-3AAD55758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C4DABFE-3395-46F4-95C0-CA58332AA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2225D9-CC2C-4D45-B90F-5EC7DD26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DC31B28-21ED-494B-BA30-31CD8F9CD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BD8A01F-C2B9-47B6-977F-15E31A8C1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562CCF-082E-4E33-BC25-3C2F3CB26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91A36DF-6DC9-4C5F-A16E-BC6DC8429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EF31D0-A584-489A-B972-96636774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706B7B1-0776-4349-9782-39E4AD4E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ECC02B0-321C-499C-AB67-2DE74D4DE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5B3F392-AC23-49B8-A36A-D93B0BD7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A72EA58-66EE-4BA2-923C-2B66CFC42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FD694-2BCA-CD86-195C-983FC36E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A4D431-8454-47FF-B06C-E7174D4D7B3F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402F7CB-FC4A-259E-3BC6-EC38BB64B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363733"/>
              </p:ext>
            </p:extLst>
          </p:nvPr>
        </p:nvGraphicFramePr>
        <p:xfrm>
          <a:off x="567950" y="2639965"/>
          <a:ext cx="10995518" cy="3536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9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1268</Words>
  <Application>Microsoft Office PowerPoint</Application>
  <PresentationFormat>Widescreen</PresentationFormat>
  <Paragraphs>192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Office Theme</vt:lpstr>
      <vt:lpstr>PowerPoint Presentation</vt:lpstr>
      <vt:lpstr>CLASSIC AI PROBLEMS ANALYSIS AND WORKING VACCUM WORLD USING SINGLE STATE Missionaries and Cannibals Problem N-Queens Problem</vt:lpstr>
      <vt:lpstr>OUTLINES OF VACCUM WORLD USING SINGLE STATE </vt:lpstr>
      <vt:lpstr>OUTLINES OF MISSIONARIES AND CANNIBALS' PROBLEM</vt:lpstr>
      <vt:lpstr>OUTLINES OF N-QUEUES PROBLEM</vt:lpstr>
      <vt:lpstr>VACCUM WORLD USING SINGLE STATE WHAT IS VAACUM WORLD</vt:lpstr>
      <vt:lpstr>COMPONENTS OF SINGLE-STATE VACCUM WORLD</vt:lpstr>
      <vt:lpstr>WORKING  OF VACCUM WORLD AGENT</vt:lpstr>
      <vt:lpstr>SPACE STATE ANALYSIS</vt:lpstr>
      <vt:lpstr>EXAMPLE OF VACCUM WORLD USING SINGLE STATE </vt:lpstr>
      <vt:lpstr>APPLICATIONS OF VACCUM WORLD USING SINGLE STATE</vt:lpstr>
      <vt:lpstr>PROBLEM STATEMENT OF MISSIONARIES AND CANNIBALS' PROBLEM</vt:lpstr>
      <vt:lpstr>STATE REPRESENTATION OF MISSIONARIES AND CANNIBALS' PROBLEM</vt:lpstr>
      <vt:lpstr>CONSTRAINTS OF MISSIONARIES AND CANNIBALS' PROBLEM</vt:lpstr>
      <vt:lpstr>SOLUTION PROCESS OF MISSIONARIES AND CANNIBALS' PROBLEM</vt:lpstr>
      <vt:lpstr>EXAMPLE OF MISSIONARIES AND CANNIBALS' PROBLEM</vt:lpstr>
      <vt:lpstr>APPLICATIONS OF MISSIONARIES AND CANNIBALS' PROBLEM</vt:lpstr>
      <vt:lpstr>PROBLEM STATEMENT OF N-QUEUES PROBLEM</vt:lpstr>
      <vt:lpstr>STATE REPRESENTATION OF N-QUEUES PROBLEM</vt:lpstr>
      <vt:lpstr>CONSTRAINTS OF N-QUEUES PROBLEM</vt:lpstr>
      <vt:lpstr> SOLUTION APPROACHES OF N-QUEUES PROBLEM</vt:lpstr>
      <vt:lpstr> SOLUTION APPROACHES OF N-QUEUES PROBLEM</vt:lpstr>
      <vt:lpstr>EXAMPLE OF N-QUEUES PROBLEM</vt:lpstr>
      <vt:lpstr>APPLICATIONS OF N-QUEUES PROBLEM</vt:lpstr>
      <vt:lpstr>CONCLUSION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shahbaz</dc:creator>
  <cp:lastModifiedBy>huzaifa shahbaz</cp:lastModifiedBy>
  <cp:revision>3</cp:revision>
  <dcterms:created xsi:type="dcterms:W3CDTF">2025-05-13T06:41:13Z</dcterms:created>
  <dcterms:modified xsi:type="dcterms:W3CDTF">2025-06-17T08:20:06Z</dcterms:modified>
</cp:coreProperties>
</file>