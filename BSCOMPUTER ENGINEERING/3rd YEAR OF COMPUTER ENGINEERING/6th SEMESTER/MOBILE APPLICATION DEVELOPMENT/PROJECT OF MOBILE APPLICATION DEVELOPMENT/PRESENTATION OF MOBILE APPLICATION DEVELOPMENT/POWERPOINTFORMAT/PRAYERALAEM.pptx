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2" r:id="rId56"/>
    <p:sldId id="313" r:id="rId57"/>
    <p:sldId id="314" r:id="rId58"/>
    <p:sldId id="31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>
      <p:cViewPr varScale="1">
        <p:scale>
          <a:sx n="65" d="100"/>
          <a:sy n="65" d="100"/>
        </p:scale>
        <p:origin x="9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C5BFB-E82A-4E91-A9B9-E50B4683A2C7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12718-2111-4B0F-91BD-3FB4D44CF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7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6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51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28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69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55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4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27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93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99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76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7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42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71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33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74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68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90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74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4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40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27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001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805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33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135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58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317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53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941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57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746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455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062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668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396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12718-2111-4B0F-91BD-3FB4D44CF3C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1929-74FE-7776-482C-F4EDFFA33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3E0EB-613B-82B1-DF4B-45E9C3A13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791BF-9293-9E0C-3BF5-1DF8D800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61AF-3A4F-091B-0049-6D3AB2F3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7AF1-2DFA-B9F1-DFB8-A7E37895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1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FF50-B3CF-8D61-8D6B-AD14E216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75AD1-9B83-D63B-CD1E-5905E2E1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76FD-FAB2-32DE-4395-48C161FEE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8847C-44B2-2AE4-8B35-81AFA7A7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15F4-88BD-B1B9-48BC-816998FD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4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FABE-B895-72CC-ACD8-AC315A55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270A9-F463-32A8-BA93-E4FF551DF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D0BC1-4592-4AD8-38E1-609891F4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0F6AE-DFD8-88B4-C841-B09413BE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7404A-060E-0AD7-FDD4-DAB1BDC6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42C3-816A-3B98-BF01-F4242C53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6D8F-DC06-7D98-D463-23F614CF0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A9417-9413-395C-EC6F-D1A3FE190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0CC8F-E372-465D-9229-BA98EA3A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F3414-DC6F-E125-06DD-36E0505A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2D502-9101-4E23-1B38-29EA8DB9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5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7806-3576-96FE-5DE3-D36BC142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4CC06-7B91-5FA4-B3ED-87206191E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FAEB0-DCB7-CBEF-2514-FA50A1680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55A49-BE82-9AAD-38A0-53EB7237D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89B8A-DCEF-8D23-A8E6-A4E03A83A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6A5035-2BC8-B6E0-7A0A-3DD552AC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51933-BEC8-CAA8-5001-CFA410C7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FCD41-4359-2E8D-87F9-38C2FF27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9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A32A-BAB7-AF31-37F7-738C24DC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D918F-FE90-CCAF-78B1-7D77CF81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39681-5B95-6BA2-8903-AB7B3692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6234C-1AED-F803-D232-972D6453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6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4FFD3-2959-B1DD-8921-B85BC2D0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E4D71-6675-7640-7BFD-3C9C0F55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21CB4-45B0-BE5A-D6C0-12EE630B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7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B8C3-6F34-7BF7-DB0E-410F0A80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85413-61D9-10EA-6F8D-159F2675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6F062-A068-8495-63C5-6544054ED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A8CDB-9D82-6116-DF72-CF7A30A6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6AEC7-9938-A0EA-E802-5C137A59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04103-68B0-E8C2-A431-FBB31466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6E91-B852-F012-7224-AE32B7C9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48D1B-2C8F-D9C8-0902-B98231D06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43414-2004-5210-187C-203CEFCEB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B86A-5968-6F04-B675-AB191A4B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3FE8-6747-CCA0-77C5-68C47DDE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7A8DB-11EA-6D52-BB92-2CA1CAF4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0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2216-F52A-2A09-946B-42DC8AAC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0AF5E-8DDB-1C68-0628-496B80B8A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8D82-D8B0-F3C2-A5D1-E9487BB2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AF489-02AF-B7E4-FA28-98CB6713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753A5-239D-B108-D815-A4D001E1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3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10A29-FA8D-3D97-C51C-5C894770A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72E9-5A6E-9D39-F828-23ABDCA5B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D0A63-A894-97F4-F1B4-E0422C47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5FFBF-F4CD-ED2E-AA18-C404EAD36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775A-C06A-514A-C465-2B20BB3D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2CA40-EDAE-AE65-DD37-10F76F89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11B3E-D4D3-19B6-0EE2-D3B4B0DC5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1972F-614D-7A20-7D9E-5DD128788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E60DF-A544-4A2E-9FBD-E9D497FBC58B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5C304-AE8D-27F8-99BC-0E324A634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BA2E5-6DC4-5430-000D-23475D261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666AC-470E-4948-ACF3-117078BE8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9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B7E980-8FC1-D5F3-2DC3-D021FAC7B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6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0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A2B5-BB59-7B77-CBA9-E2D831131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439056"/>
          </a:xfrm>
        </p:spPr>
        <p:txBody>
          <a:bodyPr>
            <a:noAutofit/>
          </a:bodyPr>
          <a:lstStyle/>
          <a:p>
            <a:r>
              <a:rPr lang="en-US" sz="10300" b="1" dirty="0"/>
              <a:t>PRAYER ALARM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94A9D-899F-8676-FDA8-9EDCDDB6F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89351"/>
            <a:ext cx="12192000" cy="586864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0700" b="1" dirty="0"/>
              <a:t>PRESENTED BY:</a:t>
            </a:r>
          </a:p>
          <a:p>
            <a:pPr algn="l"/>
            <a:r>
              <a:rPr lang="en-US" sz="15400" dirty="0"/>
              <a:t>HUZAIFA SHAHBAZ                     21-CE-009</a:t>
            </a:r>
          </a:p>
        </p:txBody>
      </p:sp>
    </p:spTree>
    <p:extLst>
      <p:ext uri="{BB962C8B-B14F-4D97-AF65-F5344CB8AC3E}">
        <p14:creationId xmlns:p14="http://schemas.microsoft.com/office/powerpoint/2010/main" val="26141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2F98-34F1-6B6F-6FBE-7129B80E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/>
              <a:t>OUTLINES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0AEA9-A1AD-C7CB-73DC-63B21F752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9627"/>
            <a:ext cx="12296931" cy="6288372"/>
          </a:xfrm>
        </p:spPr>
        <p:txBody>
          <a:bodyPr>
            <a:normAutofit/>
          </a:bodyPr>
          <a:lstStyle/>
          <a:p>
            <a:r>
              <a:rPr lang="en-US" sz="5400" dirty="0"/>
              <a:t>Abstract</a:t>
            </a:r>
          </a:p>
          <a:p>
            <a:r>
              <a:rPr lang="en-US" sz="5400" dirty="0"/>
              <a:t>Introduction</a:t>
            </a:r>
          </a:p>
          <a:p>
            <a:r>
              <a:rPr lang="en-US" sz="5400" dirty="0"/>
              <a:t>Objective</a:t>
            </a:r>
          </a:p>
          <a:p>
            <a:r>
              <a:rPr lang="en-US" sz="5400" dirty="0"/>
              <a:t>Problem Statement</a:t>
            </a:r>
          </a:p>
          <a:p>
            <a:r>
              <a:rPr lang="en-US" sz="5400" dirty="0"/>
              <a:t>Expected Outcome</a:t>
            </a:r>
          </a:p>
          <a:p>
            <a:r>
              <a:rPr lang="en-US" sz="5400" dirty="0"/>
              <a:t>Components Used</a:t>
            </a:r>
          </a:p>
          <a:p>
            <a:r>
              <a:rPr lang="en-US" sz="5400" dirty="0"/>
              <a:t>Android Studio Jellyfish</a:t>
            </a:r>
          </a:p>
          <a:p>
            <a:pPr marL="0" indent="0">
              <a:buNone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3301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31CA-74AC-90BB-2D7C-C92D2F7D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94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OUTLINES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AA4A-B658-D08C-4B25-7F62E3B31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74557"/>
            <a:ext cx="12191999" cy="6183442"/>
          </a:xfrm>
        </p:spPr>
        <p:txBody>
          <a:bodyPr>
            <a:normAutofit/>
          </a:bodyPr>
          <a:lstStyle/>
          <a:p>
            <a:r>
              <a:rPr lang="en-US" dirty="0"/>
              <a:t>AVD Emulator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XML IN LINEAR LAYOUT</a:t>
            </a:r>
          </a:p>
          <a:p>
            <a:r>
              <a:rPr lang="en-US" dirty="0"/>
              <a:t>Functional Requirements</a:t>
            </a:r>
          </a:p>
          <a:p>
            <a:r>
              <a:rPr lang="en-US" dirty="0"/>
              <a:t>Non-Functional Requirements</a:t>
            </a:r>
          </a:p>
          <a:p>
            <a:r>
              <a:rPr lang="en-US" dirty="0"/>
              <a:t>Main Activities of prayer and Codes</a:t>
            </a:r>
          </a:p>
          <a:p>
            <a:r>
              <a:rPr lang="en-US" dirty="0"/>
              <a:t>Multiplies Activities and Intent and Codes</a:t>
            </a:r>
          </a:p>
          <a:p>
            <a:r>
              <a:rPr lang="en-US" dirty="0"/>
              <a:t>LIST VIEW AND ARRAY ADAPTER AND CODES</a:t>
            </a:r>
          </a:p>
          <a:p>
            <a:r>
              <a:rPr lang="en-US" dirty="0"/>
              <a:t>LIST VIEW AND BASE ADAPTER AND CODES</a:t>
            </a:r>
          </a:p>
          <a:p>
            <a:r>
              <a:rPr lang="en-US" dirty="0"/>
              <a:t>SHARED PREFERENCES</a:t>
            </a:r>
          </a:p>
          <a:p>
            <a:r>
              <a:rPr lang="en-US" dirty="0"/>
              <a:t>VIEW PAGER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8623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762F-06FE-E3A0-DDE6-28018B2E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94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CD99C-59A0-0C5C-15B9-C3439A6E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9508"/>
            <a:ext cx="12192000" cy="6108492"/>
          </a:xfrm>
        </p:spPr>
        <p:txBody>
          <a:bodyPr>
            <a:normAutofit fontScale="92500"/>
          </a:bodyPr>
          <a:lstStyle/>
          <a:p>
            <a:r>
              <a:rPr lang="en-US" sz="48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An app called Prayer Alarm is presented as a way for Muslim people to remember to pray every day even when they have a lot of work to do.</a:t>
            </a:r>
          </a:p>
          <a:p>
            <a:r>
              <a:rPr lang="en-US" sz="48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By utilizing personalized alerts and inspirational elements, it seeks to promote spiritual awareness in addition to intellectual endeavors. </a:t>
            </a:r>
            <a:endParaRPr lang="en-US" sz="4800" dirty="0">
              <a:solidFill>
                <a:srgbClr val="000000"/>
              </a:solidFill>
              <a:latin typeface="+mj-lt"/>
              <a:ea typeface="Calibri" panose="020F0502020204030204" pitchFamily="34" charset="0"/>
            </a:endParaRPr>
          </a:p>
          <a:p>
            <a:r>
              <a:rPr lang="en-US" sz="48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The project aims to improve consumers' overall well-being while satisfying a technological requirement.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12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C1D7-6F77-23ED-B31C-1D4EC360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54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DBB5-2C72-E05E-7463-C742FA5CB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5406"/>
            <a:ext cx="12191999" cy="6002594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It can be difficult to recall daily prayers in our hectic academic lives.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 approachable smartphone app to remind students of prayer times is provided by the Prayer Alarm initiative as a remedy. </a:t>
            </a:r>
            <a:endParaRPr lang="en-US" sz="4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It encourages spiritual mindfulness in addition to academic endeavors with its motivational elements and individualized notifications. 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Our goal is to develop a product that enhances users' overall wellbeing while also meeting a technological necessity.</a:t>
            </a:r>
            <a:endParaRPr lang="en-US" sz="4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kern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Come along with us as we set out to balance spiritual commitment with academic excellence.</a:t>
            </a:r>
          </a:p>
          <a:p>
            <a:pPr marL="0" indent="0">
              <a:buNone/>
            </a:pPr>
            <a:endParaRPr lang="en-US" sz="3600" kern="1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5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54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fontScale="92500"/>
          </a:bodyPr>
          <a:lstStyle/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The Prayer Alarm project aims to create a mobile application that serves as a reminder for students to pray every day, promoting spiritual attention in the midst of academic obligations.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It strives to encourage regularity in prayer practice with features that are adjustable for notifications and motivation.</a:t>
            </a:r>
            <a:endParaRPr lang="en-US" sz="4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The goal of the initiative is to give students a tool that fits in well with their daily routines and helps them better manage their time between spirituality and academic brilliance.</a:t>
            </a:r>
          </a:p>
          <a:p>
            <a:r>
              <a:rPr lang="en-US" sz="4000" kern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Through tackling the difficulty of recalling prayers, it seeks to enhance users' overall health and spiritual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54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The challenge of students remembering daily prayers in the middle of busy academic schedules is the issue that the Prayer Alarm project attempts to solve.</a:t>
            </a:r>
          </a:p>
          <a:p>
            <a:r>
              <a:rPr lang="en-US" sz="3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As a result, spiritual obligations are neglected and there is inconsistency. </a:t>
            </a:r>
            <a:endParaRPr lang="en-US" sz="36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Reminder systems that are already in use frequently lack personalization and struggle to fit in with students' daily routines.</a:t>
            </a:r>
          </a:p>
          <a:p>
            <a:r>
              <a:rPr lang="en-US" sz="3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As a result, a lot of students find it difficult to keep a healthy balance between their spiritual and intellectual endeavors. </a:t>
            </a:r>
            <a:endParaRPr lang="en-US" sz="36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3600" kern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By offering a user-friendly solution that is customized to meet the needs of Muslim’s people, The Prayer Alarm aims to close this gap and promote a harmonious integration of academic and spiritual life.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170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Muslim Students who participate in the Prayer Alarm initiative should be equipped to continue praying every day in a deliberate and regular manner. 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Muslim Students will find it easier to fit their spiritual responsibilities into their hectic academic schedules by using the application.</a:t>
            </a:r>
            <a:endParaRPr lang="en-US" sz="4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Increased spiritual contentment, better time management abilities, and a better feeling of balance between one's personal and academic lives are expected outcomes of this.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 the end, the Prayer Alarm hopes to support students' overall wellbeing by encouraging a closer relationship with their faith while they work toward their academic objectives.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326348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Components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lnSpcReduction="10000"/>
          </a:bodyPr>
          <a:lstStyle/>
          <a:p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The components used in prayer alarm system are</a:t>
            </a:r>
          </a:p>
          <a:p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 studio Iguana</a:t>
            </a:r>
            <a:endParaRPr lang="en-US" sz="8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AVD Emulator</a:t>
            </a:r>
          </a:p>
          <a:p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</a:t>
            </a:r>
          </a:p>
          <a:p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Linear layout in XML</a:t>
            </a:r>
            <a:endParaRPr lang="en-US" sz="49600" dirty="0"/>
          </a:p>
        </p:txBody>
      </p:sp>
    </p:spTree>
    <p:extLst>
      <p:ext uri="{BB962C8B-B14F-4D97-AF65-F5344CB8AC3E}">
        <p14:creationId xmlns:p14="http://schemas.microsoft.com/office/powerpoint/2010/main" val="261165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Android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fontScale="92500" lnSpcReduction="20000"/>
          </a:bodyPr>
          <a:lstStyle/>
          <a:p>
            <a:r>
              <a:rPr lang="en-US" sz="4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 Studio is the main integrated development environment (IDE) for creating Android apps, and it is based on IntelliJ IDEA. </a:t>
            </a:r>
          </a:p>
          <a:p>
            <a:r>
              <a:rPr lang="en-US" sz="4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It provides an extensive toolkit for creating, writing, testing, and debugging Android apps.</a:t>
            </a:r>
            <a:endParaRPr lang="en-US" sz="41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It simplifies the app creation process with features like visual layout editor, code completion, and easy connection with the Android SDK.</a:t>
            </a:r>
          </a:p>
          <a:p>
            <a:r>
              <a:rPr lang="en-US" sz="4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Developers are able to test programs on a variety of virtual devices thanks to its powerful emulator. </a:t>
            </a:r>
            <a:endParaRPr lang="en-US" sz="41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100" kern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Multiple programming languages, such as Java and Kotlin, are supported by Android Studio, enabling developers to construct inventive and feature-rich Android apps.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1309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AVD Emulator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fontScale="92500" lnSpcReduction="10000"/>
          </a:bodyPr>
          <a:lstStyle/>
          <a:p>
            <a:r>
              <a:rPr lang="en-US" sz="35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Without requiring actual devices, Android applications can be tested in a virtual environment with the help of the Android Virtual Device (AVD) emulator.</a:t>
            </a:r>
          </a:p>
          <a:p>
            <a:r>
              <a:rPr lang="en-US" sz="35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Different device configurations, including screen size, resolution, and Android version, can be simulated by developers.</a:t>
            </a:r>
            <a:endParaRPr lang="en-US" sz="35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35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 ensure compatibility and dependability, developers can test an alarm's performance across several virtual devices using the AVD emulator when creating a prayer alarm app. </a:t>
            </a:r>
          </a:p>
          <a:p>
            <a:r>
              <a:rPr lang="en-US" sz="35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It improves the overall performance of the program by making debugging and fine-tuning its behavior under various circumstances easier. </a:t>
            </a:r>
            <a:endParaRPr lang="en-US" sz="35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3500" kern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Because it offers a handy platform for iterative testing and improvement of the prayer alarm app, the AVD emulator speeds up the development process.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69497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 classes and methods can be used to construct a prayer alarm that manages event scheduling and triggers at certain periods. 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With classes like as `Timer` or `</a:t>
            </a:r>
            <a:r>
              <a:rPr lang="en-US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ScheduledExecutorService</a:t>
            </a:r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`, programmers can configure recurring tasks to trigger the alert.</a:t>
            </a:r>
            <a:endParaRPr lang="en-US" sz="32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User interactions and audio playback may require integration with platform-specific APIs.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Furthermore, the integration of date and time utilities facilitates the accurate scheduling of alarms for prayer.</a:t>
            </a:r>
            <a:endParaRPr lang="en-US" sz="32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By addressing any mistakes that might arise during the setup or operation of an alarm, exception handling guarantees dependability. </a:t>
            </a:r>
          </a:p>
          <a:p>
            <a:r>
              <a:rPr lang="en-US" sz="3200" kern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Finally, when developing a Java-based prayer alarm application, modular design and encapsulation facilitate code readability and maintainability.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46392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XML IN LINEAR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The prayer alarm user interface (UI) can be organized in XML with a Linear Layout, featuring views for selecting the time, alarm setting toggles, and customization options.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Within the linear layout, attributes such as `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layout_width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} and `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layout_height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} dictate the dimensions and orientation of views.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Users can set alarm times and enable/disable alarms with widgets like Time Picker and Switch.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Furthermore, Text-Views have the ability to name UI elements, assisting users in setting up alarms.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Buttons can initiate actions such as saving alarm settings or closing the alarm configuration screen by using the {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onClick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} properties.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Last but not least, setting {orientation} to "vertical" guarantees a layout that is stacked vertically, making it easier for users to interact with the prayer alarm interface.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5881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 Setting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CUSTOMIZATION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REPEAT OPTIONS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SNOOZE FUNCTIONALITY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SLIENT MODE HANDLING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AUTOMATIC TIMEZONE ADJUSTMENT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NOTIFICATION HANDLING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ACCESSIBILITY FEATURES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INTEGRATION WITH CALENDAR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BACKUP AND RESTORE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MULTIPLE LANGUAGE SUPPORT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OFFLINE FUNCTIONALITY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2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lnSpcReduction="10000"/>
          </a:bodyPr>
          <a:lstStyle/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PERFORMANCE</a:t>
            </a: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REALIABILITY</a:t>
            </a:r>
            <a:endParaRPr lang="en-US" sz="4000" b="1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USABILITY</a:t>
            </a: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ACCESSIBILITY</a:t>
            </a:r>
            <a:endParaRPr lang="en-US" sz="4000" b="1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Security</a:t>
            </a: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Compatibility</a:t>
            </a:r>
            <a:endParaRPr lang="en-US" sz="4000" b="1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Maintainability</a:t>
            </a: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Availability</a:t>
            </a:r>
            <a:endParaRPr lang="en-US" sz="4000" b="1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Efficiency</a:t>
            </a:r>
          </a:p>
          <a:p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Localization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128114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Main Activities and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/>
          </a:bodyPr>
          <a:lstStyle/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The Prayer Alarm app accommodates a variety of religious customs by providing a customized reminder for prayer times. </a:t>
            </a:r>
            <a:endParaRPr lang="en-US" sz="3200" b="1" kern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By providing their location and religious affiliation, users enable the app to generate precise prayer schedules.</a:t>
            </a:r>
            <a:endParaRPr lang="en-US" sz="3200" b="1" kern="0" dirty="0">
              <a:solidFill>
                <a:srgbClr val="000000"/>
              </a:solidFill>
              <a:effectLst/>
              <a:ea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With features like silent mode for subtle reminders, the app makes sure that prayer routines are followed without interfering. </a:t>
            </a:r>
            <a:endParaRPr lang="en-US" sz="3200" b="1" kern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Within the app, users can access additional resources including prayer guides and religious texts.</a:t>
            </a:r>
            <a:endParaRPr lang="en-US" sz="3200" b="1" kern="0" dirty="0">
              <a:solidFill>
                <a:srgbClr val="000000"/>
              </a:solidFill>
              <a:effectLst/>
              <a:ea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By allowing users to interact with other believers and exchange prayer experiences, it promotes a sense of community.</a:t>
            </a:r>
            <a:endParaRPr lang="en-US" sz="3200" b="1" kern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en-US" sz="32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All in all, Prayer Alarm's smooth interface and extensive features encourage spiritual discipline and attentiveness.</a:t>
            </a:r>
            <a:endParaRPr lang="en-US" sz="3200" kern="1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011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Main Activities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android.app.PendingIntent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android.os.Bundle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android.widget.Button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android.widget.EditText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android.widget.TextView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androidx.appcompat.app.AppCompatActivity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java.util.Calendar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MainActivity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AppCompatActivity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EditText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editTextTime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Button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TextView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6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protected void </a:t>
            </a:r>
            <a:r>
              <a:rPr lang="en-US" sz="16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onCreate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Bundle savedInstanceState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super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.onCreate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savedInstanceState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setContentView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activity_main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editTextTime</a:t>
            </a:r>
            <a:r>
              <a:rPr lang="en-US" sz="16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editTextTime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6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6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33989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Main Activities(Continued)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getSystemService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ALARM_SERVICE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.setOnClickListener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-&gt; 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void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time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editTextTime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().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toString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.isEmpty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"Please enter a time"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.split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r>
              <a:rPr lang="en-US" sz="1800" dirty="0">
                <a:solidFill>
                  <a:srgbClr val="067D17"/>
                </a:solidFill>
                <a:effectLst/>
                <a:highlight>
                  <a:srgbClr val="EDFCED"/>
                </a:highlight>
                <a:ea typeface="Calibri" panose="020F0502020204030204" pitchFamily="34" charset="0"/>
              </a:rPr>
              <a:t>: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!=</a:t>
            </a:r>
            <a:r>
              <a:rPr lang="en-US" sz="18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"Invalid time format"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parseInt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parseInt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catch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NumberFormatException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1579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Main Activities(Continued)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39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"Invalid time format"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3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 calendar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getInstance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HOUR_OF_DAY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SECOND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39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intent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3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new 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Intent(</a:t>
            </a:r>
            <a:r>
              <a:rPr lang="en-US" sz="39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class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 </a:t>
            </a:r>
            <a:r>
              <a:rPr lang="en-US" sz="3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.setExact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RTC_WAKEUP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.getTimeInMillis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(),</a:t>
            </a:r>
            <a:r>
              <a:rPr lang="en-US" sz="3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.setText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</a:t>
            </a:r>
            <a:r>
              <a:rPr lang="en-US" sz="39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for"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3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39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for"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3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3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3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3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84591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XML CODE OF Main Activities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&lt;?</a:t>
            </a:r>
            <a:r>
              <a:rPr lang="en-US" sz="1800" dirty="0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 version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="1.0" </a:t>
            </a:r>
            <a:r>
              <a:rPr lang="en-US" sz="1800" dirty="0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encoding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="utf-8"</a:t>
            </a:r>
            <a:r>
              <a:rPr lang="en-US" sz="18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?&gt;</a:t>
            </a:r>
            <a:br>
              <a:rPr lang="en-US" sz="18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</a:t>
            </a:r>
            <a:r>
              <a:rPr lang="en-US" sz="18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LinearLayout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tools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="http://schemas.android.com/tools"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apk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/res/android"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app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apk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/res-auto"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:orientation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="vertical"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&gt;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18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EditText</a:t>
            </a:r>
            <a:endParaRPr lang="en-US" sz="1800" dirty="0">
              <a:solidFill>
                <a:srgbClr val="0033B3"/>
              </a:solidFill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editTextTime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wrap_content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:hint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="Enter prayer time(HH:MM)"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:inputType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="time"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/&gt;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Button</a:t>
            </a:r>
            <a:b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wrap_content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:text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="Set Alarm"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/&gt;</a:t>
            </a:r>
            <a:b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049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XML CODE OF Main Activities(Continued)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922"/>
            <a:ext cx="12192000" cy="61500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TextView</a:t>
            </a:r>
            <a:b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:id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="@+id/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textViewStatus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match_parent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wrap_content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:text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=""</a:t>
            </a:r>
            <a:b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:padding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="16dp"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575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Alarm Receiver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android.content.BroadcastReceiver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android.media.RingtoneManager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android.net.Uri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BroadcastReceiver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onReceive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Uri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TYPE_ALARM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TYPE_NOTIFICATION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 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RingtoneManager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getRingtone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alarmUri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524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OUTPUT OF MAIN ACTIVITY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7B0661-5AEB-F7B1-E667-AE0CAB406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9445" y="736179"/>
            <a:ext cx="2753109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92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MULTIPLE ACTIVITES AND INTENTS AND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 fontScale="92500" lnSpcReduction="10000"/>
          </a:bodyPr>
          <a:lstStyle/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The Prayer Alarm app is a flexible tool for spiritual practice that easily incorporates a number of different activities.</a:t>
            </a:r>
          </a:p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It enables users to program personalized alarms for prayer times, with uplifting messages and subdued reminders to promote regular devotion.</a:t>
            </a:r>
            <a:endParaRPr lang="en-US" sz="3600" kern="0" dirty="0">
              <a:ea typeface="Times New Roman" panose="02020603050405020304" pitchFamily="18" charset="0"/>
            </a:endParaRPr>
          </a:p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Users can easily move through a variety of prayer routines and access materials like scripture readings and meditation prompts thanks to the user-friendly interface.</a:t>
            </a:r>
          </a:p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In order to ensure accuracy and inclusivity, the app also provides insights into prayer schedules based on geographic location and religious preferences.</a:t>
            </a:r>
            <a:endParaRPr lang="en-US" sz="3600" kern="0" dirty="0">
              <a:ea typeface="Times New Roman" panose="02020603050405020304" pitchFamily="18" charset="0"/>
            </a:endParaRPr>
          </a:p>
          <a:p>
            <a:r>
              <a:rPr lang="en-US" sz="36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In general, it helps people develop a closer spiritual bond and gives them the tools to practice mindfulness and devotion every day.</a:t>
            </a:r>
            <a:endParaRPr lang="en-US" sz="3600" kern="1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3600" kern="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989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JAVA CODE OF MAIN ACTIVITY INTENT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android.app.AlarmManager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android.app.PendingIntent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android.os.Bundle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android.widget.Button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android.widget.TextView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android.widget.TimePicker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androidx.appcompat.app.AppCompatActivity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com.huzaifashahbaz.prayeralaramapp.AlarmReceiver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com.huzaifashahbaz.prayeralaramapp.R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java.util.Calendar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MainActivity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AppCompatActivity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Button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TextView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protected void </a:t>
            </a:r>
            <a:r>
              <a:rPr lang="en-US" sz="20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onCreate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Bundle savedInstanceState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super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.onCreate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savedInstanceState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endParaRPr lang="en-US" sz="2000" dirty="0">
              <a:solidFill>
                <a:srgbClr val="9E880D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416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JAVA CODE OF MAIN ACTIVITY INTENT(Continued)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setContentView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activity_mainintent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getSystemService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ALARM_SERVICE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.setOnClickListener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 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-&gt; 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void </a:t>
            </a:r>
            <a:r>
              <a:rPr lang="en-US" sz="19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.getCurrentHour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.getCurrentMinute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 calendar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getInstance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HOUR_OF_DAY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SECOND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intent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new 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Intent(</a:t>
            </a: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class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getBroadcast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FLAG_UPDATE_CURRENT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.setExact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RTC_WAKEUP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.getTimeInMillis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(),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alarmTime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format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"%02d:%02d"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</a:t>
            </a:r>
            <a:r>
              <a:rPr lang="en-US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.setText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for"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alarmTime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9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9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for"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9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9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9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9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</a:t>
            </a:r>
            <a:endParaRPr lang="en-US" sz="2000" dirty="0">
              <a:solidFill>
                <a:srgbClr val="9E880D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341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XML CODE OF MAIN ACTIVITY INTENT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&lt;?</a:t>
            </a:r>
            <a:r>
              <a:rPr lang="en-US" sz="2000" dirty="0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 version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="1.0" </a:t>
            </a:r>
            <a:r>
              <a:rPr lang="en-US" sz="2000" dirty="0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encoding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="utf-8"</a:t>
            </a:r>
            <a:r>
              <a:rPr lang="en-US" sz="20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?&gt;</a:t>
            </a:r>
            <a:br>
              <a:rPr lang="en-US" sz="20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LinearLayout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apk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/res/android"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tools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="http://schemas.android.com/tools"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app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apk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/res-auto"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:orientation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="vertical"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&gt;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TimePicker</a:t>
            </a:r>
            <a:b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wrap_content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:layout_gravity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center_horizontal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:layout_marginBottom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="20dp"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:timePickerMode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="spinner"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/&gt;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Button</a:t>
            </a:r>
            <a:b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wrap_content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:text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="Set Alarm"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/&gt;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TextView</a:t>
            </a:r>
            <a:b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endParaRPr lang="en-US" sz="2400" dirty="0">
              <a:solidFill>
                <a:srgbClr val="9E880D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23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088106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/>
              <a:t>XML CODE OF MAIN ACTIVITY INTENT(Continued)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8107"/>
            <a:ext cx="12192000" cy="46797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match_paren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wrap_conten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:text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=""</a:t>
            </a:r>
            <a:b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:padding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="16dp"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kumimoji="0" lang="en-US" altLang="en-US" sz="65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kumimoji="0" lang="en-US" altLang="en-US" sz="65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5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7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259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Alarm Receiver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android.content.BroadcastReceiver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android.media.RingtoneManager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android.net.Uri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BroadcastReceiver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onReceive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Uri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TYPE_ALARM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TYPE_NOTIFICATION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 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RingtoneManager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getRingtone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alarmUri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26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OUTPUT OF INTENT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807464-160F-4DED-6DF8-DF5509E2E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9445" y="717126"/>
            <a:ext cx="2753109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11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LIST VIEW AND BASE ADAPTER AND CODES</a:t>
            </a:r>
            <a:endParaRPr lang="en-US" sz="11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 fontScale="92500" lnSpcReduction="20000"/>
          </a:bodyPr>
          <a:lstStyle/>
          <a:p>
            <a:r>
              <a:rPr lang="en-US" sz="4400" kern="0" dirty="0">
                <a:effectLst/>
                <a:ea typeface="Times New Roman" panose="02020603050405020304" pitchFamily="18" charset="0"/>
              </a:rPr>
              <a:t>An Android UI element called a List View shows a list of scrollable elements arranged vertically. </a:t>
            </a:r>
            <a:endParaRPr lang="en-US" sz="4400" kern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en-US" sz="4400" kern="0" dirty="0">
                <a:effectLst/>
                <a:ea typeface="Times New Roman" panose="02020603050405020304" pitchFamily="18" charset="0"/>
              </a:rPr>
              <a:t>Developers can specify how data is shown by creating custom adapters for List Views using the Base-Adapter abstract class. </a:t>
            </a:r>
            <a:endParaRPr lang="en-US" sz="4400" kern="0" dirty="0">
              <a:solidFill>
                <a:srgbClr val="000000"/>
              </a:solidFill>
              <a:effectLst/>
              <a:ea typeface="Times New Roman" panose="02020603050405020304" pitchFamily="18" charset="0"/>
            </a:endParaRPr>
          </a:p>
          <a:p>
            <a:r>
              <a:rPr lang="en-US" sz="4400" kern="0" dirty="0">
                <a:effectLst/>
                <a:ea typeface="Times New Roman" panose="02020603050405020304" pitchFamily="18" charset="0"/>
              </a:rPr>
              <a:t>A Base-Adapter can be used to alter the appearance and functionality of each item in an alarm clock app, such as the prayer time display and alarm setting capabilities.</a:t>
            </a:r>
            <a:endParaRPr lang="en-US" sz="4400" kern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en-US" sz="4400" kern="0" dirty="0">
                <a:effectLst/>
                <a:ea typeface="Times New Roman" panose="02020603050405020304" pitchFamily="18" charset="0"/>
              </a:rPr>
              <a:t>A List View can present a list of prayer times.</a:t>
            </a:r>
            <a:endParaRPr lang="en-US" sz="4400" kern="0" dirty="0">
              <a:solidFill>
                <a:srgbClr val="000000"/>
              </a:solidFill>
              <a:effectLst/>
              <a:ea typeface="Times New Roman" panose="02020603050405020304" pitchFamily="18" charset="0"/>
            </a:endParaRPr>
          </a:p>
          <a:p>
            <a:r>
              <a:rPr lang="en-US" sz="4400" kern="0" dirty="0">
                <a:effectLst/>
                <a:ea typeface="Times New Roman" panose="02020603050405020304" pitchFamily="18" charset="0"/>
              </a:rPr>
              <a:t>This combination makes it easier to manage alarms and prayer routines with an intuitive interface.</a:t>
            </a:r>
            <a:endParaRPr lang="en-US" sz="4400" kern="1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4400" kern="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77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 CODE OF LIST VIEW AND BASE ADAPTER</a:t>
            </a:r>
            <a:endParaRPr lang="en-US" sz="11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BASEADAPTERANDLISTVIEW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android.annotation.</a:t>
            </a:r>
            <a:r>
              <a:rPr lang="en-US" sz="1600" dirty="0" err="1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SuppressLint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android.app.PendingIntent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android.os.Bundle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android.widget.Button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android.widget.ListView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android.widget.TextView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androidx.appcompat.app.AppCompatActivity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com.huzaifashahbaz.prayeralaramapp.R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java.util.Calendar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MainActivity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AppCompatActivity</a:t>
            </a:r>
            <a:b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ListView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listViewPrayers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Button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TextView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PrayerTimeAdapter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adapter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[]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6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{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"3:20"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"12:05"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"5:03"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"7:11"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"8:52"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6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protected void </a:t>
            </a:r>
            <a:r>
              <a:rPr lang="en-US" sz="16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onCreate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Bundle savedInstanceState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super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.onCreate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savedInstanceState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setContentView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activity_main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listViewPrayers</a:t>
            </a:r>
            <a:r>
              <a:rPr lang="en-US" sz="16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listViewPrayers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</a:t>
            </a:r>
            <a:endParaRPr lang="en-US" sz="1600" kern="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 CODE OF LIST VIEW AND BASE ADAPTER(Continued)</a:t>
            </a:r>
            <a:endParaRPr lang="en-US" sz="8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getSystemService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ALARM_SERVICE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adapter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new 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PrayerTimeAdapter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listViewPrayers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.setAdapter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adapter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.setOnClickListener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-&gt; 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void </a:t>
            </a:r>
            <a:r>
              <a:rPr lang="en-US" sz="20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selectedTime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adapter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.getSelectedTime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selectedTime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null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"Please select a prayer time"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[]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selectedTime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.split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r>
              <a:rPr lang="en-US" sz="2000" dirty="0">
                <a:solidFill>
                  <a:srgbClr val="067D17"/>
                </a:solidFill>
                <a:effectLst/>
                <a:highlight>
                  <a:srgbClr val="EDFCED"/>
                </a:highlight>
                <a:ea typeface="Calibri" panose="020F0502020204030204" pitchFamily="34" charset="0"/>
              </a:rPr>
              <a:t>: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Integer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parseInt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sz="20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Integer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parseInt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timeParts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sz="20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getInstance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HOUR_OF_DAY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SECOND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new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Intent(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class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getBroadcast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FLAG_UPDATE_CURRENT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lang="en-US" sz="1600" kern="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21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 CODE OF LIST VIEW AND BASE ADAPTER(Continued)</a:t>
            </a:r>
            <a:endParaRPr lang="en-US" sz="8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.setExact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4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RTC_WAKEUP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.getTimeInMillis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(), </a:t>
            </a:r>
            <a:r>
              <a:rPr lang="en-US" sz="4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4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.setText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4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for " 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selectedTime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4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4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4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for " 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selectedTime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4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</a:t>
            </a:r>
            <a:endParaRPr lang="en-US" sz="1600" kern="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311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ea typeface="Calibri" panose="020F0502020204030204" pitchFamily="34" charset="0"/>
              </a:rPr>
              <a:t>XML</a:t>
            </a:r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CODE OF LIST VIEW AND BASE ADAPTER</a:t>
            </a:r>
            <a:endParaRPr lang="en-US" sz="8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&lt;?</a:t>
            </a:r>
            <a:r>
              <a:rPr lang="en-US" sz="2000" dirty="0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 version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="1.0" </a:t>
            </a:r>
            <a:r>
              <a:rPr lang="en-US" sz="2000" dirty="0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encoding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="utf-8"</a:t>
            </a:r>
            <a:r>
              <a:rPr lang="en-US" sz="20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?&gt;</a:t>
            </a:r>
            <a:br>
              <a:rPr lang="en-US" sz="2000" i="1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&lt;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LinearLayout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apk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/res/android"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tools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="http://schemas.android.com/tools"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xmlns: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app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="http://schemas.android.com/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apk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/res-auto"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:orientation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="vertical"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&gt;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2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ListView</a:t>
            </a:r>
            <a:b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listViewPrayers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="0dp"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:layout_weight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/&gt;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Button</a:t>
            </a:r>
            <a:b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buttonSetAlarm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20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:layout_width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match_parent</a:t>
            </a:r>
            <a: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“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:layout_height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wrap_content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:text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="Set Alarm"</a:t>
            </a: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:padding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="16dp"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/&gt;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&lt;</a:t>
            </a:r>
            <a:r>
              <a:rPr lang="en-US" sz="18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TextView</a:t>
            </a:r>
            <a:b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effectLst/>
                <a:ea typeface="Calibri" panose="020F0502020204030204" pitchFamily="34" charset="0"/>
              </a:rPr>
              <a:t>:id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="@+id/</a:t>
            </a:r>
            <a:r>
              <a:rPr lang="en-US" sz="18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textViewStatus</a:t>
            </a: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“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 </a:t>
            </a:r>
            <a:br>
              <a:rPr lang="en-US" sz="2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</a:br>
            <a:endParaRPr lang="en-US" sz="1800" kern="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0EE196-2D2F-49B8-B2F7-BD48DE65F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70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ea typeface="Calibri" panose="020F0502020204030204" pitchFamily="34" charset="0"/>
              </a:rPr>
              <a:t>XML</a:t>
            </a:r>
            <a:r>
              <a:rPr lang="en-US" sz="40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CODE OF LIST VIEW AND BASE ADAPTER(Continued)</a:t>
            </a:r>
            <a:endParaRPr lang="en-US" sz="8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B7AF91-B823-496F-B8BE-EF95C4426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7922"/>
            <a:ext cx="1206418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match_parent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        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wrap_content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:text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=""</a:t>
            </a:r>
            <a:b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andrzoid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:padding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="16dp"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kumimoji="0" lang="en-US" altLang="en-US" sz="6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617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Alarm Receiver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android.content.BroadcastReceiver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android.media.RingtoneManager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android.net.Uri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BroadcastReceiver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onReceive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Uri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TYPE_ALARM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TYPE_NOTIFICATION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 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RingtoneManager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getRingtone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alarmUri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857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JAVA CODE OF </a:t>
            </a:r>
            <a:r>
              <a:rPr lang="en-US" sz="4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PRAYERTIMEADAPTER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BASEADAPTERANDLISTVIEW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android.view.LayoutInflater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android.view.View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android.view.ViewGroup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android.widget.BaseAdapter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android.widget.RadioButton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android.widget.TextView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com.huzaifashahbaz.prayeralaramapp.R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PrayerTimeAdapter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BaseAdapter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[]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int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selectedPosition</a:t>
            </a:r>
            <a:r>
              <a:rPr lang="en-US" sz="18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-</a:t>
            </a:r>
            <a:r>
              <a:rPr lang="en-US" sz="18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PrayerTimeAdapter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8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int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getCount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Object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getItem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 </a:t>
            </a:r>
            <a:r>
              <a:rPr lang="en-US" sz="1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];}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173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JAVA CODE OF </a:t>
            </a:r>
            <a:r>
              <a:rPr lang="en-US" sz="4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PRAYERTIMEADAPTER(Continued)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long </a:t>
            </a:r>
            <a:r>
              <a:rPr lang="en-US" sz="20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getItemId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View </a:t>
            </a:r>
            <a:r>
              <a:rPr lang="en-US" sz="20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getView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View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ViewGroup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parent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ViewHolder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holder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null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LayoutInflater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from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).inflate(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activity_prayer_time_item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parent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false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new 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ViewHolder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textViewTime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.findViewById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textViewTime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radioButton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.findViewById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radioButton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.setTag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 </a:t>
            </a:r>
            <a:r>
              <a:rPr lang="en-US" sz="2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else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(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ViewHolder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.getTag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textViewTime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.setText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holder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radioButton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.setChecked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position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selectedPosition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sz="2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.setOnClickListener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-&gt; {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2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selectedPosition</a:t>
            </a:r>
            <a:r>
              <a:rPr lang="en-US" sz="2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2000" dirty="0">
                <a:solidFill>
                  <a:srgbClr val="851691"/>
                </a:solidFill>
                <a:effectLst/>
                <a:ea typeface="Calibri" panose="020F0502020204030204" pitchFamily="34" charset="0"/>
              </a:rPr>
              <a:t>position</a:t>
            </a: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notifyDataSetChanged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b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lang="en-US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25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JAVA CODE OF </a:t>
            </a:r>
            <a:r>
              <a:rPr lang="en-US" sz="4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PRAYERTIMEADAPTER(Continued)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});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convertView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getSelectedTime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 {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selectedPosition</a:t>
            </a:r>
            <a:r>
              <a:rPr lang="en-US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!= -</a:t>
            </a:r>
            <a:r>
              <a:rPr lang="en-US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 </a:t>
            </a:r>
            <a:r>
              <a:rPr lang="en-US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prayerTimes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[</a:t>
            </a:r>
            <a:r>
              <a:rPr lang="en-US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selectedPosition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];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return null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static class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ViewHolder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TextView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textViewTime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RadioButton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radioButton</a:t>
            </a: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</a:t>
            </a:r>
            <a:endParaRPr lang="en-US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4792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XML CODE OF </a:t>
            </a:r>
            <a:r>
              <a:rPr lang="en-US" sz="4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PRAYERTIMEADAPTER</a:t>
            </a:r>
            <a:endParaRPr lang="en-US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1752FF8-5694-7EB7-BC3A-DF92CF19F7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616705"/>
            <a:ext cx="12005121" cy="6278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xml version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="1.0"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="utf-8"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xmlns: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="http://schemas.android.com/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/res/android"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:orientation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="horizontal"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match_parent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match_parent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:padding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="8dp"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TextView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="@+id/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textViewTime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="0dp"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wrap_content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="1"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:textSize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="18sp"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="@+id/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wrap_content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wrap_content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2088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OUTPUT OF </a:t>
            </a:r>
            <a:r>
              <a:rPr lang="en-US" sz="6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PRAYERTIMEADAPTER</a:t>
            </a:r>
            <a:endParaRPr lang="en-US" sz="6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64904-D734-9DA0-8D9E-4C4AF713F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707923"/>
            <a:ext cx="2781300" cy="615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97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A5E5-CC40-B5AD-B0D5-2D44AD00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Shared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3CF8-8F69-B286-A53F-EE93C6B9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0438"/>
            <a:ext cx="12192000" cy="6297561"/>
          </a:xfrm>
        </p:spPr>
        <p:txBody>
          <a:bodyPr>
            <a:normAutofit fontScale="92500" lnSpcReduction="10000"/>
          </a:bodyPr>
          <a:lstStyle/>
          <a:p>
            <a:r>
              <a:rPr lang="en-US" sz="4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 Android, key-value pairs are persistently stored in Shared Preferences.</a:t>
            </a:r>
          </a:p>
          <a:p>
            <a:r>
              <a:rPr lang="en-US" sz="4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You can utilize Shared choices to store settings for prayer times and alarm choices for prayer alarm apps.</a:t>
            </a:r>
            <a:endParaRPr lang="en-US" sz="4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en-US" sz="4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This lets users personalize their alarms and guarantees that their selections stay in effect even after the app is closed.</a:t>
            </a:r>
          </a:p>
          <a:p>
            <a:r>
              <a:rPr lang="en-US" sz="4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The software can effectively handle alarm settings by leveraging Shared Preferences, giving users a smooth experience while they participate in their prayer routines.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6994512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A5E5-CC40-B5AD-B0D5-2D44AD00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JAVA CODE OF Shared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3CF8-8F69-B286-A53F-EE93C6B9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0438"/>
            <a:ext cx="12192000" cy="629756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com.huzaifashahbaz.prayeralarmsharedpreferences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android.app.AlarmManager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android.app.PendingIntent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android.content.SharedPreferences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android.os.Bundle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android.widget.Button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android.widget.TextView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android.widget.TimePicker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androidx.appcompat.app.AppCompatActivity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java.util.Calendar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MainActivity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AppCompatActivity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8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Button </a:t>
            </a:r>
            <a:r>
              <a:rPr lang="en-US" sz="8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setAlarmButton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TextView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8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prayerTimeTextView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static final 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sz="80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PREFS_NAME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r>
              <a:rPr lang="en-US" sz="8000" dirty="0" err="1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PrayerAlarmPrefs</a:t>
            </a:r>
            <a:r>
              <a:rPr lang="en-US" sz="8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static final 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sz="80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PREF_HOUR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"hour"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static final 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sz="80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PREF_MINUTE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"minute"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8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80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protected void </a:t>
            </a:r>
            <a:r>
              <a:rPr lang="en-US" sz="80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onCreate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Bundle savedInstanceState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80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super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.onCreate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savedInstanceState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setContentView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layout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activity_main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8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8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8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setAlarmButton</a:t>
            </a:r>
            <a:r>
              <a:rPr lang="en-US" sz="8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setAlarmButton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80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prayerTimeTextView</a:t>
            </a:r>
            <a:r>
              <a:rPr lang="en-US" sz="8000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findViewById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id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80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prayerTimeTextView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80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SharedPreferences</a:t>
            </a:r>
            <a:r>
              <a:rPr lang="en-US" sz="8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preferences 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80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getSharedPreferences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80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PREFS_NAME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80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MODE_PRIVATE</a:t>
            </a:r>
            <a: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80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endParaRPr lang="en-US" sz="8000" dirty="0"/>
          </a:p>
          <a:p>
            <a:pPr marL="0" indent="0">
              <a:buNone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400208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A5E5-CC40-B5AD-B0D5-2D44AD00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JAVA CODE OF Shared Preferences(Continued)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3CF8-8F69-B286-A53F-EE93C6B9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0438"/>
            <a:ext cx="12192000" cy="62975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preferences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.getInt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PREF_HOUR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preferences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.getInt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PREF_MINUTE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updatePrayerTimeTextView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setAlarmButton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.setOnClickListener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-&gt; 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selectedHour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selectedMinute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timePicker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savePrayerTime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updatePrayerTimeTextView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selectedMinute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void </a:t>
            </a:r>
            <a:r>
              <a:rPr lang="en-US" sz="16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setAlarm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getSystemService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ALARM_SERVICE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Intent(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AlarmReceiver.</a:t>
            </a:r>
            <a:r>
              <a:rPr lang="en-US" sz="1600" dirty="0" err="1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class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getBroadcast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getInstance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HOUR_OF_DAY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SECOND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.setExact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AlarmManager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RTC_WAKEUP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calendar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.getTimeInMillis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pendingIntent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makeText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this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"Alarm set for "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 </a:t>
            </a:r>
            <a:r>
              <a:rPr lang="en-US" sz="16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":"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Toast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LENGTH_SHORT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).show();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void </a:t>
            </a:r>
            <a:r>
              <a:rPr lang="en-US" sz="16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savePrayerTime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SharedPreferences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Editor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editor 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getSharedPreferences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PREFS_NAME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MODE_PRIVATE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).edit();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editor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.putInt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PREF_HOUR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editor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.putInt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600" i="1" dirty="0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PREF_MINUTE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editor</a:t>
            </a:r>
            <a:r>
              <a:rPr lang="en-US" sz="16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.apply</a:t>
            </a: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();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6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6776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A5E5-CC40-B5AD-B0D5-2D44AD00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88779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JAVA CODE OF Shared Preferences(Continued)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3CF8-8F69-B286-A53F-EE93C6B9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7793"/>
            <a:ext cx="12192000" cy="4970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private void </a:t>
            </a:r>
            <a:r>
              <a:rPr lang="en-US" sz="4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updatePrayerTimeTextView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4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4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int </a:t>
            </a:r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 {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timeText</a:t>
            </a:r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4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"Prayer Time: " 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+ 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String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4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format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4800" dirty="0">
                <a:solidFill>
                  <a:srgbClr val="067D17"/>
                </a:solidFill>
                <a:effectLst/>
                <a:ea typeface="Calibri" panose="020F0502020204030204" pitchFamily="34" charset="0"/>
              </a:rPr>
              <a:t>"%02d:%02d"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hour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4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minute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4800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prayerTimeTextView</a:t>
            </a:r>
            <a:r>
              <a:rPr lang="en-US" sz="4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.setText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4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timeText</a:t>
            </a: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}</a:t>
            </a:r>
            <a:b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4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}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66758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1BDF-CEAE-973F-DABF-10CE3F30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XML CODE OF Shared Preferences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CE6E02-3C41-864B-EB7F-52473A082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350" y="681038"/>
            <a:ext cx="11220450" cy="5495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 version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="1.0"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="utf-8"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b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LinearLayout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xmlns: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="http://schemas.android.com/apk/res/android"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xmlns: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="http://schemas.android.com/apk/res-auto"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xmlns: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="http://schemas.android.com/tools"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:orientation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="vertical"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="match_parent"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="match_parent"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:padding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="16dp"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TextView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="@+id/prayerTimeTextView"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="wrap_content"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="wrap_content"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:text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="Prayer Time"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:textSize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="18sp"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:layout_marginBottom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="16dp"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TimePicker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="@+id/timePicker"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="wrap_content"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="wrap_content"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:timePickerMode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="spinner"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="@+id/setAlarmButton"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:layout_width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="wrap_content"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:layout_height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="wrap_content"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:text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="Set Alarm"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:layout_marginTop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="16dp"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796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C15-055A-8C9C-CEE8-34F1A9FB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79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JAVA CODE OF Alarm Receiver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1BED-EE0E-8A19-0DA9-6F05CBA48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0626"/>
            <a:ext cx="12192000" cy="615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package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com.huzaifashahbaz.prayeralaramapp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android.content.BroadcastReceiver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android.content.Intent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android.media.RingtoneManager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android.net.Uri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import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android.widget.Toast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extends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BroadcastReceiver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ea typeface="Calibri" panose="020F0502020204030204" pitchFamily="34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effectLst/>
                <a:ea typeface="Calibri" panose="020F0502020204030204" pitchFamily="34" charset="0"/>
              </a:rPr>
              <a:t>onReceive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context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Intent intent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Uri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TYPE_ALARM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==</a:t>
            </a:r>
            <a:r>
              <a:rPr lang="en-US" sz="1800" dirty="0">
                <a:solidFill>
                  <a:srgbClr val="0033B3"/>
                </a:solidFill>
                <a:effectLst/>
                <a:ea typeface="Calibri" panose="020F0502020204030204" pitchFamily="34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alarmUri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getDefaultUri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RingtoneManager</a:t>
            </a:r>
            <a:r>
              <a:rPr lang="en-US" sz="1800" dirty="0" err="1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ea typeface="Calibri" panose="020F0502020204030204" pitchFamily="34" charset="0"/>
              </a:rPr>
              <a:t>TYPE_NOTIFICATION</a:t>
            </a: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 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RingtoneManager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getRingtone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alarmUri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ringtone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77A9E-E031-CFB0-FA9B-13143230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3F7587-DA19-C044-5A02-104A7E25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0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772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C9D8-A435-5E2B-9A37-5AEC3E20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96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OUTPUT OF SHARED PERFERENCES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F589A4-55BC-920A-258C-0C072C097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9445" y="821905"/>
            <a:ext cx="2753109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400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29AE-25D7-40BA-8E5D-568D4C8F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9" y="1"/>
            <a:ext cx="12088761" cy="10471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VIEW PAGER AND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D932-BCCC-F2C8-95C3-7D51944E2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99652"/>
            <a:ext cx="12088761" cy="5958347"/>
          </a:xfrm>
        </p:spPr>
        <p:txBody>
          <a:bodyPr>
            <a:normAutofit/>
          </a:bodyPr>
          <a:lstStyle/>
          <a:p>
            <a:r>
              <a:rPr lang="en-US" sz="7200" dirty="0"/>
              <a:t>Welcome Screen</a:t>
            </a:r>
          </a:p>
          <a:p>
            <a:r>
              <a:rPr lang="en-US" sz="7200" dirty="0"/>
              <a:t>Set Prayer Times</a:t>
            </a:r>
          </a:p>
          <a:p>
            <a:r>
              <a:rPr lang="en-US" sz="7200" dirty="0"/>
              <a:t>Alarm Settings</a:t>
            </a:r>
          </a:p>
          <a:p>
            <a:r>
              <a:rPr lang="en-US" sz="7200" dirty="0"/>
              <a:t>Qibla direction</a:t>
            </a:r>
          </a:p>
          <a:p>
            <a:r>
              <a:rPr lang="en-US" sz="7200" dirty="0"/>
              <a:t>Daily Prayer Tracker</a:t>
            </a:r>
          </a:p>
        </p:txBody>
      </p:sp>
    </p:spTree>
    <p:extLst>
      <p:ext uri="{BB962C8B-B14F-4D97-AF65-F5344CB8AC3E}">
        <p14:creationId xmlns:p14="http://schemas.microsoft.com/office/powerpoint/2010/main" val="79973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29AE-25D7-40BA-8E5D-568D4C8F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9" y="1"/>
            <a:ext cx="12088761" cy="10471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JAVA CODE VIEW PAGER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8F59BDD-6840-2036-6AD2-5CB508DE4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39" y="1047135"/>
            <a:ext cx="11985521" cy="5810864"/>
          </a:xfrm>
        </p:spPr>
      </p:pic>
    </p:spTree>
    <p:extLst>
      <p:ext uri="{BB962C8B-B14F-4D97-AF65-F5344CB8AC3E}">
        <p14:creationId xmlns:p14="http://schemas.microsoft.com/office/powerpoint/2010/main" val="21041392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29AE-25D7-40BA-8E5D-568D4C8F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9" y="1"/>
            <a:ext cx="12088761" cy="10471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XML CODE VIEW PAGER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AD1013-E2DB-E512-BFB0-EA7D22ED1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39" y="1047135"/>
            <a:ext cx="11985522" cy="5486400"/>
          </a:xfrm>
        </p:spPr>
      </p:pic>
    </p:spTree>
    <p:extLst>
      <p:ext uri="{BB962C8B-B14F-4D97-AF65-F5344CB8AC3E}">
        <p14:creationId xmlns:p14="http://schemas.microsoft.com/office/powerpoint/2010/main" val="5572540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29AE-25D7-40BA-8E5D-568D4C8F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9" y="1"/>
            <a:ext cx="12088761" cy="10471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JAVA CODE OF PRAYER FRAGMENT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675D67A-F1CA-696A-9145-1C1ED0D1F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39" y="850429"/>
            <a:ext cx="11985574" cy="59093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com.huzaifashahbaz.prayeralarmviewpager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android.os.Bundle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androidx.annotation.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NonNull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androidx.annotation.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androidx.fragment.app.Fragment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android.view.LayoutInflater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android.view.View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android.view.ViewGroup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android.widget.TextView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PrayerFragment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extends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private static final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ARG_TEXT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"argText"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static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PrayerFragment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newInstance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String text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PrayerFragment fragment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PrayerFragment();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Bundle args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Bundle();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.putString(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ARG_TEXT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.setArguments(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@Nullable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onCreateView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@NonNull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LayoutInflater inflater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@Nullable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ViewGroup container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@Nullable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Bundle savedInstanceState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inflater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.inflate(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.fragment_prayer,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onViewCreated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@NonNull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 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@Nullable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Bundle savedInstanceState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.onViewCreated(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savedInstanceState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TextView textView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.findViewById(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.textView);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(getArguments() !=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textView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.setText(getArguments().getString(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ARG_TEXT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7890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C9FF9-EAD5-2F8E-FC3A-84199D2A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XML CODE OF PRAYER FRAGMENT</a:t>
            </a: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0C68E-DB68-05BE-2EA9-C3AFFB76A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39" y="2354239"/>
            <a:ext cx="11842955" cy="431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56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9E0B-9A3C-3D81-86FE-9C14874E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240"/>
            <a:ext cx="12192000" cy="9144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JAVA CODE OF VIEWPAGERADAPTER</a:t>
            </a:r>
            <a:endParaRPr lang="en-US" sz="13800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3F6158-1AB8-E0CE-16DA-8B9C62AEC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903895"/>
            <a:ext cx="7085658" cy="58169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com.huzaifashahbaz.prayeralarmviewpager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androidx.annotation.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NonNull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androidx.fragment.app.Fragment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androidx.fragment.app.FragmentActivity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androidx.viewpager2.adapter.FragmentStateAdapter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ViewPagerAdapter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extends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FragmentStateAdapter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private static final int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NUM_PAGES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ViewPagerAdapter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@NonNull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FragmentActivity fragmentActivity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fragmentActivity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@NonNull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Fragment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createFragment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PrayerFragment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newInstance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"Prayer Time "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 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public int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getItemCount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 Return the number of pages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NUM_PAGES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24707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38E7-4F8D-AC5B-80D3-22BAFC87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06128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OUTPUT OF VIEW PAGER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5A921A-5C90-F881-6711-F630E2D89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9208" y="855663"/>
            <a:ext cx="2633583" cy="60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20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36D9-EB4B-BA54-D900-0FD5BA3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471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09F8-09D7-A65C-5B37-961FC7459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6412"/>
            <a:ext cx="12192000" cy="6061587"/>
          </a:xfrm>
        </p:spPr>
        <p:txBody>
          <a:bodyPr>
            <a:normAutofit lnSpcReduction="10000"/>
          </a:bodyPr>
          <a:lstStyle/>
          <a:p>
            <a:r>
              <a:rPr lang="en-US" sz="5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 conclusion, this </a:t>
            </a:r>
            <a:r>
              <a:rPr lang="en-US" sz="5400" kern="0" dirty="0">
                <a:effectLst/>
                <a:ea typeface="Times New Roman" panose="02020603050405020304" pitchFamily="18" charset="0"/>
              </a:rPr>
              <a:t>project aims to create an Android prayer alarm application with features like alarm setting, customization, time-zone adjustment, and calendar integration.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It offers a user-friendly interface and efficient code implementation for managing daily prayer routines.</a:t>
            </a:r>
            <a:endParaRPr lang="en-US" sz="5400" kern="1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5400" kern="1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895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6749</Words>
  <Application>Microsoft Office PowerPoint</Application>
  <PresentationFormat>Widescreen</PresentationFormat>
  <Paragraphs>251</Paragraphs>
  <Slides>58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PRAYER ALARM</vt:lpstr>
      <vt:lpstr>OUTLINES</vt:lpstr>
      <vt:lpstr>OUTLINES (CONTINUED)</vt:lpstr>
      <vt:lpstr>Abstract</vt:lpstr>
      <vt:lpstr>Introduction</vt:lpstr>
      <vt:lpstr>Objective</vt:lpstr>
      <vt:lpstr>Problem Statement</vt:lpstr>
      <vt:lpstr>Expected Outcome</vt:lpstr>
      <vt:lpstr>Components Used</vt:lpstr>
      <vt:lpstr>Android Studio</vt:lpstr>
      <vt:lpstr>AVD Emulator</vt:lpstr>
      <vt:lpstr>JAVA</vt:lpstr>
      <vt:lpstr>XML IN LINEAR LAYOUT</vt:lpstr>
      <vt:lpstr>FUNCTIONAL REQUIREMENTS</vt:lpstr>
      <vt:lpstr>NON-FUNCTIONAL REQUIREMENTS</vt:lpstr>
      <vt:lpstr>Main Activities and Codes</vt:lpstr>
      <vt:lpstr>JAVA CODE OF Main Activities </vt:lpstr>
      <vt:lpstr>JAVA CODE OF Main Activities(Continued) </vt:lpstr>
      <vt:lpstr>JAVA CODE OF Main Activities(Continued) </vt:lpstr>
      <vt:lpstr>XML CODE OF Main Activities </vt:lpstr>
      <vt:lpstr>XML CODE OF Main Activities(Continued) </vt:lpstr>
      <vt:lpstr>JAVA CODE OF Alarm Receiver </vt:lpstr>
      <vt:lpstr>OUTPUT OF MAIN ACTIVITY </vt:lpstr>
      <vt:lpstr>MULTIPLE ACTIVITES AND INTENTS AND CODES</vt:lpstr>
      <vt:lpstr>JAVA CODE OF MAIN ACTIVITY INTENT</vt:lpstr>
      <vt:lpstr>JAVA CODE OF MAIN ACTIVITY INTENT(Continued)</vt:lpstr>
      <vt:lpstr>XML CODE OF MAIN ACTIVITY INTENT</vt:lpstr>
      <vt:lpstr>XML CODE OF MAIN ACTIVITY INTENT(Continued)</vt:lpstr>
      <vt:lpstr>JAVA CODE OF Alarm Receiver </vt:lpstr>
      <vt:lpstr>OUTPUT OF INTENT</vt:lpstr>
      <vt:lpstr>LIST VIEW AND BASE ADAPTER AND CODES</vt:lpstr>
      <vt:lpstr>JAVA CODE OF LIST VIEW AND BASE ADAPTER</vt:lpstr>
      <vt:lpstr>JAVA CODE OF LIST VIEW AND BASE ADAPTER(Continued)</vt:lpstr>
      <vt:lpstr>JAVA CODE OF LIST VIEW AND BASE ADAPTER(Continued)</vt:lpstr>
      <vt:lpstr>XML CODE OF LIST VIEW AND BASE ADAPTER</vt:lpstr>
      <vt:lpstr>XML CODE OF LIST VIEW AND BASE ADAPTER(Continued)</vt:lpstr>
      <vt:lpstr>JAVA CODE OF Alarm Receiver </vt:lpstr>
      <vt:lpstr>JAVA CODE OF PRAYERTIMEADAPTER</vt:lpstr>
      <vt:lpstr>JAVA CODE OF PRAYERTIMEADAPTER(Continued)</vt:lpstr>
      <vt:lpstr>JAVA CODE OF PRAYERTIMEADAPTER(Continued)</vt:lpstr>
      <vt:lpstr>XML CODE OF PRAYERTIMEADAPTER</vt:lpstr>
      <vt:lpstr>OUTPUT OF PRAYERTIMEADAPTER</vt:lpstr>
      <vt:lpstr>Shared Preferences</vt:lpstr>
      <vt:lpstr>JAVA CODE OF Shared Preferences</vt:lpstr>
      <vt:lpstr>JAVA CODE OF Shared Preferences(Continued)</vt:lpstr>
      <vt:lpstr>JAVA CODE OF Shared Preferences(Continued)</vt:lpstr>
      <vt:lpstr>XML CODE OF Shared Preferences </vt:lpstr>
      <vt:lpstr>JAVA CODE OF Alarm Receiver </vt:lpstr>
      <vt:lpstr>OUTPUT OF SHARED PERFERENCES</vt:lpstr>
      <vt:lpstr>VIEW PAGER AND CODES</vt:lpstr>
      <vt:lpstr>JAVA CODE VIEW PAGER </vt:lpstr>
      <vt:lpstr>XML CODE VIEW PAGER </vt:lpstr>
      <vt:lpstr>JAVA CODE OF PRAYER FRAGMENT</vt:lpstr>
      <vt:lpstr>XML CODE OF PRAYER FRAGMENT</vt:lpstr>
      <vt:lpstr>JAVA CODE OF VIEWPAGERADAPTER</vt:lpstr>
      <vt:lpstr>OUTPUT OF VIEW PAGER</vt:lpstr>
      <vt:lpstr>Conclusion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huzaifa shahbaz</dc:creator>
  <cp:lastModifiedBy>huzaifa shahbaz</cp:lastModifiedBy>
  <cp:revision>7</cp:revision>
  <dcterms:created xsi:type="dcterms:W3CDTF">2024-04-28T14:37:59Z</dcterms:created>
  <dcterms:modified xsi:type="dcterms:W3CDTF">2024-06-04T19:18:42Z</dcterms:modified>
</cp:coreProperties>
</file>