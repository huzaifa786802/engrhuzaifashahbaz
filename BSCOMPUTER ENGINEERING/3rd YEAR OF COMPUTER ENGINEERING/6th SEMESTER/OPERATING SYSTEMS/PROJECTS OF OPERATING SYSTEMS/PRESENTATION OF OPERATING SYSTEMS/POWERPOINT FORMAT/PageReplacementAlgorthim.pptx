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291" autoAdjust="0"/>
  </p:normalViewPr>
  <p:slideViewPr>
    <p:cSldViewPr snapToGrid="0">
      <p:cViewPr varScale="1">
        <p:scale>
          <a:sx n="72" d="100"/>
          <a:sy n="72" d="100"/>
        </p:scale>
        <p:origin x="660" y="96"/>
      </p:cViewPr>
      <p:guideLst/>
    </p:cSldViewPr>
  </p:slideViewPr>
  <p:outlineViewPr>
    <p:cViewPr>
      <p:scale>
        <a:sx n="33" d="100"/>
        <a:sy n="33" d="100"/>
      </p:scale>
      <p:origin x="0" y="-1493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1FB74-8FAA-4E19-BD14-5E30A7A94743}" type="datetimeFigureOut">
              <a:rPr lang="en-US" smtClean="0"/>
              <a:t>27-May-24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5DA14A-CDB2-4479-BD5D-3B9E988B8817}" type="slidenum">
              <a:rPr lang="en-US" smtClean="0"/>
              <a:t>‹#›</a:t>
            </a:fld>
            <a:endParaRPr lang="en-US"/>
          </a:p>
        </p:txBody>
      </p:sp>
    </p:spTree>
    <p:extLst>
      <p:ext uri="{BB962C8B-B14F-4D97-AF65-F5344CB8AC3E}">
        <p14:creationId xmlns:p14="http://schemas.microsoft.com/office/powerpoint/2010/main" val="1409816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1FCE0-7782-2979-A4B6-77FA2BA672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C6F42C-7C0C-8E99-D2F1-5AB0EB2ED3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86BBD7-886A-5106-6608-11853DA4B035}"/>
              </a:ext>
            </a:extLst>
          </p:cNvPr>
          <p:cNvSpPr>
            <a:spLocks noGrp="1"/>
          </p:cNvSpPr>
          <p:nvPr>
            <p:ph type="dt" sz="half" idx="10"/>
          </p:nvPr>
        </p:nvSpPr>
        <p:spPr/>
        <p:txBody>
          <a:bodyPr/>
          <a:lstStyle/>
          <a:p>
            <a:fld id="{D730F27D-F6C1-493F-9FCA-62917ABD6D99}" type="datetime1">
              <a:rPr lang="en-US" smtClean="0"/>
              <a:t>27-May-24</a:t>
            </a:fld>
            <a:endParaRPr lang="en-US"/>
          </a:p>
        </p:txBody>
      </p:sp>
      <p:sp>
        <p:nvSpPr>
          <p:cNvPr id="5" name="Footer Placeholder 4">
            <a:extLst>
              <a:ext uri="{FF2B5EF4-FFF2-40B4-BE49-F238E27FC236}">
                <a16:creationId xmlns:a16="http://schemas.microsoft.com/office/drawing/2014/main" id="{711B9F4B-1CE0-5EF9-8367-2DECC1F2B9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FD745A-D406-C9D6-1FA6-850449995564}"/>
              </a:ext>
            </a:extLst>
          </p:cNvPr>
          <p:cNvSpPr>
            <a:spLocks noGrp="1"/>
          </p:cNvSpPr>
          <p:nvPr>
            <p:ph type="sldNum" sz="quarter" idx="12"/>
          </p:nvPr>
        </p:nvSpPr>
        <p:spPr/>
        <p:txBody>
          <a:bodyPr/>
          <a:lstStyle/>
          <a:p>
            <a:fld id="{63F4E5A8-6AB8-4147-9ED2-6CAA95D35954}" type="slidenum">
              <a:rPr lang="en-US" smtClean="0"/>
              <a:t>‹#›</a:t>
            </a:fld>
            <a:endParaRPr lang="en-US"/>
          </a:p>
        </p:txBody>
      </p:sp>
    </p:spTree>
    <p:extLst>
      <p:ext uri="{BB962C8B-B14F-4D97-AF65-F5344CB8AC3E}">
        <p14:creationId xmlns:p14="http://schemas.microsoft.com/office/powerpoint/2010/main" val="343364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CBAE-F128-7750-856F-A0512A9477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D12A12-C48A-0B9A-21DB-894BD8B971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2F441B-CEFB-D9FD-E330-EF1E73D27718}"/>
              </a:ext>
            </a:extLst>
          </p:cNvPr>
          <p:cNvSpPr>
            <a:spLocks noGrp="1"/>
          </p:cNvSpPr>
          <p:nvPr>
            <p:ph type="dt" sz="half" idx="10"/>
          </p:nvPr>
        </p:nvSpPr>
        <p:spPr/>
        <p:txBody>
          <a:bodyPr/>
          <a:lstStyle/>
          <a:p>
            <a:fld id="{FCE767A4-4E64-48CD-9F13-C938431B5396}" type="datetime1">
              <a:rPr lang="en-US" smtClean="0"/>
              <a:t>27-May-24</a:t>
            </a:fld>
            <a:endParaRPr lang="en-US"/>
          </a:p>
        </p:txBody>
      </p:sp>
      <p:sp>
        <p:nvSpPr>
          <p:cNvPr id="5" name="Footer Placeholder 4">
            <a:extLst>
              <a:ext uri="{FF2B5EF4-FFF2-40B4-BE49-F238E27FC236}">
                <a16:creationId xmlns:a16="http://schemas.microsoft.com/office/drawing/2014/main" id="{33E62666-9537-00C8-A913-0DC6CD0D20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8C9D8-A6EE-F973-5D03-559D4F4692FD}"/>
              </a:ext>
            </a:extLst>
          </p:cNvPr>
          <p:cNvSpPr>
            <a:spLocks noGrp="1"/>
          </p:cNvSpPr>
          <p:nvPr>
            <p:ph type="sldNum" sz="quarter" idx="12"/>
          </p:nvPr>
        </p:nvSpPr>
        <p:spPr/>
        <p:txBody>
          <a:bodyPr/>
          <a:lstStyle/>
          <a:p>
            <a:fld id="{63F4E5A8-6AB8-4147-9ED2-6CAA95D35954}" type="slidenum">
              <a:rPr lang="en-US" smtClean="0"/>
              <a:t>‹#›</a:t>
            </a:fld>
            <a:endParaRPr lang="en-US"/>
          </a:p>
        </p:txBody>
      </p:sp>
    </p:spTree>
    <p:extLst>
      <p:ext uri="{BB962C8B-B14F-4D97-AF65-F5344CB8AC3E}">
        <p14:creationId xmlns:p14="http://schemas.microsoft.com/office/powerpoint/2010/main" val="910617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18244-1E07-7378-2478-5B5588B90F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28AE7B-26B7-F3EE-65F7-7E61A9095D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CE4B8D-ED8E-FEF9-19F5-734A6C636F88}"/>
              </a:ext>
            </a:extLst>
          </p:cNvPr>
          <p:cNvSpPr>
            <a:spLocks noGrp="1"/>
          </p:cNvSpPr>
          <p:nvPr>
            <p:ph type="dt" sz="half" idx="10"/>
          </p:nvPr>
        </p:nvSpPr>
        <p:spPr/>
        <p:txBody>
          <a:bodyPr/>
          <a:lstStyle/>
          <a:p>
            <a:fld id="{651B1067-5391-4A6E-9375-ACFEB42A3800}" type="datetime1">
              <a:rPr lang="en-US" smtClean="0"/>
              <a:t>27-May-24</a:t>
            </a:fld>
            <a:endParaRPr lang="en-US"/>
          </a:p>
        </p:txBody>
      </p:sp>
      <p:sp>
        <p:nvSpPr>
          <p:cNvPr id="5" name="Footer Placeholder 4">
            <a:extLst>
              <a:ext uri="{FF2B5EF4-FFF2-40B4-BE49-F238E27FC236}">
                <a16:creationId xmlns:a16="http://schemas.microsoft.com/office/drawing/2014/main" id="{0D97454E-4063-CF7F-F184-A8C5985F19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C54A50-DBEA-5A3C-68A7-6596B45D0EAC}"/>
              </a:ext>
            </a:extLst>
          </p:cNvPr>
          <p:cNvSpPr>
            <a:spLocks noGrp="1"/>
          </p:cNvSpPr>
          <p:nvPr>
            <p:ph type="sldNum" sz="quarter" idx="12"/>
          </p:nvPr>
        </p:nvSpPr>
        <p:spPr/>
        <p:txBody>
          <a:bodyPr/>
          <a:lstStyle/>
          <a:p>
            <a:fld id="{63F4E5A8-6AB8-4147-9ED2-6CAA95D35954}" type="slidenum">
              <a:rPr lang="en-US" smtClean="0"/>
              <a:t>‹#›</a:t>
            </a:fld>
            <a:endParaRPr lang="en-US"/>
          </a:p>
        </p:txBody>
      </p:sp>
    </p:spTree>
    <p:extLst>
      <p:ext uri="{BB962C8B-B14F-4D97-AF65-F5344CB8AC3E}">
        <p14:creationId xmlns:p14="http://schemas.microsoft.com/office/powerpoint/2010/main" val="3222539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6F5BC-24BD-F64A-4CA3-AEE39EA1EB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4A49D2-54C2-5BA0-5A65-6FE64F5784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D8F83A-AA4B-4B5C-DC32-B9A7B2D662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47F68D-B0D1-2C97-0BB1-BED49CEA85A3}"/>
              </a:ext>
            </a:extLst>
          </p:cNvPr>
          <p:cNvSpPr>
            <a:spLocks noGrp="1"/>
          </p:cNvSpPr>
          <p:nvPr>
            <p:ph type="dt" sz="half" idx="10"/>
          </p:nvPr>
        </p:nvSpPr>
        <p:spPr/>
        <p:txBody>
          <a:bodyPr/>
          <a:lstStyle/>
          <a:p>
            <a:fld id="{413C4EE3-5DED-41AE-BE6F-B1C3093375E5}" type="datetime1">
              <a:rPr lang="en-US" smtClean="0"/>
              <a:t>27-May-24</a:t>
            </a:fld>
            <a:endParaRPr lang="en-US"/>
          </a:p>
        </p:txBody>
      </p:sp>
      <p:sp>
        <p:nvSpPr>
          <p:cNvPr id="6" name="Footer Placeholder 5">
            <a:extLst>
              <a:ext uri="{FF2B5EF4-FFF2-40B4-BE49-F238E27FC236}">
                <a16:creationId xmlns:a16="http://schemas.microsoft.com/office/drawing/2014/main" id="{663BAFFE-BE42-E010-741F-9CD5AD3E50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55FB0A-609A-A818-AB4E-0483BEFA115B}"/>
              </a:ext>
            </a:extLst>
          </p:cNvPr>
          <p:cNvSpPr>
            <a:spLocks noGrp="1"/>
          </p:cNvSpPr>
          <p:nvPr>
            <p:ph type="sldNum" sz="quarter" idx="12"/>
          </p:nvPr>
        </p:nvSpPr>
        <p:spPr/>
        <p:txBody>
          <a:bodyPr/>
          <a:lstStyle/>
          <a:p>
            <a:fld id="{63F4E5A8-6AB8-4147-9ED2-6CAA95D35954}" type="slidenum">
              <a:rPr lang="en-US" smtClean="0"/>
              <a:t>‹#›</a:t>
            </a:fld>
            <a:endParaRPr lang="en-US"/>
          </a:p>
        </p:txBody>
      </p:sp>
    </p:spTree>
    <p:extLst>
      <p:ext uri="{BB962C8B-B14F-4D97-AF65-F5344CB8AC3E}">
        <p14:creationId xmlns:p14="http://schemas.microsoft.com/office/powerpoint/2010/main" val="2823382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2F21D-49AE-193A-D60B-630DEBA9F48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CEC964-C55A-A7FC-4748-44840901C5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101D7D-B9E8-3D31-0C5C-EDE866F8DE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246BB7-12F2-F49A-715F-3605B384C9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6A5011-006E-FCE8-7C32-0BAB59AC6C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BE3867-543F-076E-4E8E-387FEAFEF1C0}"/>
              </a:ext>
            </a:extLst>
          </p:cNvPr>
          <p:cNvSpPr>
            <a:spLocks noGrp="1"/>
          </p:cNvSpPr>
          <p:nvPr>
            <p:ph type="dt" sz="half" idx="10"/>
          </p:nvPr>
        </p:nvSpPr>
        <p:spPr/>
        <p:txBody>
          <a:bodyPr/>
          <a:lstStyle/>
          <a:p>
            <a:fld id="{A768019B-417A-486B-9165-5ED9FBFB718E}" type="datetime1">
              <a:rPr lang="en-US" smtClean="0"/>
              <a:t>27-May-24</a:t>
            </a:fld>
            <a:endParaRPr lang="en-US"/>
          </a:p>
        </p:txBody>
      </p:sp>
      <p:sp>
        <p:nvSpPr>
          <p:cNvPr id="8" name="Footer Placeholder 7">
            <a:extLst>
              <a:ext uri="{FF2B5EF4-FFF2-40B4-BE49-F238E27FC236}">
                <a16:creationId xmlns:a16="http://schemas.microsoft.com/office/drawing/2014/main" id="{7C7CC666-4B48-2FEE-D48A-E8A589AFED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D2506E-B5E4-B9AD-CBA1-7FDED63997FC}"/>
              </a:ext>
            </a:extLst>
          </p:cNvPr>
          <p:cNvSpPr>
            <a:spLocks noGrp="1"/>
          </p:cNvSpPr>
          <p:nvPr>
            <p:ph type="sldNum" sz="quarter" idx="12"/>
          </p:nvPr>
        </p:nvSpPr>
        <p:spPr/>
        <p:txBody>
          <a:bodyPr/>
          <a:lstStyle/>
          <a:p>
            <a:fld id="{63F4E5A8-6AB8-4147-9ED2-6CAA95D35954}" type="slidenum">
              <a:rPr lang="en-US" smtClean="0"/>
              <a:t>‹#›</a:t>
            </a:fld>
            <a:endParaRPr lang="en-US"/>
          </a:p>
        </p:txBody>
      </p:sp>
    </p:spTree>
    <p:extLst>
      <p:ext uri="{BB962C8B-B14F-4D97-AF65-F5344CB8AC3E}">
        <p14:creationId xmlns:p14="http://schemas.microsoft.com/office/powerpoint/2010/main" val="1788854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73DFE-F7F2-5AE0-4E85-C1D3EC1D25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8B8D6C-12BD-198C-DDE1-47B9FC14A640}"/>
              </a:ext>
            </a:extLst>
          </p:cNvPr>
          <p:cNvSpPr>
            <a:spLocks noGrp="1"/>
          </p:cNvSpPr>
          <p:nvPr>
            <p:ph type="dt" sz="half" idx="10"/>
          </p:nvPr>
        </p:nvSpPr>
        <p:spPr/>
        <p:txBody>
          <a:bodyPr/>
          <a:lstStyle/>
          <a:p>
            <a:fld id="{F541F3D3-1354-4657-9156-CFE1411C002E}" type="datetime1">
              <a:rPr lang="en-US" smtClean="0"/>
              <a:t>27-May-24</a:t>
            </a:fld>
            <a:endParaRPr lang="en-US"/>
          </a:p>
        </p:txBody>
      </p:sp>
      <p:sp>
        <p:nvSpPr>
          <p:cNvPr id="4" name="Footer Placeholder 3">
            <a:extLst>
              <a:ext uri="{FF2B5EF4-FFF2-40B4-BE49-F238E27FC236}">
                <a16:creationId xmlns:a16="http://schemas.microsoft.com/office/drawing/2014/main" id="{AAC6146D-14D8-FEC9-E6A6-1E9B4D441A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E62AA7-EA32-C467-B26F-5783E595A281}"/>
              </a:ext>
            </a:extLst>
          </p:cNvPr>
          <p:cNvSpPr>
            <a:spLocks noGrp="1"/>
          </p:cNvSpPr>
          <p:nvPr>
            <p:ph type="sldNum" sz="quarter" idx="12"/>
          </p:nvPr>
        </p:nvSpPr>
        <p:spPr/>
        <p:txBody>
          <a:bodyPr/>
          <a:lstStyle/>
          <a:p>
            <a:fld id="{63F4E5A8-6AB8-4147-9ED2-6CAA95D35954}" type="slidenum">
              <a:rPr lang="en-US" smtClean="0"/>
              <a:t>‹#›</a:t>
            </a:fld>
            <a:endParaRPr lang="en-US"/>
          </a:p>
        </p:txBody>
      </p:sp>
    </p:spTree>
    <p:extLst>
      <p:ext uri="{BB962C8B-B14F-4D97-AF65-F5344CB8AC3E}">
        <p14:creationId xmlns:p14="http://schemas.microsoft.com/office/powerpoint/2010/main" val="2316843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C32B62-4A96-EAD1-28B3-5F8DFF9D2189}"/>
              </a:ext>
            </a:extLst>
          </p:cNvPr>
          <p:cNvSpPr>
            <a:spLocks noGrp="1"/>
          </p:cNvSpPr>
          <p:nvPr>
            <p:ph type="dt" sz="half" idx="10"/>
          </p:nvPr>
        </p:nvSpPr>
        <p:spPr/>
        <p:txBody>
          <a:bodyPr/>
          <a:lstStyle/>
          <a:p>
            <a:fld id="{4076101E-024E-46B7-9C2B-70120894726A}" type="datetime1">
              <a:rPr lang="en-US" smtClean="0"/>
              <a:t>27-May-24</a:t>
            </a:fld>
            <a:endParaRPr lang="en-US"/>
          </a:p>
        </p:txBody>
      </p:sp>
      <p:sp>
        <p:nvSpPr>
          <p:cNvPr id="3" name="Footer Placeholder 2">
            <a:extLst>
              <a:ext uri="{FF2B5EF4-FFF2-40B4-BE49-F238E27FC236}">
                <a16:creationId xmlns:a16="http://schemas.microsoft.com/office/drawing/2014/main" id="{06A353C3-D5E8-6695-5E7D-8F6058E3F7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CF197D-D7C4-1520-645A-987E2696FD89}"/>
              </a:ext>
            </a:extLst>
          </p:cNvPr>
          <p:cNvSpPr>
            <a:spLocks noGrp="1"/>
          </p:cNvSpPr>
          <p:nvPr>
            <p:ph type="sldNum" sz="quarter" idx="12"/>
          </p:nvPr>
        </p:nvSpPr>
        <p:spPr/>
        <p:txBody>
          <a:bodyPr/>
          <a:lstStyle/>
          <a:p>
            <a:fld id="{63F4E5A8-6AB8-4147-9ED2-6CAA95D35954}" type="slidenum">
              <a:rPr lang="en-US" smtClean="0"/>
              <a:t>‹#›</a:t>
            </a:fld>
            <a:endParaRPr lang="en-US"/>
          </a:p>
        </p:txBody>
      </p:sp>
    </p:spTree>
    <p:extLst>
      <p:ext uri="{BB962C8B-B14F-4D97-AF65-F5344CB8AC3E}">
        <p14:creationId xmlns:p14="http://schemas.microsoft.com/office/powerpoint/2010/main" val="3534097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E8463-C4BD-7BAA-28A9-04B9BF7A65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02C3DE-9D9B-8641-03C2-F1A6A5E03F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F95277-13EB-D5FD-D570-732C72107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289F88-DBD9-0184-12D1-7BC618642F96}"/>
              </a:ext>
            </a:extLst>
          </p:cNvPr>
          <p:cNvSpPr>
            <a:spLocks noGrp="1"/>
          </p:cNvSpPr>
          <p:nvPr>
            <p:ph type="dt" sz="half" idx="10"/>
          </p:nvPr>
        </p:nvSpPr>
        <p:spPr/>
        <p:txBody>
          <a:bodyPr/>
          <a:lstStyle/>
          <a:p>
            <a:fld id="{3A0A4E91-8996-4F25-8CD0-F06D05AF9CF0}" type="datetime1">
              <a:rPr lang="en-US" smtClean="0"/>
              <a:t>27-May-24</a:t>
            </a:fld>
            <a:endParaRPr lang="en-US"/>
          </a:p>
        </p:txBody>
      </p:sp>
      <p:sp>
        <p:nvSpPr>
          <p:cNvPr id="6" name="Footer Placeholder 5">
            <a:extLst>
              <a:ext uri="{FF2B5EF4-FFF2-40B4-BE49-F238E27FC236}">
                <a16:creationId xmlns:a16="http://schemas.microsoft.com/office/drawing/2014/main" id="{7CC16BFC-6A91-BA6B-8740-EB7E26AD12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5EFFD3-DC99-7E72-F7B5-AD2356537D2E}"/>
              </a:ext>
            </a:extLst>
          </p:cNvPr>
          <p:cNvSpPr>
            <a:spLocks noGrp="1"/>
          </p:cNvSpPr>
          <p:nvPr>
            <p:ph type="sldNum" sz="quarter" idx="12"/>
          </p:nvPr>
        </p:nvSpPr>
        <p:spPr/>
        <p:txBody>
          <a:bodyPr/>
          <a:lstStyle/>
          <a:p>
            <a:fld id="{63F4E5A8-6AB8-4147-9ED2-6CAA95D35954}" type="slidenum">
              <a:rPr lang="en-US" smtClean="0"/>
              <a:t>‹#›</a:t>
            </a:fld>
            <a:endParaRPr lang="en-US"/>
          </a:p>
        </p:txBody>
      </p:sp>
    </p:spTree>
    <p:extLst>
      <p:ext uri="{BB962C8B-B14F-4D97-AF65-F5344CB8AC3E}">
        <p14:creationId xmlns:p14="http://schemas.microsoft.com/office/powerpoint/2010/main" val="2781290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83A1A-7776-C981-CFCD-ABCAF75A1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1F2614-29BC-0956-B09A-378C0D74B3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CB64B3-F21D-25D1-BCBF-C4DD960FEF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9BE17D-191B-F451-151D-6CF05B25E7DD}"/>
              </a:ext>
            </a:extLst>
          </p:cNvPr>
          <p:cNvSpPr>
            <a:spLocks noGrp="1"/>
          </p:cNvSpPr>
          <p:nvPr>
            <p:ph type="dt" sz="half" idx="10"/>
          </p:nvPr>
        </p:nvSpPr>
        <p:spPr/>
        <p:txBody>
          <a:bodyPr/>
          <a:lstStyle/>
          <a:p>
            <a:fld id="{F63DA0E6-B39A-4BBA-9293-158A0DE307C7}" type="datetime1">
              <a:rPr lang="en-US" smtClean="0"/>
              <a:t>27-May-24</a:t>
            </a:fld>
            <a:endParaRPr lang="en-US"/>
          </a:p>
        </p:txBody>
      </p:sp>
      <p:sp>
        <p:nvSpPr>
          <p:cNvPr id="6" name="Footer Placeholder 5">
            <a:extLst>
              <a:ext uri="{FF2B5EF4-FFF2-40B4-BE49-F238E27FC236}">
                <a16:creationId xmlns:a16="http://schemas.microsoft.com/office/drawing/2014/main" id="{00E805D1-40F4-D972-D582-A0683AA339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64BB28-12DE-AD45-29BF-6178258CE96F}"/>
              </a:ext>
            </a:extLst>
          </p:cNvPr>
          <p:cNvSpPr>
            <a:spLocks noGrp="1"/>
          </p:cNvSpPr>
          <p:nvPr>
            <p:ph type="sldNum" sz="quarter" idx="12"/>
          </p:nvPr>
        </p:nvSpPr>
        <p:spPr/>
        <p:txBody>
          <a:bodyPr/>
          <a:lstStyle/>
          <a:p>
            <a:fld id="{63F4E5A8-6AB8-4147-9ED2-6CAA95D35954}" type="slidenum">
              <a:rPr lang="en-US" smtClean="0"/>
              <a:t>‹#›</a:t>
            </a:fld>
            <a:endParaRPr lang="en-US"/>
          </a:p>
        </p:txBody>
      </p:sp>
    </p:spTree>
    <p:extLst>
      <p:ext uri="{BB962C8B-B14F-4D97-AF65-F5344CB8AC3E}">
        <p14:creationId xmlns:p14="http://schemas.microsoft.com/office/powerpoint/2010/main" val="849878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C3E6A-BAB9-CA09-B22E-481153B0CA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653672-AE84-1187-C0E2-A2BBBEF4C5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02DA43-D64D-B8C8-B6CA-91F93F71D5BA}"/>
              </a:ext>
            </a:extLst>
          </p:cNvPr>
          <p:cNvSpPr>
            <a:spLocks noGrp="1"/>
          </p:cNvSpPr>
          <p:nvPr>
            <p:ph type="dt" sz="half" idx="10"/>
          </p:nvPr>
        </p:nvSpPr>
        <p:spPr/>
        <p:txBody>
          <a:bodyPr/>
          <a:lstStyle/>
          <a:p>
            <a:fld id="{463713E3-3F43-4EA9-81A0-BE8C045E7EC9}" type="datetime1">
              <a:rPr lang="en-US" smtClean="0"/>
              <a:t>27-May-24</a:t>
            </a:fld>
            <a:endParaRPr lang="en-US"/>
          </a:p>
        </p:txBody>
      </p:sp>
      <p:sp>
        <p:nvSpPr>
          <p:cNvPr id="5" name="Footer Placeholder 4">
            <a:extLst>
              <a:ext uri="{FF2B5EF4-FFF2-40B4-BE49-F238E27FC236}">
                <a16:creationId xmlns:a16="http://schemas.microsoft.com/office/drawing/2014/main" id="{233C533C-555F-4FE5-05EA-E708550F57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3FBB7-1415-6C43-5F51-1154D7AAB211}"/>
              </a:ext>
            </a:extLst>
          </p:cNvPr>
          <p:cNvSpPr>
            <a:spLocks noGrp="1"/>
          </p:cNvSpPr>
          <p:nvPr>
            <p:ph type="sldNum" sz="quarter" idx="12"/>
          </p:nvPr>
        </p:nvSpPr>
        <p:spPr/>
        <p:txBody>
          <a:bodyPr/>
          <a:lstStyle/>
          <a:p>
            <a:fld id="{63F4E5A8-6AB8-4147-9ED2-6CAA95D35954}" type="slidenum">
              <a:rPr lang="en-US" smtClean="0"/>
              <a:t>‹#›</a:t>
            </a:fld>
            <a:endParaRPr lang="en-US"/>
          </a:p>
        </p:txBody>
      </p:sp>
    </p:spTree>
    <p:extLst>
      <p:ext uri="{BB962C8B-B14F-4D97-AF65-F5344CB8AC3E}">
        <p14:creationId xmlns:p14="http://schemas.microsoft.com/office/powerpoint/2010/main" val="1935213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B66B23-A4D0-B4E6-C04B-662C04E0E8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E2915C-9B81-79D4-6F49-93B7C198B6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B7CDC4-EEB2-A788-7331-F3422EB25006}"/>
              </a:ext>
            </a:extLst>
          </p:cNvPr>
          <p:cNvSpPr>
            <a:spLocks noGrp="1"/>
          </p:cNvSpPr>
          <p:nvPr>
            <p:ph type="dt" sz="half" idx="10"/>
          </p:nvPr>
        </p:nvSpPr>
        <p:spPr/>
        <p:txBody>
          <a:bodyPr/>
          <a:lstStyle/>
          <a:p>
            <a:fld id="{D03FD47C-30F0-417A-B4C1-EDC0C478FA2A}" type="datetime1">
              <a:rPr lang="en-US" smtClean="0"/>
              <a:t>27-May-24</a:t>
            </a:fld>
            <a:endParaRPr lang="en-US"/>
          </a:p>
        </p:txBody>
      </p:sp>
      <p:sp>
        <p:nvSpPr>
          <p:cNvPr id="5" name="Footer Placeholder 4">
            <a:extLst>
              <a:ext uri="{FF2B5EF4-FFF2-40B4-BE49-F238E27FC236}">
                <a16:creationId xmlns:a16="http://schemas.microsoft.com/office/drawing/2014/main" id="{73E53D8E-2DFF-0D83-5B55-E1FB12BA6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36A2CD-D4F3-C92E-4641-254825AFD412}"/>
              </a:ext>
            </a:extLst>
          </p:cNvPr>
          <p:cNvSpPr>
            <a:spLocks noGrp="1"/>
          </p:cNvSpPr>
          <p:nvPr>
            <p:ph type="sldNum" sz="quarter" idx="12"/>
          </p:nvPr>
        </p:nvSpPr>
        <p:spPr/>
        <p:txBody>
          <a:bodyPr/>
          <a:lstStyle/>
          <a:p>
            <a:fld id="{63F4E5A8-6AB8-4147-9ED2-6CAA95D35954}" type="slidenum">
              <a:rPr lang="en-US" smtClean="0"/>
              <a:t>‹#›</a:t>
            </a:fld>
            <a:endParaRPr lang="en-US"/>
          </a:p>
        </p:txBody>
      </p:sp>
    </p:spTree>
    <p:extLst>
      <p:ext uri="{BB962C8B-B14F-4D97-AF65-F5344CB8AC3E}">
        <p14:creationId xmlns:p14="http://schemas.microsoft.com/office/powerpoint/2010/main" val="2720140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90D2F7-5D14-05B4-3803-DF64916E7D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07E174-27F1-F272-8371-E0DFC265B9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3C46DD-A4B3-78F7-C59F-12F915AE34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DFAD46-1C27-4752-98E1-2879C3B785B1}" type="datetime1">
              <a:rPr lang="en-US" smtClean="0"/>
              <a:t>27-May-24</a:t>
            </a:fld>
            <a:endParaRPr lang="en-US"/>
          </a:p>
        </p:txBody>
      </p:sp>
      <p:sp>
        <p:nvSpPr>
          <p:cNvPr id="5" name="Footer Placeholder 4">
            <a:extLst>
              <a:ext uri="{FF2B5EF4-FFF2-40B4-BE49-F238E27FC236}">
                <a16:creationId xmlns:a16="http://schemas.microsoft.com/office/drawing/2014/main" id="{9B4FD0A1-5DEE-A362-B121-997F91C10B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64E7B2E-51ED-5988-9D27-6E6BFA41AE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F4E5A8-6AB8-4147-9ED2-6CAA95D35954}" type="slidenum">
              <a:rPr lang="en-US" smtClean="0"/>
              <a:t>‹#›</a:t>
            </a:fld>
            <a:endParaRPr lang="en-US"/>
          </a:p>
        </p:txBody>
      </p:sp>
    </p:spTree>
    <p:extLst>
      <p:ext uri="{BB962C8B-B14F-4D97-AF65-F5344CB8AC3E}">
        <p14:creationId xmlns:p14="http://schemas.microsoft.com/office/powerpoint/2010/main" val="2565636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6874FA-8CCC-63FF-BA7A-36690918D0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Slide Number Placeholder 4">
            <a:extLst>
              <a:ext uri="{FF2B5EF4-FFF2-40B4-BE49-F238E27FC236}">
                <a16:creationId xmlns:a16="http://schemas.microsoft.com/office/drawing/2014/main" id="{3B7F85EE-FF5E-D5D8-D490-07A4174C9781}"/>
              </a:ext>
            </a:extLst>
          </p:cNvPr>
          <p:cNvSpPr>
            <a:spLocks noGrp="1"/>
          </p:cNvSpPr>
          <p:nvPr>
            <p:ph type="sldNum" sz="quarter" idx="12"/>
          </p:nvPr>
        </p:nvSpPr>
        <p:spPr/>
        <p:txBody>
          <a:bodyPr/>
          <a:lstStyle/>
          <a:p>
            <a:fld id="{63F4E5A8-6AB8-4147-9ED2-6CAA95D35954}" type="slidenum">
              <a:rPr lang="en-US" smtClean="0"/>
              <a:t>1</a:t>
            </a:fld>
            <a:endParaRPr lang="en-US"/>
          </a:p>
        </p:txBody>
      </p:sp>
    </p:spTree>
    <p:extLst>
      <p:ext uri="{BB962C8B-B14F-4D97-AF65-F5344CB8AC3E}">
        <p14:creationId xmlns:p14="http://schemas.microsoft.com/office/powerpoint/2010/main" val="20777438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ECDDF-68BB-E425-7916-C20B73BDF670}"/>
              </a:ext>
            </a:extLst>
          </p:cNvPr>
          <p:cNvSpPr>
            <a:spLocks noGrp="1"/>
          </p:cNvSpPr>
          <p:nvPr>
            <p:ph type="ctrTitle"/>
          </p:nvPr>
        </p:nvSpPr>
        <p:spPr>
          <a:xfrm>
            <a:off x="0" y="1"/>
            <a:ext cx="12192000" cy="1166190"/>
          </a:xfrm>
        </p:spPr>
        <p:txBody>
          <a:bodyPr>
            <a:normAutofit fontScale="90000"/>
          </a:bodyPr>
          <a:lstStyle/>
          <a:p>
            <a:r>
              <a:rPr lang="en-US" sz="8000" b="1" dirty="0"/>
              <a:t>Page Replacement Algorithms</a:t>
            </a:r>
          </a:p>
        </p:txBody>
      </p:sp>
      <p:sp>
        <p:nvSpPr>
          <p:cNvPr id="3" name="Subtitle 2">
            <a:extLst>
              <a:ext uri="{FF2B5EF4-FFF2-40B4-BE49-F238E27FC236}">
                <a16:creationId xmlns:a16="http://schemas.microsoft.com/office/drawing/2014/main" id="{EEC879E6-E9AF-0EDB-C675-93C3E5E14298}"/>
              </a:ext>
            </a:extLst>
          </p:cNvPr>
          <p:cNvSpPr>
            <a:spLocks noGrp="1"/>
          </p:cNvSpPr>
          <p:nvPr>
            <p:ph type="subTitle" idx="1"/>
          </p:nvPr>
        </p:nvSpPr>
        <p:spPr>
          <a:xfrm>
            <a:off x="0" y="954157"/>
            <a:ext cx="12191999" cy="5903842"/>
          </a:xfrm>
        </p:spPr>
        <p:txBody>
          <a:bodyPr>
            <a:normAutofit lnSpcReduction="10000"/>
          </a:bodyPr>
          <a:lstStyle/>
          <a:p>
            <a:pPr algn="l"/>
            <a:r>
              <a:rPr lang="en-US" sz="8000" dirty="0"/>
              <a:t>Presented By:</a:t>
            </a:r>
          </a:p>
          <a:p>
            <a:pPr algn="l"/>
            <a:r>
              <a:rPr lang="en-US" sz="8000" dirty="0"/>
              <a:t>Huzaifa Shahbaz(21-CE-009)</a:t>
            </a:r>
          </a:p>
          <a:p>
            <a:pPr algn="l"/>
            <a:r>
              <a:rPr lang="en-US" sz="8000" dirty="0"/>
              <a:t>Muhammad Ibthesam (21-ce-020)</a:t>
            </a:r>
          </a:p>
          <a:p>
            <a:pPr algn="l"/>
            <a:r>
              <a:rPr lang="en-US" sz="8000" dirty="0"/>
              <a:t>Yawar Ali Malik (21-CE-021)</a:t>
            </a:r>
          </a:p>
        </p:txBody>
      </p:sp>
      <p:sp>
        <p:nvSpPr>
          <p:cNvPr id="4" name="Slide Number Placeholder 3">
            <a:extLst>
              <a:ext uri="{FF2B5EF4-FFF2-40B4-BE49-F238E27FC236}">
                <a16:creationId xmlns:a16="http://schemas.microsoft.com/office/drawing/2014/main" id="{EA868B04-32FA-62FE-7CF6-6F66FC2CDACA}"/>
              </a:ext>
            </a:extLst>
          </p:cNvPr>
          <p:cNvSpPr>
            <a:spLocks noGrp="1"/>
          </p:cNvSpPr>
          <p:nvPr>
            <p:ph type="sldNum" sz="quarter" idx="12"/>
          </p:nvPr>
        </p:nvSpPr>
        <p:spPr/>
        <p:txBody>
          <a:bodyPr/>
          <a:lstStyle/>
          <a:p>
            <a:fld id="{63F4E5A8-6AB8-4147-9ED2-6CAA95D35954}" type="slidenum">
              <a:rPr lang="en-US" smtClean="0"/>
              <a:t>2</a:t>
            </a:fld>
            <a:endParaRPr lang="en-US"/>
          </a:p>
        </p:txBody>
      </p:sp>
    </p:spTree>
    <p:extLst>
      <p:ext uri="{BB962C8B-B14F-4D97-AF65-F5344CB8AC3E}">
        <p14:creationId xmlns:p14="http://schemas.microsoft.com/office/powerpoint/2010/main" val="1125013452"/>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7A4EB-2BDE-F8E0-4D72-F978D093545B}"/>
              </a:ext>
            </a:extLst>
          </p:cNvPr>
          <p:cNvSpPr>
            <a:spLocks noGrp="1"/>
          </p:cNvSpPr>
          <p:nvPr>
            <p:ph type="title"/>
          </p:nvPr>
        </p:nvSpPr>
        <p:spPr>
          <a:xfrm>
            <a:off x="-1" y="168812"/>
            <a:ext cx="11943471" cy="1195754"/>
          </a:xfrm>
        </p:spPr>
        <p:txBody>
          <a:bodyPr>
            <a:noAutofit/>
          </a:bodyPr>
          <a:lstStyle/>
          <a:p>
            <a:pPr algn="ctr"/>
            <a:r>
              <a:rPr lang="en-US" sz="11500" b="1" dirty="0"/>
              <a:t>OUTLINES</a:t>
            </a:r>
          </a:p>
        </p:txBody>
      </p:sp>
      <p:sp>
        <p:nvSpPr>
          <p:cNvPr id="3" name="Content Placeholder 2">
            <a:extLst>
              <a:ext uri="{FF2B5EF4-FFF2-40B4-BE49-F238E27FC236}">
                <a16:creationId xmlns:a16="http://schemas.microsoft.com/office/drawing/2014/main" id="{236E06C1-A317-E18B-6FC8-BD5144B647B8}"/>
              </a:ext>
            </a:extLst>
          </p:cNvPr>
          <p:cNvSpPr>
            <a:spLocks noGrp="1"/>
          </p:cNvSpPr>
          <p:nvPr>
            <p:ph idx="1"/>
          </p:nvPr>
        </p:nvSpPr>
        <p:spPr>
          <a:xfrm>
            <a:off x="248530" y="1181686"/>
            <a:ext cx="11694940" cy="5507502"/>
          </a:xfrm>
        </p:spPr>
        <p:txBody>
          <a:bodyPr>
            <a:normAutofit lnSpcReduction="10000"/>
          </a:bodyPr>
          <a:lstStyle/>
          <a:p>
            <a:r>
              <a:rPr lang="en-US" dirty="0"/>
              <a:t>Abstract</a:t>
            </a:r>
          </a:p>
          <a:p>
            <a:r>
              <a:rPr lang="en-US" dirty="0"/>
              <a:t>Introduction</a:t>
            </a:r>
          </a:p>
          <a:p>
            <a:r>
              <a:rPr lang="en-US" dirty="0"/>
              <a:t>Problem Statement</a:t>
            </a:r>
          </a:p>
          <a:p>
            <a:r>
              <a:rPr lang="en-US" dirty="0"/>
              <a:t>Objective</a:t>
            </a:r>
          </a:p>
          <a:p>
            <a:r>
              <a:rPr lang="en-US" dirty="0"/>
              <a:t>Expected Outcome</a:t>
            </a:r>
          </a:p>
          <a:p>
            <a:r>
              <a:rPr lang="en-US" dirty="0"/>
              <a:t>Components Used</a:t>
            </a:r>
          </a:p>
          <a:p>
            <a:r>
              <a:rPr lang="en-US" dirty="0"/>
              <a:t>Project Diagram</a:t>
            </a:r>
          </a:p>
          <a:p>
            <a:r>
              <a:rPr lang="en-US" dirty="0"/>
              <a:t>First In, First Out</a:t>
            </a:r>
          </a:p>
          <a:p>
            <a:r>
              <a:rPr lang="en-US" dirty="0"/>
              <a:t>First In, First Out diagram</a:t>
            </a:r>
          </a:p>
          <a:p>
            <a:r>
              <a:rPr lang="en-US" dirty="0"/>
              <a:t>CODE OF First In, First Out diagram</a:t>
            </a:r>
          </a:p>
          <a:p>
            <a:r>
              <a:rPr lang="en-US" dirty="0"/>
              <a:t>Least recently used</a:t>
            </a:r>
          </a:p>
          <a:p>
            <a:pPr marL="0" indent="0">
              <a:buNone/>
            </a:pPr>
            <a:endParaRPr lang="en-US" dirty="0"/>
          </a:p>
        </p:txBody>
      </p:sp>
      <p:sp>
        <p:nvSpPr>
          <p:cNvPr id="4" name="Slide Number Placeholder 3">
            <a:extLst>
              <a:ext uri="{FF2B5EF4-FFF2-40B4-BE49-F238E27FC236}">
                <a16:creationId xmlns:a16="http://schemas.microsoft.com/office/drawing/2014/main" id="{A79B2F57-4EF2-A6E1-E298-ABA2D21CCA69}"/>
              </a:ext>
            </a:extLst>
          </p:cNvPr>
          <p:cNvSpPr>
            <a:spLocks noGrp="1"/>
          </p:cNvSpPr>
          <p:nvPr>
            <p:ph type="sldNum" sz="quarter" idx="12"/>
          </p:nvPr>
        </p:nvSpPr>
        <p:spPr/>
        <p:txBody>
          <a:bodyPr/>
          <a:lstStyle/>
          <a:p>
            <a:fld id="{63F4E5A8-6AB8-4147-9ED2-6CAA95D35954}" type="slidenum">
              <a:rPr lang="en-US" smtClean="0"/>
              <a:t>3</a:t>
            </a:fld>
            <a:endParaRPr lang="en-US"/>
          </a:p>
        </p:txBody>
      </p:sp>
    </p:spTree>
    <p:extLst>
      <p:ext uri="{BB962C8B-B14F-4D97-AF65-F5344CB8AC3E}">
        <p14:creationId xmlns:p14="http://schemas.microsoft.com/office/powerpoint/2010/main" val="310534123"/>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7A4EB-2BDE-F8E0-4D72-F978D093545B}"/>
              </a:ext>
            </a:extLst>
          </p:cNvPr>
          <p:cNvSpPr>
            <a:spLocks noGrp="1"/>
          </p:cNvSpPr>
          <p:nvPr>
            <p:ph type="title"/>
          </p:nvPr>
        </p:nvSpPr>
        <p:spPr>
          <a:xfrm>
            <a:off x="-1" y="168812"/>
            <a:ext cx="11943471" cy="1195754"/>
          </a:xfrm>
        </p:spPr>
        <p:txBody>
          <a:bodyPr>
            <a:noAutofit/>
          </a:bodyPr>
          <a:lstStyle/>
          <a:p>
            <a:pPr algn="ctr"/>
            <a:r>
              <a:rPr lang="en-US" sz="8800" b="1" dirty="0"/>
              <a:t>OUTLINES(continued)</a:t>
            </a:r>
          </a:p>
        </p:txBody>
      </p:sp>
      <p:sp>
        <p:nvSpPr>
          <p:cNvPr id="3" name="Content Placeholder 2">
            <a:extLst>
              <a:ext uri="{FF2B5EF4-FFF2-40B4-BE49-F238E27FC236}">
                <a16:creationId xmlns:a16="http://schemas.microsoft.com/office/drawing/2014/main" id="{236E06C1-A317-E18B-6FC8-BD5144B647B8}"/>
              </a:ext>
            </a:extLst>
          </p:cNvPr>
          <p:cNvSpPr>
            <a:spLocks noGrp="1"/>
          </p:cNvSpPr>
          <p:nvPr>
            <p:ph idx="1"/>
          </p:nvPr>
        </p:nvSpPr>
        <p:spPr>
          <a:xfrm>
            <a:off x="248530" y="1181686"/>
            <a:ext cx="11694940" cy="5676314"/>
          </a:xfrm>
        </p:spPr>
        <p:txBody>
          <a:bodyPr>
            <a:normAutofit/>
          </a:bodyPr>
          <a:lstStyle/>
          <a:p>
            <a:r>
              <a:rPr lang="en-US" dirty="0"/>
              <a:t>Least Recently used diagram</a:t>
            </a:r>
          </a:p>
          <a:p>
            <a:r>
              <a:rPr lang="en-US" dirty="0"/>
              <a:t>CODE OF Least Recently used</a:t>
            </a:r>
          </a:p>
          <a:p>
            <a:r>
              <a:rPr lang="en-US" dirty="0"/>
              <a:t>Least Frequently Used</a:t>
            </a:r>
          </a:p>
          <a:p>
            <a:r>
              <a:rPr lang="en-US" dirty="0"/>
              <a:t>Least Frequently Used diagram</a:t>
            </a:r>
          </a:p>
          <a:p>
            <a:r>
              <a:rPr lang="en-US" dirty="0"/>
              <a:t>CODE OF Least Frequently Used </a:t>
            </a:r>
          </a:p>
          <a:p>
            <a:r>
              <a:rPr lang="en-US" dirty="0"/>
              <a:t>Optimal Page Replacement</a:t>
            </a:r>
          </a:p>
          <a:p>
            <a:r>
              <a:rPr lang="en-US" dirty="0"/>
              <a:t>Optimal Page Replacement Diagram</a:t>
            </a:r>
          </a:p>
          <a:p>
            <a:r>
              <a:rPr lang="en-US" dirty="0"/>
              <a:t>CODE OF Optimal Page Replacement</a:t>
            </a:r>
          </a:p>
          <a:p>
            <a:r>
              <a:rPr lang="en-US" dirty="0"/>
              <a:t>CODE OF Page Replacement </a:t>
            </a:r>
            <a:r>
              <a:rPr lang="en-US" sz="2800" dirty="0"/>
              <a:t>Algorithms</a:t>
            </a:r>
          </a:p>
          <a:p>
            <a:r>
              <a:rPr lang="en-US" dirty="0"/>
              <a:t>Results of</a:t>
            </a:r>
            <a:r>
              <a:rPr lang="en-US" b="1" dirty="0"/>
              <a:t> </a:t>
            </a:r>
            <a:r>
              <a:rPr lang="en-US" dirty="0"/>
              <a:t>Page Replacement </a:t>
            </a:r>
            <a:r>
              <a:rPr lang="en-US" sz="2800" dirty="0"/>
              <a:t>Algorithms</a:t>
            </a:r>
          </a:p>
          <a:p>
            <a:r>
              <a:rPr lang="en-US" dirty="0"/>
              <a:t>Conclusion</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FE2956B-6FFE-17C3-FB0C-BEBEDD202410}"/>
              </a:ext>
            </a:extLst>
          </p:cNvPr>
          <p:cNvSpPr>
            <a:spLocks noGrp="1"/>
          </p:cNvSpPr>
          <p:nvPr>
            <p:ph type="sldNum" sz="quarter" idx="12"/>
          </p:nvPr>
        </p:nvSpPr>
        <p:spPr/>
        <p:txBody>
          <a:bodyPr/>
          <a:lstStyle/>
          <a:p>
            <a:fld id="{63F4E5A8-6AB8-4147-9ED2-6CAA95D35954}" type="slidenum">
              <a:rPr lang="en-US" smtClean="0"/>
              <a:t>4</a:t>
            </a:fld>
            <a:endParaRPr lang="en-US"/>
          </a:p>
        </p:txBody>
      </p:sp>
    </p:spTree>
    <p:extLst>
      <p:ext uri="{BB962C8B-B14F-4D97-AF65-F5344CB8AC3E}">
        <p14:creationId xmlns:p14="http://schemas.microsoft.com/office/powerpoint/2010/main" val="164646962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6D5CB-78EF-FAE2-4A9F-BEC80D7B5606}"/>
              </a:ext>
            </a:extLst>
          </p:cNvPr>
          <p:cNvSpPr>
            <a:spLocks noGrp="1"/>
          </p:cNvSpPr>
          <p:nvPr>
            <p:ph type="title"/>
          </p:nvPr>
        </p:nvSpPr>
        <p:spPr>
          <a:xfrm>
            <a:off x="112542" y="182880"/>
            <a:ext cx="12079458" cy="1195754"/>
          </a:xfrm>
        </p:spPr>
        <p:txBody>
          <a:bodyPr>
            <a:normAutofit/>
          </a:bodyPr>
          <a:lstStyle/>
          <a:p>
            <a:pPr algn="ctr"/>
            <a:r>
              <a:rPr lang="en-US" sz="8000" b="1" dirty="0"/>
              <a:t>Abstract</a:t>
            </a:r>
          </a:p>
        </p:txBody>
      </p:sp>
      <p:sp>
        <p:nvSpPr>
          <p:cNvPr id="3" name="Content Placeholder 2">
            <a:extLst>
              <a:ext uri="{FF2B5EF4-FFF2-40B4-BE49-F238E27FC236}">
                <a16:creationId xmlns:a16="http://schemas.microsoft.com/office/drawing/2014/main" id="{676571DB-226A-EDE0-2E3B-DCA198BDF839}"/>
              </a:ext>
            </a:extLst>
          </p:cNvPr>
          <p:cNvSpPr>
            <a:spLocks noGrp="1"/>
          </p:cNvSpPr>
          <p:nvPr>
            <p:ph idx="1"/>
          </p:nvPr>
        </p:nvSpPr>
        <p:spPr>
          <a:xfrm>
            <a:off x="112542" y="1097280"/>
            <a:ext cx="11966916" cy="5577840"/>
          </a:xfrm>
        </p:spPr>
        <p:txBody>
          <a:bodyPr/>
          <a:lstStyle/>
          <a:p>
            <a:r>
              <a:rPr lang="en-US" sz="3600" kern="0" dirty="0">
                <a:effectLst/>
                <a:ea typeface="Times New Roman" panose="02020603050405020304" pitchFamily="18" charset="0"/>
              </a:rPr>
              <a:t>Page replacement algorithms are critical for managing a computer's memory by deciding which pages to swap out when new pages need to be loaded.</a:t>
            </a:r>
          </a:p>
          <a:p>
            <a:r>
              <a:rPr lang="en-US" sz="3600" kern="0" dirty="0">
                <a:effectLst/>
                <a:ea typeface="Times New Roman" panose="02020603050405020304" pitchFamily="18" charset="0"/>
              </a:rPr>
              <a:t>Common algorithms include FIFO (First-In-First-Out), LRU (Least Recently Used), and Optimal Page Replacement, each with distinct strategies for determining which page to replace.</a:t>
            </a:r>
            <a:endParaRPr lang="en-US" sz="3600" kern="0" dirty="0">
              <a:ea typeface="Times New Roman" panose="02020603050405020304" pitchFamily="18" charset="0"/>
            </a:endParaRPr>
          </a:p>
          <a:p>
            <a:r>
              <a:rPr lang="en-US" sz="3600" kern="0" dirty="0">
                <a:effectLst/>
                <a:ea typeface="Times New Roman" panose="02020603050405020304" pitchFamily="18" charset="0"/>
              </a:rPr>
              <a:t>These algorithms balance efficiency and complexity to maintain effective memory utilization.</a:t>
            </a:r>
          </a:p>
          <a:p>
            <a:r>
              <a:rPr lang="en-US" sz="3600" dirty="0">
                <a:effectLst/>
                <a:ea typeface="Times New Roman" panose="02020603050405020304" pitchFamily="18" charset="0"/>
                <a:cs typeface="Times New Roman" panose="02020603050405020304" pitchFamily="18" charset="0"/>
              </a:rPr>
              <a:t>Research in this area continues to evolve, enhancing system performance and resource management.</a:t>
            </a:r>
          </a:p>
          <a:p>
            <a:endParaRPr lang="en-US" dirty="0"/>
          </a:p>
        </p:txBody>
      </p:sp>
      <p:sp>
        <p:nvSpPr>
          <p:cNvPr id="4" name="Slide Number Placeholder 3">
            <a:extLst>
              <a:ext uri="{FF2B5EF4-FFF2-40B4-BE49-F238E27FC236}">
                <a16:creationId xmlns:a16="http://schemas.microsoft.com/office/drawing/2014/main" id="{DF1B5B64-5A69-2AB2-93D6-939C39E79551}"/>
              </a:ext>
            </a:extLst>
          </p:cNvPr>
          <p:cNvSpPr>
            <a:spLocks noGrp="1"/>
          </p:cNvSpPr>
          <p:nvPr>
            <p:ph type="sldNum" sz="quarter" idx="12"/>
          </p:nvPr>
        </p:nvSpPr>
        <p:spPr/>
        <p:txBody>
          <a:bodyPr/>
          <a:lstStyle/>
          <a:p>
            <a:fld id="{63F4E5A8-6AB8-4147-9ED2-6CAA95D35954}" type="slidenum">
              <a:rPr lang="en-US" smtClean="0"/>
              <a:t>5</a:t>
            </a:fld>
            <a:endParaRPr lang="en-US"/>
          </a:p>
        </p:txBody>
      </p:sp>
    </p:spTree>
    <p:extLst>
      <p:ext uri="{BB962C8B-B14F-4D97-AF65-F5344CB8AC3E}">
        <p14:creationId xmlns:p14="http://schemas.microsoft.com/office/powerpoint/2010/main" val="615103344"/>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F60DF-48DB-84F3-9E5E-7C8B821D3BCF}"/>
              </a:ext>
            </a:extLst>
          </p:cNvPr>
          <p:cNvSpPr>
            <a:spLocks noGrp="1"/>
          </p:cNvSpPr>
          <p:nvPr>
            <p:ph type="title"/>
          </p:nvPr>
        </p:nvSpPr>
        <p:spPr>
          <a:xfrm>
            <a:off x="-1" y="140677"/>
            <a:ext cx="12027877" cy="1069145"/>
          </a:xfrm>
        </p:spPr>
        <p:txBody>
          <a:bodyPr>
            <a:normAutofit fontScale="90000"/>
          </a:bodyPr>
          <a:lstStyle/>
          <a:p>
            <a:pPr algn="ctr"/>
            <a:r>
              <a:rPr lang="en-US" sz="11500" b="1" dirty="0"/>
              <a:t>Introduction</a:t>
            </a:r>
          </a:p>
        </p:txBody>
      </p:sp>
      <p:sp>
        <p:nvSpPr>
          <p:cNvPr id="3" name="Content Placeholder 2">
            <a:extLst>
              <a:ext uri="{FF2B5EF4-FFF2-40B4-BE49-F238E27FC236}">
                <a16:creationId xmlns:a16="http://schemas.microsoft.com/office/drawing/2014/main" id="{EB0DAE1B-8930-5122-6A4E-B9CDCF378361}"/>
              </a:ext>
            </a:extLst>
          </p:cNvPr>
          <p:cNvSpPr>
            <a:spLocks noGrp="1"/>
          </p:cNvSpPr>
          <p:nvPr>
            <p:ph idx="1"/>
          </p:nvPr>
        </p:nvSpPr>
        <p:spPr>
          <a:xfrm>
            <a:off x="0" y="1209822"/>
            <a:ext cx="12027876" cy="5648178"/>
          </a:xfrm>
        </p:spPr>
        <p:txBody>
          <a:bodyPr>
            <a:normAutofit fontScale="92500" lnSpcReduction="10000"/>
          </a:bodyPr>
          <a:lstStyle/>
          <a:p>
            <a:r>
              <a:rPr lang="en-US" sz="3000" kern="0" dirty="0">
                <a:solidFill>
                  <a:srgbClr val="000000"/>
                </a:solidFill>
                <a:effectLst/>
                <a:highlight>
                  <a:srgbClr val="FFFFFF"/>
                </a:highlight>
                <a:ea typeface="Times New Roman" panose="02020603050405020304" pitchFamily="18" charset="0"/>
              </a:rPr>
              <a:t>Paging is a type of memory management scheme which the computer uses to store and receive data from the secondary storage and uses that in the main memory.</a:t>
            </a:r>
          </a:p>
          <a:p>
            <a:r>
              <a:rPr lang="en-US" sz="3000" kern="0" dirty="0">
                <a:solidFill>
                  <a:srgbClr val="000000"/>
                </a:solidFill>
                <a:effectLst/>
                <a:highlight>
                  <a:srgbClr val="FFFFFF"/>
                </a:highlight>
                <a:ea typeface="Times New Roman" panose="02020603050405020304" pitchFamily="18" charset="0"/>
              </a:rPr>
              <a:t>This scheme allows the physical address space of a process to be non-contiguous.</a:t>
            </a:r>
            <a:endParaRPr lang="en-US" sz="3000" kern="0" dirty="0">
              <a:solidFill>
                <a:srgbClr val="000000"/>
              </a:solidFill>
              <a:highlight>
                <a:srgbClr val="FFFFFF"/>
              </a:highlight>
              <a:ea typeface="Times New Roman" panose="02020603050405020304" pitchFamily="18" charset="0"/>
            </a:endParaRPr>
          </a:p>
          <a:p>
            <a:r>
              <a:rPr lang="en-US" sz="3000" b="1" dirty="0">
                <a:solidFill>
                  <a:srgbClr val="000000"/>
                </a:solidFill>
                <a:effectLst/>
                <a:highlight>
                  <a:srgbClr val="FFFFFF"/>
                </a:highlight>
                <a:ea typeface="Times New Roman" panose="02020603050405020304" pitchFamily="18" charset="0"/>
                <a:cs typeface="Times New Roman" panose="02020603050405020304" pitchFamily="18" charset="0"/>
              </a:rPr>
              <a:t>Example</a:t>
            </a:r>
          </a:p>
          <a:p>
            <a:r>
              <a:rPr lang="en-US" sz="3000" dirty="0">
                <a:solidFill>
                  <a:srgbClr val="000000"/>
                </a:solidFill>
                <a:effectLst/>
                <a:highlight>
                  <a:srgbClr val="FFFFFF"/>
                </a:highlight>
                <a:ea typeface="Times New Roman" panose="02020603050405020304" pitchFamily="18" charset="0"/>
                <a:cs typeface="Times New Roman" panose="02020603050405020304" pitchFamily="18" charset="0"/>
              </a:rPr>
              <a:t>There is a process of size: 4                                                                                             </a:t>
            </a:r>
            <a:endParaRPr lang="en-US" sz="3000" dirty="0">
              <a:effectLst/>
              <a:ea typeface="Times New Roman" panose="02020603050405020304" pitchFamily="18" charset="0"/>
              <a:cs typeface="Times New Roman" panose="02020603050405020304" pitchFamily="18" charset="0"/>
            </a:endParaRPr>
          </a:p>
          <a:p>
            <a:r>
              <a:rPr lang="en-US" sz="3000" dirty="0">
                <a:solidFill>
                  <a:srgbClr val="000000"/>
                </a:solidFill>
                <a:effectLst/>
                <a:highlight>
                  <a:srgbClr val="FFFFFF"/>
                </a:highlight>
                <a:ea typeface="Times New Roman" panose="02020603050405020304" pitchFamily="18" charset="0"/>
                <a:cs typeface="Times New Roman" panose="02020603050405020304" pitchFamily="18" charset="0"/>
              </a:rPr>
              <a:t>Bytes The size of a single page: 2 </a:t>
            </a:r>
            <a:endParaRPr lang="en-US" sz="3000" dirty="0">
              <a:effectLst/>
              <a:ea typeface="Times New Roman" panose="02020603050405020304" pitchFamily="18" charset="0"/>
              <a:cs typeface="Times New Roman" panose="02020603050405020304" pitchFamily="18" charset="0"/>
            </a:endParaRPr>
          </a:p>
          <a:p>
            <a:r>
              <a:rPr lang="en-US" sz="3000" dirty="0">
                <a:solidFill>
                  <a:srgbClr val="000000"/>
                </a:solidFill>
                <a:effectLst/>
                <a:highlight>
                  <a:srgbClr val="FFFFFF"/>
                </a:highlight>
                <a:ea typeface="Times New Roman" panose="02020603050405020304" pitchFamily="18" charset="0"/>
                <a:cs typeface="Times New Roman" panose="02020603050405020304" pitchFamily="18" charset="0"/>
              </a:rPr>
              <a:t>Bytes Number of pages/Process: 4/2 = 2</a:t>
            </a:r>
            <a:endParaRPr lang="en-US" sz="3000" dirty="0">
              <a:effectLst/>
              <a:ea typeface="Times New Roman" panose="02020603050405020304" pitchFamily="18" charset="0"/>
              <a:cs typeface="Times New Roman" panose="02020603050405020304" pitchFamily="18" charset="0"/>
            </a:endParaRPr>
          </a:p>
          <a:p>
            <a:r>
              <a:rPr lang="en-US" sz="3000" kern="0" dirty="0">
                <a:solidFill>
                  <a:srgbClr val="000000"/>
                </a:solidFill>
                <a:effectLst/>
                <a:ea typeface="Times New Roman" panose="02020603050405020304" pitchFamily="18" charset="0"/>
              </a:rPr>
              <a:t>To follow the concept of paging the MMU makes a page table.</a:t>
            </a:r>
            <a:endParaRPr lang="en-US" sz="3000" b="1" kern="0" dirty="0">
              <a:solidFill>
                <a:srgbClr val="000000"/>
              </a:solidFill>
              <a:highlight>
                <a:srgbClr val="FFFFFF"/>
              </a:highlight>
              <a:ea typeface="Times New Roman" panose="02020603050405020304" pitchFamily="18" charset="0"/>
              <a:cs typeface="Times New Roman" panose="02020603050405020304" pitchFamily="18" charset="0"/>
            </a:endParaRPr>
          </a:p>
          <a:p>
            <a:r>
              <a:rPr lang="en-US" sz="3000" kern="0" dirty="0">
                <a:solidFill>
                  <a:srgbClr val="000000"/>
                </a:solidFill>
                <a:effectLst/>
                <a:ea typeface="Times New Roman" panose="02020603050405020304" pitchFamily="18" charset="0"/>
              </a:rPr>
              <a:t>Every process has its own page table.</a:t>
            </a:r>
            <a:endParaRPr lang="en-US" sz="3000" b="1" kern="0" dirty="0">
              <a:solidFill>
                <a:srgbClr val="000000"/>
              </a:solidFill>
              <a:effectLst/>
              <a:highlight>
                <a:srgbClr val="FFFFFF"/>
              </a:highlight>
              <a:ea typeface="Times New Roman" panose="02020603050405020304" pitchFamily="18" charset="0"/>
              <a:cs typeface="Times New Roman" panose="02020603050405020304" pitchFamily="18" charset="0"/>
            </a:endParaRPr>
          </a:p>
          <a:p>
            <a:r>
              <a:rPr lang="en-US" sz="3000" kern="0" dirty="0">
                <a:solidFill>
                  <a:srgbClr val="000000"/>
                </a:solidFill>
                <a:effectLst/>
                <a:ea typeface="Times New Roman" panose="02020603050405020304" pitchFamily="18" charset="0"/>
              </a:rPr>
              <a:t>The number of pages in a page table is the same as the number of pages in a process.</a:t>
            </a:r>
            <a:r>
              <a:rPr lang="en-US"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DFB35A1E-EAD6-8056-7963-73F6387537C6}"/>
              </a:ext>
            </a:extLst>
          </p:cNvPr>
          <p:cNvSpPr>
            <a:spLocks noGrp="1"/>
          </p:cNvSpPr>
          <p:nvPr>
            <p:ph type="sldNum" sz="quarter" idx="12"/>
          </p:nvPr>
        </p:nvSpPr>
        <p:spPr/>
        <p:txBody>
          <a:bodyPr/>
          <a:lstStyle/>
          <a:p>
            <a:fld id="{63F4E5A8-6AB8-4147-9ED2-6CAA95D35954}" type="slidenum">
              <a:rPr lang="en-US" smtClean="0"/>
              <a:t>6</a:t>
            </a:fld>
            <a:endParaRPr lang="en-US"/>
          </a:p>
        </p:txBody>
      </p:sp>
    </p:spTree>
    <p:extLst>
      <p:ext uri="{BB962C8B-B14F-4D97-AF65-F5344CB8AC3E}">
        <p14:creationId xmlns:p14="http://schemas.microsoft.com/office/powerpoint/2010/main" val="3138627754"/>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F60DF-48DB-84F3-9E5E-7C8B821D3BCF}"/>
              </a:ext>
            </a:extLst>
          </p:cNvPr>
          <p:cNvSpPr>
            <a:spLocks noGrp="1"/>
          </p:cNvSpPr>
          <p:nvPr>
            <p:ph type="title"/>
          </p:nvPr>
        </p:nvSpPr>
        <p:spPr>
          <a:xfrm>
            <a:off x="-1" y="140677"/>
            <a:ext cx="12027877" cy="1069145"/>
          </a:xfrm>
        </p:spPr>
        <p:txBody>
          <a:bodyPr>
            <a:noAutofit/>
          </a:bodyPr>
          <a:lstStyle/>
          <a:p>
            <a:pPr algn="ctr"/>
            <a:r>
              <a:rPr lang="en-US" sz="7200" b="1" dirty="0"/>
              <a:t>Introduction(continued)</a:t>
            </a:r>
          </a:p>
        </p:txBody>
      </p:sp>
      <p:sp>
        <p:nvSpPr>
          <p:cNvPr id="3" name="Content Placeholder 2">
            <a:extLst>
              <a:ext uri="{FF2B5EF4-FFF2-40B4-BE49-F238E27FC236}">
                <a16:creationId xmlns:a16="http://schemas.microsoft.com/office/drawing/2014/main" id="{EB0DAE1B-8930-5122-6A4E-B9CDCF378361}"/>
              </a:ext>
            </a:extLst>
          </p:cNvPr>
          <p:cNvSpPr>
            <a:spLocks noGrp="1"/>
          </p:cNvSpPr>
          <p:nvPr>
            <p:ph idx="1"/>
          </p:nvPr>
        </p:nvSpPr>
        <p:spPr>
          <a:xfrm>
            <a:off x="-1" y="1209822"/>
            <a:ext cx="12027877" cy="5648178"/>
          </a:xfrm>
        </p:spPr>
        <p:txBody>
          <a:bodyPr>
            <a:normAutofit lnSpcReduction="10000"/>
          </a:bodyPr>
          <a:lstStyle/>
          <a:p>
            <a:r>
              <a:rPr lang="en-US" sz="6000" b="1" dirty="0">
                <a:solidFill>
                  <a:srgbClr val="000000"/>
                </a:solidFill>
                <a:effectLst/>
                <a:highlight>
                  <a:srgbClr val="FFFFFF"/>
                </a:highlight>
                <a:ea typeface="Times New Roman" panose="02020603050405020304" pitchFamily="18" charset="0"/>
                <a:cs typeface="Times New Roman" panose="02020603050405020304" pitchFamily="18" charset="0"/>
              </a:rPr>
              <a:t>Example</a:t>
            </a:r>
          </a:p>
          <a:p>
            <a:r>
              <a:rPr lang="en-US" sz="6000" kern="0" dirty="0">
                <a:solidFill>
                  <a:srgbClr val="000000"/>
                </a:solidFill>
                <a:effectLst/>
                <a:ea typeface="Times New Roman" panose="02020603050405020304" pitchFamily="18" charset="0"/>
              </a:rPr>
              <a:t>The process 1 above, will have two entries in its page table.</a:t>
            </a:r>
          </a:p>
          <a:p>
            <a:r>
              <a:rPr lang="en-US" sz="6000" dirty="0">
                <a:solidFill>
                  <a:srgbClr val="000000"/>
                </a:solidFill>
                <a:effectLst/>
                <a:highlight>
                  <a:srgbClr val="FFFFFF"/>
                </a:highlight>
                <a:ea typeface="Times New Roman" panose="02020603050405020304" pitchFamily="18" charset="0"/>
                <a:cs typeface="Times New Roman" panose="02020603050405020304" pitchFamily="18" charset="0"/>
              </a:rPr>
              <a:t>The page table however contains the “Frame No” which is the address in main memory where the data required is stored.</a:t>
            </a:r>
            <a:endParaRPr lang="en-US" sz="6000" dirty="0">
              <a:effectLst/>
              <a:highlight>
                <a:srgbClr val="FFFFFF"/>
              </a:highlight>
              <a:ea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BBFF2C77-31FC-4532-CD55-86F2729F4056}"/>
              </a:ext>
            </a:extLst>
          </p:cNvPr>
          <p:cNvSpPr>
            <a:spLocks noGrp="1"/>
          </p:cNvSpPr>
          <p:nvPr>
            <p:ph type="sldNum" sz="quarter" idx="12"/>
          </p:nvPr>
        </p:nvSpPr>
        <p:spPr/>
        <p:txBody>
          <a:bodyPr/>
          <a:lstStyle/>
          <a:p>
            <a:fld id="{63F4E5A8-6AB8-4147-9ED2-6CAA95D35954}" type="slidenum">
              <a:rPr lang="en-US" smtClean="0"/>
              <a:t>7</a:t>
            </a:fld>
            <a:endParaRPr lang="en-US"/>
          </a:p>
        </p:txBody>
      </p:sp>
    </p:spTree>
    <p:extLst>
      <p:ext uri="{BB962C8B-B14F-4D97-AF65-F5344CB8AC3E}">
        <p14:creationId xmlns:p14="http://schemas.microsoft.com/office/powerpoint/2010/main" val="360275031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4AE01-297E-30E1-E25E-711FF2E098DF}"/>
              </a:ext>
            </a:extLst>
          </p:cNvPr>
          <p:cNvSpPr>
            <a:spLocks noGrp="1"/>
          </p:cNvSpPr>
          <p:nvPr>
            <p:ph type="title"/>
          </p:nvPr>
        </p:nvSpPr>
        <p:spPr>
          <a:xfrm>
            <a:off x="0" y="0"/>
            <a:ext cx="12192000" cy="745588"/>
          </a:xfrm>
        </p:spPr>
        <p:txBody>
          <a:bodyPr>
            <a:normAutofit fontScale="90000"/>
          </a:bodyPr>
          <a:lstStyle/>
          <a:p>
            <a:pPr algn="ctr"/>
            <a:r>
              <a:rPr lang="en-US" sz="7200" b="1" dirty="0"/>
              <a:t>Problem Statement</a:t>
            </a:r>
          </a:p>
        </p:txBody>
      </p:sp>
      <p:sp>
        <p:nvSpPr>
          <p:cNvPr id="3" name="Content Placeholder 2">
            <a:extLst>
              <a:ext uri="{FF2B5EF4-FFF2-40B4-BE49-F238E27FC236}">
                <a16:creationId xmlns:a16="http://schemas.microsoft.com/office/drawing/2014/main" id="{CA566CBC-E87A-A410-4A6D-E87C4066D2AB}"/>
              </a:ext>
            </a:extLst>
          </p:cNvPr>
          <p:cNvSpPr>
            <a:spLocks noGrp="1"/>
          </p:cNvSpPr>
          <p:nvPr>
            <p:ph idx="1"/>
          </p:nvPr>
        </p:nvSpPr>
        <p:spPr>
          <a:xfrm>
            <a:off x="0" y="745588"/>
            <a:ext cx="12192000" cy="6112412"/>
          </a:xfrm>
        </p:spPr>
        <p:txBody>
          <a:bodyPr>
            <a:normAutofit lnSpcReduction="10000"/>
          </a:bodyPr>
          <a:lstStyle/>
          <a:p>
            <a:r>
              <a:rPr lang="en-US" sz="4000" kern="0" dirty="0">
                <a:effectLst/>
                <a:ea typeface="Times New Roman" panose="02020603050405020304" pitchFamily="18" charset="0"/>
              </a:rPr>
              <a:t>Developing a paging memory management system is essential for efficient data handling in computers.</a:t>
            </a:r>
          </a:p>
          <a:p>
            <a:r>
              <a:rPr lang="en-US" sz="4000" kern="0" dirty="0">
                <a:effectLst/>
                <a:ea typeface="Times New Roman" panose="02020603050405020304" pitchFamily="18" charset="0"/>
              </a:rPr>
              <a:t>This project aims to design an optimized paging mechanism where the Memory Management Unit (MMU) maintains page tables for each process, correlating virtual addresses to physical memory locations.</a:t>
            </a:r>
            <a:endParaRPr lang="en-US" sz="4000" kern="0" dirty="0">
              <a:ea typeface="Times New Roman" panose="02020603050405020304" pitchFamily="18" charset="0"/>
            </a:endParaRPr>
          </a:p>
          <a:p>
            <a:r>
              <a:rPr lang="en-US" sz="4000" dirty="0">
                <a:effectLst/>
                <a:ea typeface="Times New Roman" panose="02020603050405020304" pitchFamily="18" charset="0"/>
                <a:cs typeface="Times New Roman" panose="02020603050405020304" pitchFamily="18" charset="0"/>
              </a:rPr>
              <a:t>Challenges include optimizing page table size, minimizing access latency, and ensuring smooth data transfer between secondary and primary storage, providing an efficient solution for modern computing.</a:t>
            </a:r>
          </a:p>
          <a:p>
            <a:endParaRPr lang="en-US" dirty="0"/>
          </a:p>
        </p:txBody>
      </p:sp>
      <p:sp>
        <p:nvSpPr>
          <p:cNvPr id="4" name="Slide Number Placeholder 3">
            <a:extLst>
              <a:ext uri="{FF2B5EF4-FFF2-40B4-BE49-F238E27FC236}">
                <a16:creationId xmlns:a16="http://schemas.microsoft.com/office/drawing/2014/main" id="{D3AD0615-B27F-DA8E-1C70-CD2832BB6707}"/>
              </a:ext>
            </a:extLst>
          </p:cNvPr>
          <p:cNvSpPr>
            <a:spLocks noGrp="1"/>
          </p:cNvSpPr>
          <p:nvPr>
            <p:ph type="sldNum" sz="quarter" idx="12"/>
          </p:nvPr>
        </p:nvSpPr>
        <p:spPr/>
        <p:txBody>
          <a:bodyPr/>
          <a:lstStyle/>
          <a:p>
            <a:fld id="{63F4E5A8-6AB8-4147-9ED2-6CAA95D35954}" type="slidenum">
              <a:rPr lang="en-US" smtClean="0"/>
              <a:t>8</a:t>
            </a:fld>
            <a:endParaRPr lang="en-US"/>
          </a:p>
        </p:txBody>
      </p:sp>
    </p:spTree>
    <p:extLst>
      <p:ext uri="{BB962C8B-B14F-4D97-AF65-F5344CB8AC3E}">
        <p14:creationId xmlns:p14="http://schemas.microsoft.com/office/powerpoint/2010/main" val="364768757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78518-169D-2E31-DF82-F36D7D8D4C3E}"/>
              </a:ext>
            </a:extLst>
          </p:cNvPr>
          <p:cNvSpPr>
            <a:spLocks noGrp="1"/>
          </p:cNvSpPr>
          <p:nvPr>
            <p:ph type="title"/>
          </p:nvPr>
        </p:nvSpPr>
        <p:spPr>
          <a:xfrm>
            <a:off x="196947" y="111295"/>
            <a:ext cx="11830929" cy="1139484"/>
          </a:xfrm>
        </p:spPr>
        <p:txBody>
          <a:bodyPr>
            <a:normAutofit fontScale="90000"/>
          </a:bodyPr>
          <a:lstStyle/>
          <a:p>
            <a:pPr algn="ctr"/>
            <a:r>
              <a:rPr lang="en-US" sz="8000" b="1" dirty="0"/>
              <a:t>Objective</a:t>
            </a:r>
          </a:p>
        </p:txBody>
      </p:sp>
      <p:sp>
        <p:nvSpPr>
          <p:cNvPr id="3" name="Content Placeholder 2">
            <a:extLst>
              <a:ext uri="{FF2B5EF4-FFF2-40B4-BE49-F238E27FC236}">
                <a16:creationId xmlns:a16="http://schemas.microsoft.com/office/drawing/2014/main" id="{EA02AE1D-39CA-4687-4021-EEE45E32DE67}"/>
              </a:ext>
            </a:extLst>
          </p:cNvPr>
          <p:cNvSpPr>
            <a:spLocks noGrp="1"/>
          </p:cNvSpPr>
          <p:nvPr>
            <p:ph idx="1"/>
          </p:nvPr>
        </p:nvSpPr>
        <p:spPr>
          <a:xfrm>
            <a:off x="0" y="914400"/>
            <a:ext cx="12191999" cy="5943600"/>
          </a:xfrm>
        </p:spPr>
        <p:txBody>
          <a:bodyPr>
            <a:normAutofit lnSpcReduction="10000"/>
          </a:bodyPr>
          <a:lstStyle/>
          <a:p>
            <a:r>
              <a:rPr lang="en-US" sz="4000" kern="0" dirty="0">
                <a:effectLst/>
                <a:ea typeface="Times New Roman" panose="02020603050405020304" pitchFamily="18" charset="0"/>
              </a:rPr>
              <a:t>The objective of this project is to implement a paging memory management system to efficiently manage data in computer systems.</a:t>
            </a:r>
          </a:p>
          <a:p>
            <a:r>
              <a:rPr lang="en-US" sz="4000" kern="0" dirty="0">
                <a:effectLst/>
                <a:ea typeface="Times New Roman" panose="02020603050405020304" pitchFamily="18" charset="0"/>
              </a:rPr>
              <a:t>This involves designing an optimized paging mechanism where the Memory Management Unit (MMU) maintains page tables for each process.</a:t>
            </a:r>
            <a:endParaRPr lang="en-US" sz="4000" kern="0" dirty="0">
              <a:ea typeface="Times New Roman" panose="02020603050405020304" pitchFamily="18" charset="0"/>
            </a:endParaRPr>
          </a:p>
          <a:p>
            <a:r>
              <a:rPr lang="en-US" sz="4000" dirty="0">
                <a:effectLst/>
                <a:ea typeface="Times New Roman" panose="02020603050405020304" pitchFamily="18" charset="0"/>
                <a:cs typeface="Times New Roman" panose="02020603050405020304" pitchFamily="18" charset="0"/>
              </a:rPr>
              <a:t>The goal is to address challenges such as optimizing page table size, minimizing access latency, and ensuring seamless data transfer between secondary and primary storage, ultimately enhancing overall system performance and resource utilization.</a:t>
            </a:r>
          </a:p>
          <a:p>
            <a:endParaRPr lang="en-US" dirty="0"/>
          </a:p>
        </p:txBody>
      </p:sp>
      <p:sp>
        <p:nvSpPr>
          <p:cNvPr id="4" name="Slide Number Placeholder 3">
            <a:extLst>
              <a:ext uri="{FF2B5EF4-FFF2-40B4-BE49-F238E27FC236}">
                <a16:creationId xmlns:a16="http://schemas.microsoft.com/office/drawing/2014/main" id="{DAD64F54-3D3B-CAEE-E5B3-5C676B17D3BE}"/>
              </a:ext>
            </a:extLst>
          </p:cNvPr>
          <p:cNvSpPr>
            <a:spLocks noGrp="1"/>
          </p:cNvSpPr>
          <p:nvPr>
            <p:ph type="sldNum" sz="quarter" idx="12"/>
          </p:nvPr>
        </p:nvSpPr>
        <p:spPr/>
        <p:txBody>
          <a:bodyPr/>
          <a:lstStyle/>
          <a:p>
            <a:fld id="{63F4E5A8-6AB8-4147-9ED2-6CAA95D35954}" type="slidenum">
              <a:rPr lang="en-US" smtClean="0"/>
              <a:t>9</a:t>
            </a:fld>
            <a:endParaRPr lang="en-US"/>
          </a:p>
        </p:txBody>
      </p:sp>
    </p:spTree>
    <p:extLst>
      <p:ext uri="{BB962C8B-B14F-4D97-AF65-F5344CB8AC3E}">
        <p14:creationId xmlns:p14="http://schemas.microsoft.com/office/powerpoint/2010/main" val="187030656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3BD2E-5F61-DD8B-143B-AA8BF6EE1B93}"/>
              </a:ext>
            </a:extLst>
          </p:cNvPr>
          <p:cNvSpPr>
            <a:spLocks noGrp="1"/>
          </p:cNvSpPr>
          <p:nvPr>
            <p:ph type="title"/>
          </p:nvPr>
        </p:nvSpPr>
        <p:spPr>
          <a:xfrm>
            <a:off x="0" y="1"/>
            <a:ext cx="12192000" cy="1111347"/>
          </a:xfrm>
        </p:spPr>
        <p:txBody>
          <a:bodyPr>
            <a:normAutofit/>
          </a:bodyPr>
          <a:lstStyle/>
          <a:p>
            <a:pPr algn="ctr"/>
            <a:r>
              <a:rPr lang="en-US" sz="7200" b="1" dirty="0"/>
              <a:t>Expected Outcome</a:t>
            </a:r>
          </a:p>
        </p:txBody>
      </p:sp>
      <p:sp>
        <p:nvSpPr>
          <p:cNvPr id="3" name="Content Placeholder 2">
            <a:extLst>
              <a:ext uri="{FF2B5EF4-FFF2-40B4-BE49-F238E27FC236}">
                <a16:creationId xmlns:a16="http://schemas.microsoft.com/office/drawing/2014/main" id="{33CFB4D9-89EE-8446-6B80-C1E4B9AC29B4}"/>
              </a:ext>
            </a:extLst>
          </p:cNvPr>
          <p:cNvSpPr>
            <a:spLocks noGrp="1"/>
          </p:cNvSpPr>
          <p:nvPr>
            <p:ph idx="1"/>
          </p:nvPr>
        </p:nvSpPr>
        <p:spPr>
          <a:xfrm>
            <a:off x="0" y="1111348"/>
            <a:ext cx="12192000" cy="6006904"/>
          </a:xfrm>
        </p:spPr>
        <p:txBody>
          <a:bodyPr>
            <a:noAutofit/>
          </a:bodyPr>
          <a:lstStyle/>
          <a:p>
            <a:r>
              <a:rPr lang="en-US" sz="3600" kern="0" dirty="0">
                <a:effectLst/>
                <a:ea typeface="Times New Roman" panose="02020603050405020304" pitchFamily="18" charset="0"/>
              </a:rPr>
              <a:t>The expected outcome of implementing an effective page replacement algorithm is a reduction in the number of page faults, leading to improved system performance and faster execution times.</a:t>
            </a:r>
          </a:p>
          <a:p>
            <a:r>
              <a:rPr lang="en-US" sz="3600" kern="0" dirty="0">
                <a:effectLst/>
                <a:ea typeface="Times New Roman" panose="02020603050405020304" pitchFamily="18" charset="0"/>
              </a:rPr>
              <a:t>Enhanced memory utilization ensures that the most frequently accessed data is readily available, minimizing delays.</a:t>
            </a:r>
            <a:endParaRPr lang="en-US" sz="3600" kern="0" dirty="0">
              <a:ea typeface="Times New Roman" panose="02020603050405020304" pitchFamily="18" charset="0"/>
            </a:endParaRPr>
          </a:p>
          <a:p>
            <a:r>
              <a:rPr lang="en-US" sz="3600" kern="0" dirty="0">
                <a:effectLst/>
                <a:ea typeface="Times New Roman" panose="02020603050405020304" pitchFamily="18" charset="0"/>
              </a:rPr>
              <a:t>This contributes to an overall smoother and more efficient operation of applications.</a:t>
            </a:r>
          </a:p>
          <a:p>
            <a:r>
              <a:rPr lang="en-US" sz="3600" dirty="0">
                <a:effectLst/>
                <a:ea typeface="Times New Roman" panose="02020603050405020304" pitchFamily="18" charset="0"/>
                <a:cs typeface="Times New Roman" panose="02020603050405020304" pitchFamily="18" charset="0"/>
              </a:rPr>
              <a:t>Additionally, a well-chosen algorithm can extend the lifespan of hardware by reducing unnecessary wear from excessive data swapping.</a:t>
            </a:r>
          </a:p>
          <a:p>
            <a:endParaRPr lang="en-US" dirty="0"/>
          </a:p>
        </p:txBody>
      </p:sp>
      <p:sp>
        <p:nvSpPr>
          <p:cNvPr id="4" name="Slide Number Placeholder 3">
            <a:extLst>
              <a:ext uri="{FF2B5EF4-FFF2-40B4-BE49-F238E27FC236}">
                <a16:creationId xmlns:a16="http://schemas.microsoft.com/office/drawing/2014/main" id="{E7AAA79E-D043-6E4F-D6F2-A107B923725A}"/>
              </a:ext>
            </a:extLst>
          </p:cNvPr>
          <p:cNvSpPr>
            <a:spLocks noGrp="1"/>
          </p:cNvSpPr>
          <p:nvPr>
            <p:ph type="sldNum" sz="quarter" idx="12"/>
          </p:nvPr>
        </p:nvSpPr>
        <p:spPr/>
        <p:txBody>
          <a:bodyPr/>
          <a:lstStyle/>
          <a:p>
            <a:fld id="{63F4E5A8-6AB8-4147-9ED2-6CAA95D35954}" type="slidenum">
              <a:rPr lang="en-US" smtClean="0"/>
              <a:t>10</a:t>
            </a:fld>
            <a:endParaRPr lang="en-US"/>
          </a:p>
        </p:txBody>
      </p:sp>
    </p:spTree>
    <p:extLst>
      <p:ext uri="{BB962C8B-B14F-4D97-AF65-F5344CB8AC3E}">
        <p14:creationId xmlns:p14="http://schemas.microsoft.com/office/powerpoint/2010/main" val="30192989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D867F-3743-72BF-89B5-1C4EEBBEFDFD}"/>
              </a:ext>
            </a:extLst>
          </p:cNvPr>
          <p:cNvSpPr>
            <a:spLocks noGrp="1"/>
          </p:cNvSpPr>
          <p:nvPr>
            <p:ph type="title"/>
          </p:nvPr>
        </p:nvSpPr>
        <p:spPr>
          <a:xfrm>
            <a:off x="0" y="1"/>
            <a:ext cx="12192000" cy="998805"/>
          </a:xfrm>
        </p:spPr>
        <p:txBody>
          <a:bodyPr>
            <a:normAutofit fontScale="90000"/>
          </a:bodyPr>
          <a:lstStyle/>
          <a:p>
            <a:pPr algn="ctr"/>
            <a:r>
              <a:rPr lang="en-US" sz="7200" b="1" dirty="0"/>
              <a:t>Components Used</a:t>
            </a:r>
          </a:p>
        </p:txBody>
      </p:sp>
      <p:sp>
        <p:nvSpPr>
          <p:cNvPr id="3" name="Content Placeholder 2">
            <a:extLst>
              <a:ext uri="{FF2B5EF4-FFF2-40B4-BE49-F238E27FC236}">
                <a16:creationId xmlns:a16="http://schemas.microsoft.com/office/drawing/2014/main" id="{9E1C528F-E94D-7703-21CC-709B4140811F}"/>
              </a:ext>
            </a:extLst>
          </p:cNvPr>
          <p:cNvSpPr>
            <a:spLocks noGrp="1"/>
          </p:cNvSpPr>
          <p:nvPr>
            <p:ph idx="1"/>
          </p:nvPr>
        </p:nvSpPr>
        <p:spPr>
          <a:xfrm>
            <a:off x="0" y="858128"/>
            <a:ext cx="12192000" cy="5999871"/>
          </a:xfrm>
        </p:spPr>
        <p:txBody>
          <a:bodyPr>
            <a:normAutofit/>
          </a:bodyPr>
          <a:lstStyle/>
          <a:p>
            <a:r>
              <a:rPr lang="en-US" sz="6000" kern="0" dirty="0">
                <a:effectLst/>
                <a:ea typeface="Times New Roman" panose="02020603050405020304" pitchFamily="18" charset="0"/>
              </a:rPr>
              <a:t>The</a:t>
            </a:r>
            <a:r>
              <a:rPr lang="en-US" sz="6000" kern="0" dirty="0">
                <a:effectLst/>
                <a:ea typeface="Times New Roman" panose="02020603050405020304" pitchFamily="18" charset="0"/>
                <a:cs typeface="Times New Roman" panose="02020603050405020304" pitchFamily="18" charset="0"/>
              </a:rPr>
              <a:t> </a:t>
            </a:r>
            <a:r>
              <a:rPr lang="en-US" sz="6000" kern="0" dirty="0">
                <a:effectLst/>
                <a:ea typeface="Times New Roman" panose="02020603050405020304" pitchFamily="18" charset="0"/>
              </a:rPr>
              <a:t>Components used of page replacement algorithm following are</a:t>
            </a:r>
          </a:p>
          <a:p>
            <a:r>
              <a:rPr lang="en-US" sz="6000" kern="0" dirty="0" err="1">
                <a:effectLst/>
                <a:ea typeface="Times New Roman" panose="02020603050405020304" pitchFamily="18" charset="0"/>
              </a:rPr>
              <a:t>Ubnutu</a:t>
            </a:r>
            <a:endParaRPr lang="en-US" sz="6000" kern="0" dirty="0">
              <a:ea typeface="Times New Roman" panose="02020603050405020304" pitchFamily="18" charset="0"/>
            </a:endParaRPr>
          </a:p>
          <a:p>
            <a:r>
              <a:rPr lang="en-US" sz="6000" kern="0" dirty="0">
                <a:effectLst/>
                <a:ea typeface="Times New Roman" panose="02020603050405020304" pitchFamily="18" charset="0"/>
              </a:rPr>
              <a:t>Sublime Text editor</a:t>
            </a:r>
          </a:p>
          <a:p>
            <a:r>
              <a:rPr lang="en-US" sz="6000" kern="0" dirty="0">
                <a:effectLst/>
                <a:ea typeface="Times New Roman" panose="02020603050405020304" pitchFamily="18" charset="0"/>
              </a:rPr>
              <a:t>GCC Compiler</a:t>
            </a:r>
            <a:endParaRPr lang="en-US" sz="6000" kern="0" dirty="0">
              <a:ea typeface="Times New Roman" panose="02020603050405020304" pitchFamily="18" charset="0"/>
            </a:endParaRPr>
          </a:p>
          <a:p>
            <a:r>
              <a:rPr lang="en-US" sz="6000" dirty="0">
                <a:effectLst/>
                <a:ea typeface="Times New Roman" panose="02020603050405020304" pitchFamily="18" charset="0"/>
                <a:cs typeface="Times New Roman" panose="02020603050405020304" pitchFamily="18" charset="0"/>
              </a:rPr>
              <a:t>Terminal</a:t>
            </a:r>
          </a:p>
          <a:p>
            <a:endParaRPr lang="en-US" sz="8000" dirty="0"/>
          </a:p>
        </p:txBody>
      </p:sp>
      <p:sp>
        <p:nvSpPr>
          <p:cNvPr id="4" name="Slide Number Placeholder 3">
            <a:extLst>
              <a:ext uri="{FF2B5EF4-FFF2-40B4-BE49-F238E27FC236}">
                <a16:creationId xmlns:a16="http://schemas.microsoft.com/office/drawing/2014/main" id="{33F60117-1603-BD3B-7532-02ECDD78E036}"/>
              </a:ext>
            </a:extLst>
          </p:cNvPr>
          <p:cNvSpPr>
            <a:spLocks noGrp="1"/>
          </p:cNvSpPr>
          <p:nvPr>
            <p:ph type="sldNum" sz="quarter" idx="12"/>
          </p:nvPr>
        </p:nvSpPr>
        <p:spPr/>
        <p:txBody>
          <a:bodyPr/>
          <a:lstStyle/>
          <a:p>
            <a:fld id="{63F4E5A8-6AB8-4147-9ED2-6CAA95D35954}" type="slidenum">
              <a:rPr lang="en-US" smtClean="0"/>
              <a:t>11</a:t>
            </a:fld>
            <a:endParaRPr lang="en-US"/>
          </a:p>
        </p:txBody>
      </p:sp>
    </p:spTree>
    <p:extLst>
      <p:ext uri="{BB962C8B-B14F-4D97-AF65-F5344CB8AC3E}">
        <p14:creationId xmlns:p14="http://schemas.microsoft.com/office/powerpoint/2010/main" val="1309042444"/>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EBC98-C0C3-13B0-DEC1-108C2720DCF3}"/>
              </a:ext>
            </a:extLst>
          </p:cNvPr>
          <p:cNvSpPr>
            <a:spLocks noGrp="1"/>
          </p:cNvSpPr>
          <p:nvPr>
            <p:ph type="title"/>
          </p:nvPr>
        </p:nvSpPr>
        <p:spPr>
          <a:xfrm>
            <a:off x="0" y="0"/>
            <a:ext cx="4543865" cy="1223889"/>
          </a:xfrm>
        </p:spPr>
        <p:txBody>
          <a:bodyPr>
            <a:normAutofit/>
          </a:bodyPr>
          <a:lstStyle/>
          <a:p>
            <a:pPr algn="ctr"/>
            <a:r>
              <a:rPr lang="en-US" sz="4800" b="1" dirty="0"/>
              <a:t>Project Diagram</a:t>
            </a:r>
          </a:p>
        </p:txBody>
      </p:sp>
      <p:sp>
        <p:nvSpPr>
          <p:cNvPr id="4" name="Text Placeholder 3">
            <a:extLst>
              <a:ext uri="{FF2B5EF4-FFF2-40B4-BE49-F238E27FC236}">
                <a16:creationId xmlns:a16="http://schemas.microsoft.com/office/drawing/2014/main" id="{EA5AF7A3-1EA2-F2B2-C47D-F22C1116F5AE}"/>
              </a:ext>
            </a:extLst>
          </p:cNvPr>
          <p:cNvSpPr>
            <a:spLocks noGrp="1"/>
          </p:cNvSpPr>
          <p:nvPr>
            <p:ph type="body" sz="half" idx="2"/>
          </p:nvPr>
        </p:nvSpPr>
        <p:spPr>
          <a:xfrm>
            <a:off x="1" y="1223890"/>
            <a:ext cx="4543864" cy="3657600"/>
          </a:xfrm>
        </p:spPr>
        <p:txBody>
          <a:bodyPr>
            <a:normAutofit fontScale="92500"/>
          </a:bodyPr>
          <a:lstStyle/>
          <a:p>
            <a:r>
              <a:rPr lang="en-US" sz="6600" dirty="0"/>
              <a:t>Page Replacement   </a:t>
            </a:r>
          </a:p>
          <a:p>
            <a:r>
              <a:rPr lang="en-US" sz="6600" dirty="0"/>
              <a:t>Algorithm Diagram</a:t>
            </a:r>
          </a:p>
        </p:txBody>
      </p:sp>
      <p:sp>
        <p:nvSpPr>
          <p:cNvPr id="7" name="Picture Placeholder 6">
            <a:extLst>
              <a:ext uri="{FF2B5EF4-FFF2-40B4-BE49-F238E27FC236}">
                <a16:creationId xmlns:a16="http://schemas.microsoft.com/office/drawing/2014/main" id="{4B993F91-6D05-735E-525E-735937329CF2}"/>
              </a:ext>
            </a:extLst>
          </p:cNvPr>
          <p:cNvSpPr>
            <a:spLocks noGrp="1"/>
          </p:cNvSpPr>
          <p:nvPr>
            <p:ph type="pic" idx="1"/>
          </p:nvPr>
        </p:nvSpPr>
        <p:spPr>
          <a:xfrm>
            <a:off x="4543865" y="407963"/>
            <a:ext cx="7526215" cy="4065563"/>
          </a:xfrm>
        </p:spPr>
      </p:sp>
      <p:pic>
        <p:nvPicPr>
          <p:cNvPr id="9" name="Picture 8">
            <a:extLst>
              <a:ext uri="{FF2B5EF4-FFF2-40B4-BE49-F238E27FC236}">
                <a16:creationId xmlns:a16="http://schemas.microsoft.com/office/drawing/2014/main" id="{0BC5F959-EB31-D275-0395-B10D9A2A98AE}"/>
              </a:ext>
            </a:extLst>
          </p:cNvPr>
          <p:cNvPicPr>
            <a:picLocks noChangeAspect="1"/>
          </p:cNvPicPr>
          <p:nvPr/>
        </p:nvPicPr>
        <p:blipFill>
          <a:blip r:embed="rId2"/>
          <a:stretch>
            <a:fillRect/>
          </a:stretch>
        </p:blipFill>
        <p:spPr>
          <a:xfrm>
            <a:off x="4543865" y="407963"/>
            <a:ext cx="7526215" cy="4065563"/>
          </a:xfrm>
          <a:prstGeom prst="rect">
            <a:avLst/>
          </a:prstGeom>
        </p:spPr>
      </p:pic>
      <p:sp>
        <p:nvSpPr>
          <p:cNvPr id="10" name="Slide Number Placeholder 9">
            <a:extLst>
              <a:ext uri="{FF2B5EF4-FFF2-40B4-BE49-F238E27FC236}">
                <a16:creationId xmlns:a16="http://schemas.microsoft.com/office/drawing/2014/main" id="{D6B72D8C-FD8F-2109-4765-D2851554076A}"/>
              </a:ext>
            </a:extLst>
          </p:cNvPr>
          <p:cNvSpPr>
            <a:spLocks noGrp="1"/>
          </p:cNvSpPr>
          <p:nvPr>
            <p:ph type="sldNum" sz="quarter" idx="12"/>
          </p:nvPr>
        </p:nvSpPr>
        <p:spPr/>
        <p:txBody>
          <a:bodyPr/>
          <a:lstStyle/>
          <a:p>
            <a:fld id="{63F4E5A8-6AB8-4147-9ED2-6CAA95D35954}" type="slidenum">
              <a:rPr lang="en-US" smtClean="0"/>
              <a:t>12</a:t>
            </a:fld>
            <a:endParaRPr lang="en-US"/>
          </a:p>
        </p:txBody>
      </p:sp>
    </p:spTree>
    <p:extLst>
      <p:ext uri="{BB962C8B-B14F-4D97-AF65-F5344CB8AC3E}">
        <p14:creationId xmlns:p14="http://schemas.microsoft.com/office/powerpoint/2010/main" val="38346077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86EEC-57A4-A49A-C9AD-3FAE00B4F400}"/>
              </a:ext>
            </a:extLst>
          </p:cNvPr>
          <p:cNvSpPr>
            <a:spLocks noGrp="1"/>
          </p:cNvSpPr>
          <p:nvPr>
            <p:ph type="title"/>
          </p:nvPr>
        </p:nvSpPr>
        <p:spPr>
          <a:xfrm>
            <a:off x="98474" y="1"/>
            <a:ext cx="12093526" cy="1012873"/>
          </a:xfrm>
        </p:spPr>
        <p:txBody>
          <a:bodyPr>
            <a:normAutofit fontScale="90000"/>
          </a:bodyPr>
          <a:lstStyle/>
          <a:p>
            <a:pPr algn="ctr"/>
            <a:r>
              <a:rPr lang="en-US" sz="8800" b="1" dirty="0"/>
              <a:t>First In-First Out</a:t>
            </a:r>
          </a:p>
        </p:txBody>
      </p:sp>
      <p:sp>
        <p:nvSpPr>
          <p:cNvPr id="3" name="Content Placeholder 2">
            <a:extLst>
              <a:ext uri="{FF2B5EF4-FFF2-40B4-BE49-F238E27FC236}">
                <a16:creationId xmlns:a16="http://schemas.microsoft.com/office/drawing/2014/main" id="{FB61696F-1AE8-224F-A785-B3B380D41591}"/>
              </a:ext>
            </a:extLst>
          </p:cNvPr>
          <p:cNvSpPr>
            <a:spLocks noGrp="1"/>
          </p:cNvSpPr>
          <p:nvPr>
            <p:ph idx="1"/>
          </p:nvPr>
        </p:nvSpPr>
        <p:spPr>
          <a:xfrm>
            <a:off x="98474" y="745588"/>
            <a:ext cx="12093526" cy="6112412"/>
          </a:xfrm>
        </p:spPr>
        <p:txBody>
          <a:bodyPr>
            <a:normAutofit lnSpcReduction="10000"/>
          </a:bodyPr>
          <a:lstStyle/>
          <a:p>
            <a:r>
              <a:rPr lang="en-US" sz="6000" kern="0" dirty="0">
                <a:effectLst/>
                <a:ea typeface="Times New Roman" panose="02020603050405020304" pitchFamily="18" charset="0"/>
              </a:rPr>
              <a:t>This algorithm replaces the oldest page in memory when a page fault occurs.</a:t>
            </a:r>
          </a:p>
          <a:p>
            <a:r>
              <a:rPr lang="en-US" sz="6000" kern="0" dirty="0">
                <a:effectLst/>
                <a:ea typeface="Times New Roman" panose="02020603050405020304" pitchFamily="18" charset="0"/>
              </a:rPr>
              <a:t>It keeps track of all pages in memory in a queue and when a page fault occurs, the page at the front of the queue is removed and a new page is added to the back of the queue.</a:t>
            </a:r>
            <a:endParaRPr lang="en-US" sz="8000" dirty="0"/>
          </a:p>
        </p:txBody>
      </p:sp>
      <p:sp>
        <p:nvSpPr>
          <p:cNvPr id="4" name="Slide Number Placeholder 3">
            <a:extLst>
              <a:ext uri="{FF2B5EF4-FFF2-40B4-BE49-F238E27FC236}">
                <a16:creationId xmlns:a16="http://schemas.microsoft.com/office/drawing/2014/main" id="{63CB5F27-28DF-E4F8-5BBE-88C2370731F1}"/>
              </a:ext>
            </a:extLst>
          </p:cNvPr>
          <p:cNvSpPr>
            <a:spLocks noGrp="1"/>
          </p:cNvSpPr>
          <p:nvPr>
            <p:ph type="sldNum" sz="quarter" idx="12"/>
          </p:nvPr>
        </p:nvSpPr>
        <p:spPr/>
        <p:txBody>
          <a:bodyPr/>
          <a:lstStyle/>
          <a:p>
            <a:fld id="{63F4E5A8-6AB8-4147-9ED2-6CAA95D35954}" type="slidenum">
              <a:rPr lang="en-US" smtClean="0"/>
              <a:t>13</a:t>
            </a:fld>
            <a:endParaRPr lang="en-US"/>
          </a:p>
        </p:txBody>
      </p:sp>
    </p:spTree>
    <p:extLst>
      <p:ext uri="{BB962C8B-B14F-4D97-AF65-F5344CB8AC3E}">
        <p14:creationId xmlns:p14="http://schemas.microsoft.com/office/powerpoint/2010/main" val="328209831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BEFF2-A360-E02A-51C2-227C10D6B677}"/>
              </a:ext>
            </a:extLst>
          </p:cNvPr>
          <p:cNvSpPr>
            <a:spLocks noGrp="1"/>
          </p:cNvSpPr>
          <p:nvPr>
            <p:ph type="title"/>
          </p:nvPr>
        </p:nvSpPr>
        <p:spPr>
          <a:xfrm>
            <a:off x="839788" y="295422"/>
            <a:ext cx="4702883" cy="801858"/>
          </a:xfrm>
        </p:spPr>
        <p:txBody>
          <a:bodyPr>
            <a:normAutofit fontScale="90000"/>
          </a:bodyPr>
          <a:lstStyle/>
          <a:p>
            <a:r>
              <a:rPr lang="en-US" sz="5400" b="1" dirty="0"/>
              <a:t>First In-First Out</a:t>
            </a:r>
          </a:p>
        </p:txBody>
      </p:sp>
      <p:pic>
        <p:nvPicPr>
          <p:cNvPr id="5" name="Content Placeholder 4">
            <a:extLst>
              <a:ext uri="{FF2B5EF4-FFF2-40B4-BE49-F238E27FC236}">
                <a16:creationId xmlns:a16="http://schemas.microsoft.com/office/drawing/2014/main" id="{F3D04F33-EA9E-17E8-FFB8-AE9E757FEC87}"/>
              </a:ext>
            </a:extLst>
          </p:cNvPr>
          <p:cNvPicPr>
            <a:picLocks noGrp="1" noChangeAspect="1"/>
          </p:cNvPicPr>
          <p:nvPr>
            <p:ph idx="1"/>
          </p:nvPr>
        </p:nvPicPr>
        <p:blipFill>
          <a:blip r:embed="rId2"/>
          <a:stretch>
            <a:fillRect/>
          </a:stretch>
        </p:blipFill>
        <p:spPr>
          <a:xfrm>
            <a:off x="267286" y="1378633"/>
            <a:ext cx="11924714" cy="5331655"/>
          </a:xfrm>
          <a:prstGeom prst="rect">
            <a:avLst/>
          </a:prstGeom>
        </p:spPr>
      </p:pic>
      <p:sp>
        <p:nvSpPr>
          <p:cNvPr id="6" name="Slide Number Placeholder 5">
            <a:extLst>
              <a:ext uri="{FF2B5EF4-FFF2-40B4-BE49-F238E27FC236}">
                <a16:creationId xmlns:a16="http://schemas.microsoft.com/office/drawing/2014/main" id="{5A11A8C9-5196-84A2-012A-46D27701C0EE}"/>
              </a:ext>
            </a:extLst>
          </p:cNvPr>
          <p:cNvSpPr>
            <a:spLocks noGrp="1"/>
          </p:cNvSpPr>
          <p:nvPr>
            <p:ph type="sldNum" sz="quarter" idx="12"/>
          </p:nvPr>
        </p:nvSpPr>
        <p:spPr/>
        <p:txBody>
          <a:bodyPr/>
          <a:lstStyle/>
          <a:p>
            <a:fld id="{63F4E5A8-6AB8-4147-9ED2-6CAA95D35954}" type="slidenum">
              <a:rPr lang="en-US" smtClean="0"/>
              <a:t>14</a:t>
            </a:fld>
            <a:endParaRPr lang="en-US"/>
          </a:p>
        </p:txBody>
      </p:sp>
    </p:spTree>
    <p:extLst>
      <p:ext uri="{BB962C8B-B14F-4D97-AF65-F5344CB8AC3E}">
        <p14:creationId xmlns:p14="http://schemas.microsoft.com/office/powerpoint/2010/main" val="3942781952"/>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FE33B-5138-19BB-4FD7-8BD377FC569B}"/>
              </a:ext>
            </a:extLst>
          </p:cNvPr>
          <p:cNvSpPr>
            <a:spLocks noGrp="1"/>
          </p:cNvSpPr>
          <p:nvPr>
            <p:ph type="title"/>
          </p:nvPr>
        </p:nvSpPr>
        <p:spPr>
          <a:xfrm>
            <a:off x="0" y="2"/>
            <a:ext cx="12192000" cy="858128"/>
          </a:xfrm>
        </p:spPr>
        <p:txBody>
          <a:bodyPr/>
          <a:lstStyle/>
          <a:p>
            <a:pPr algn="ctr"/>
            <a:r>
              <a:rPr lang="en-US" sz="5400" b="1" dirty="0"/>
              <a:t>Code OF First In-First Out</a:t>
            </a:r>
            <a:endParaRPr lang="en-US" sz="5400" dirty="0"/>
          </a:p>
        </p:txBody>
      </p:sp>
      <p:sp>
        <p:nvSpPr>
          <p:cNvPr id="3" name="Content Placeholder 2">
            <a:extLst>
              <a:ext uri="{FF2B5EF4-FFF2-40B4-BE49-F238E27FC236}">
                <a16:creationId xmlns:a16="http://schemas.microsoft.com/office/drawing/2014/main" id="{07ED060F-8AF2-11F8-5F4C-20AB73813CDE}"/>
              </a:ext>
            </a:extLst>
          </p:cNvPr>
          <p:cNvSpPr>
            <a:spLocks noGrp="1"/>
          </p:cNvSpPr>
          <p:nvPr>
            <p:ph idx="1"/>
          </p:nvPr>
        </p:nvSpPr>
        <p:spPr>
          <a:xfrm>
            <a:off x="0" y="858130"/>
            <a:ext cx="12192000" cy="5999868"/>
          </a:xfrm>
        </p:spPr>
        <p:txBody>
          <a:bodyPr>
            <a:normAutofit/>
          </a:bodyPr>
          <a:lstStyle/>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void </a:t>
            </a:r>
            <a:r>
              <a:rPr lang="en-US" sz="2400" dirty="0" err="1">
                <a:effectLst/>
                <a:ea typeface="Times New Roman" panose="02020603050405020304" pitchFamily="18" charset="0"/>
                <a:cs typeface="Times New Roman" panose="02020603050405020304" pitchFamily="18" charset="0"/>
              </a:rPr>
              <a:t>fifo</a:t>
            </a:r>
            <a:r>
              <a:rPr lang="en-US" sz="2400" dirty="0">
                <a:effectLst/>
                <a:ea typeface="Times New Roman" panose="02020603050405020304" pitchFamily="18" charset="0"/>
                <a:cs typeface="Times New Roman" panose="02020603050405020304" pitchFamily="18" charset="0"/>
              </a:rPr>
              <a:t>(int pages[], int n, int capacity) </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int frame[capacity], front = 0, </a:t>
            </a:r>
            <a:r>
              <a:rPr lang="en-US" sz="2400" dirty="0" err="1">
                <a:effectLst/>
                <a:ea typeface="Times New Roman" panose="02020603050405020304" pitchFamily="18" charset="0"/>
                <a:cs typeface="Times New Roman" panose="02020603050405020304" pitchFamily="18" charset="0"/>
              </a:rPr>
              <a:t>page_faults</a:t>
            </a:r>
            <a:r>
              <a:rPr lang="en-US" sz="2400" dirty="0">
                <a:effectLst/>
                <a:ea typeface="Times New Roman" panose="02020603050405020304" pitchFamily="18" charset="0"/>
                <a:cs typeface="Times New Roman" panose="02020603050405020304" pitchFamily="18" charset="0"/>
              </a:rPr>
              <a:t> = 0;</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for (int </a:t>
            </a:r>
            <a:r>
              <a:rPr lang="en-US" sz="2400" dirty="0" err="1">
                <a:effectLst/>
                <a:ea typeface="Times New Roman" panose="02020603050405020304" pitchFamily="18" charset="0"/>
                <a:cs typeface="Times New Roman" panose="02020603050405020304" pitchFamily="18" charset="0"/>
              </a:rPr>
              <a:t>i</a:t>
            </a:r>
            <a:r>
              <a:rPr lang="en-US" sz="2400" dirty="0">
                <a:effectLst/>
                <a:ea typeface="Times New Roman" panose="02020603050405020304" pitchFamily="18" charset="0"/>
                <a:cs typeface="Times New Roman" panose="02020603050405020304" pitchFamily="18" charset="0"/>
              </a:rPr>
              <a:t> = 0; </a:t>
            </a:r>
            <a:r>
              <a:rPr lang="en-US" sz="2400" dirty="0" err="1">
                <a:effectLst/>
                <a:ea typeface="Times New Roman" panose="02020603050405020304" pitchFamily="18" charset="0"/>
                <a:cs typeface="Times New Roman" panose="02020603050405020304" pitchFamily="18" charset="0"/>
              </a:rPr>
              <a:t>i</a:t>
            </a:r>
            <a:r>
              <a:rPr lang="en-US" sz="2400" dirty="0">
                <a:effectLst/>
                <a:ea typeface="Times New Roman" panose="02020603050405020304" pitchFamily="18" charset="0"/>
                <a:cs typeface="Times New Roman" panose="02020603050405020304" pitchFamily="18" charset="0"/>
              </a:rPr>
              <a:t> &lt; capacity; </a:t>
            </a:r>
            <a:r>
              <a:rPr lang="en-US" sz="2400" dirty="0" err="1">
                <a:effectLst/>
                <a:ea typeface="Times New Roman" panose="02020603050405020304" pitchFamily="18" charset="0"/>
                <a:cs typeface="Times New Roman" panose="02020603050405020304" pitchFamily="18" charset="0"/>
              </a:rPr>
              <a:t>i</a:t>
            </a: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frame[</a:t>
            </a:r>
            <a:r>
              <a:rPr lang="en-US" sz="2400" dirty="0" err="1">
                <a:effectLst/>
                <a:ea typeface="Times New Roman" panose="02020603050405020304" pitchFamily="18" charset="0"/>
                <a:cs typeface="Times New Roman" panose="02020603050405020304" pitchFamily="18" charset="0"/>
              </a:rPr>
              <a:t>i</a:t>
            </a:r>
            <a:r>
              <a:rPr lang="en-US" sz="2400" dirty="0">
                <a:effectLst/>
                <a:ea typeface="Times New Roman" panose="02020603050405020304" pitchFamily="18" charset="0"/>
                <a:cs typeface="Times New Roman" panose="02020603050405020304" pitchFamily="18" charset="0"/>
              </a:rPr>
              <a:t>] = -1;</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for (int </a:t>
            </a:r>
            <a:r>
              <a:rPr lang="en-US" sz="2400" dirty="0" err="1">
                <a:effectLst/>
                <a:ea typeface="Times New Roman" panose="02020603050405020304" pitchFamily="18" charset="0"/>
                <a:cs typeface="Times New Roman" panose="02020603050405020304" pitchFamily="18" charset="0"/>
              </a:rPr>
              <a:t>i</a:t>
            </a:r>
            <a:r>
              <a:rPr lang="en-US" sz="2400" dirty="0">
                <a:effectLst/>
                <a:ea typeface="Times New Roman" panose="02020603050405020304" pitchFamily="18" charset="0"/>
                <a:cs typeface="Times New Roman" panose="02020603050405020304" pitchFamily="18" charset="0"/>
              </a:rPr>
              <a:t> = 0; </a:t>
            </a:r>
            <a:r>
              <a:rPr lang="en-US" sz="2400" dirty="0" err="1">
                <a:effectLst/>
                <a:ea typeface="Times New Roman" panose="02020603050405020304" pitchFamily="18" charset="0"/>
                <a:cs typeface="Times New Roman" panose="02020603050405020304" pitchFamily="18" charset="0"/>
              </a:rPr>
              <a:t>i</a:t>
            </a:r>
            <a:r>
              <a:rPr lang="en-US" sz="2400" dirty="0">
                <a:effectLst/>
                <a:ea typeface="Times New Roman" panose="02020603050405020304" pitchFamily="18" charset="0"/>
                <a:cs typeface="Times New Roman" panose="02020603050405020304" pitchFamily="18" charset="0"/>
              </a:rPr>
              <a:t> &lt; n; </a:t>
            </a:r>
            <a:r>
              <a:rPr lang="en-US" sz="2400" dirty="0" err="1">
                <a:effectLst/>
                <a:ea typeface="Times New Roman" panose="02020603050405020304" pitchFamily="18" charset="0"/>
                <a:cs typeface="Times New Roman" panose="02020603050405020304" pitchFamily="18" charset="0"/>
              </a:rPr>
              <a:t>i</a:t>
            </a:r>
            <a:r>
              <a:rPr lang="en-US" sz="2400"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int found = 0;</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for (int j = 0; j &lt; capacity; </a:t>
            </a:r>
            <a:r>
              <a:rPr lang="en-US" sz="2400" dirty="0" err="1">
                <a:effectLst/>
                <a:ea typeface="Times New Roman" panose="02020603050405020304" pitchFamily="18" charset="0"/>
                <a:cs typeface="Times New Roman" panose="02020603050405020304" pitchFamily="18" charset="0"/>
              </a:rPr>
              <a:t>j++</a:t>
            </a:r>
            <a:r>
              <a:rPr lang="en-US" sz="2400"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indent="0">
              <a:lnSpc>
                <a:spcPct val="120000"/>
              </a:lnSpc>
              <a:spcBef>
                <a:spcPts val="0"/>
              </a:spcBef>
              <a:spcAft>
                <a:spcPts val="1000"/>
              </a:spcAft>
              <a:buNone/>
            </a:pPr>
            <a:endParaRPr lang="en-US" sz="2400" dirty="0">
              <a:effectLst/>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FE917A3-64AB-E89B-BDB5-8DB89F182259}"/>
              </a:ext>
            </a:extLst>
          </p:cNvPr>
          <p:cNvSpPr>
            <a:spLocks noGrp="1"/>
          </p:cNvSpPr>
          <p:nvPr>
            <p:ph type="sldNum" sz="quarter" idx="12"/>
          </p:nvPr>
        </p:nvSpPr>
        <p:spPr/>
        <p:txBody>
          <a:bodyPr/>
          <a:lstStyle/>
          <a:p>
            <a:fld id="{63F4E5A8-6AB8-4147-9ED2-6CAA95D35954}" type="slidenum">
              <a:rPr lang="en-US" smtClean="0"/>
              <a:t>15</a:t>
            </a:fld>
            <a:endParaRPr lang="en-US"/>
          </a:p>
        </p:txBody>
      </p:sp>
    </p:spTree>
    <p:extLst>
      <p:ext uri="{BB962C8B-B14F-4D97-AF65-F5344CB8AC3E}">
        <p14:creationId xmlns:p14="http://schemas.microsoft.com/office/powerpoint/2010/main" val="252295588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1B67C-98CF-6CFA-90DB-74A6F7E5D015}"/>
              </a:ext>
            </a:extLst>
          </p:cNvPr>
          <p:cNvSpPr>
            <a:spLocks noGrp="1"/>
          </p:cNvSpPr>
          <p:nvPr>
            <p:ph type="title"/>
          </p:nvPr>
        </p:nvSpPr>
        <p:spPr>
          <a:xfrm>
            <a:off x="0" y="1"/>
            <a:ext cx="12192000" cy="900331"/>
          </a:xfrm>
        </p:spPr>
        <p:txBody>
          <a:bodyPr>
            <a:normAutofit/>
          </a:bodyPr>
          <a:lstStyle/>
          <a:p>
            <a:pPr algn="ctr"/>
            <a:r>
              <a:rPr lang="en-US" sz="5400" b="1" dirty="0"/>
              <a:t>Code OF First In-First Out(CONTINUED)</a:t>
            </a:r>
          </a:p>
        </p:txBody>
      </p:sp>
      <p:sp>
        <p:nvSpPr>
          <p:cNvPr id="3" name="Content Placeholder 2">
            <a:extLst>
              <a:ext uri="{FF2B5EF4-FFF2-40B4-BE49-F238E27FC236}">
                <a16:creationId xmlns:a16="http://schemas.microsoft.com/office/drawing/2014/main" id="{63873888-44E9-0A84-C9D3-2C5D81EC55B2}"/>
              </a:ext>
            </a:extLst>
          </p:cNvPr>
          <p:cNvSpPr>
            <a:spLocks noGrp="1"/>
          </p:cNvSpPr>
          <p:nvPr>
            <p:ph idx="1"/>
          </p:nvPr>
        </p:nvSpPr>
        <p:spPr>
          <a:xfrm>
            <a:off x="0" y="900332"/>
            <a:ext cx="12192000" cy="5957667"/>
          </a:xfrm>
        </p:spPr>
        <p:txBody>
          <a:bodyPr/>
          <a:lstStyle/>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if (frame[j] == pages[</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found = 1;</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break;</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if (!found)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r>
              <a:rPr lang="en-US" sz="1800" kern="0" dirty="0">
                <a:effectLst/>
                <a:latin typeface="Times New Roman" panose="02020603050405020304" pitchFamily="18" charset="0"/>
                <a:ea typeface="Times New Roman" panose="02020603050405020304" pitchFamily="18" charset="0"/>
              </a:rPr>
              <a:t> </a:t>
            </a:r>
            <a:r>
              <a:rPr lang="en-US" kern="0" dirty="0">
                <a:effectLst/>
                <a:ea typeface="Times New Roman" panose="02020603050405020304" pitchFamily="18" charset="0"/>
              </a:rPr>
              <a:t>frame[front] = pages[</a:t>
            </a:r>
            <a:r>
              <a:rPr lang="en-US" kern="0" dirty="0" err="1">
                <a:effectLst/>
                <a:ea typeface="Times New Roman" panose="02020603050405020304" pitchFamily="18" charset="0"/>
              </a:rPr>
              <a:t>i</a:t>
            </a:r>
            <a:r>
              <a:rPr lang="en-US" kern="0" dirty="0">
                <a:effectLst/>
                <a:ea typeface="Times New Roman" panose="02020603050405020304" pitchFamily="18" charset="0"/>
              </a:rPr>
              <a:t>];</a:t>
            </a:r>
            <a:endParaRPr lang="en-US" dirty="0"/>
          </a:p>
        </p:txBody>
      </p:sp>
      <p:sp>
        <p:nvSpPr>
          <p:cNvPr id="4" name="Slide Number Placeholder 3">
            <a:extLst>
              <a:ext uri="{FF2B5EF4-FFF2-40B4-BE49-F238E27FC236}">
                <a16:creationId xmlns:a16="http://schemas.microsoft.com/office/drawing/2014/main" id="{40D852D6-A679-0364-C4E1-9BBB068B61CB}"/>
              </a:ext>
            </a:extLst>
          </p:cNvPr>
          <p:cNvSpPr>
            <a:spLocks noGrp="1"/>
          </p:cNvSpPr>
          <p:nvPr>
            <p:ph type="sldNum" sz="quarter" idx="12"/>
          </p:nvPr>
        </p:nvSpPr>
        <p:spPr/>
        <p:txBody>
          <a:bodyPr/>
          <a:lstStyle/>
          <a:p>
            <a:fld id="{63F4E5A8-6AB8-4147-9ED2-6CAA95D35954}" type="slidenum">
              <a:rPr lang="en-US" smtClean="0"/>
              <a:t>16</a:t>
            </a:fld>
            <a:endParaRPr lang="en-US"/>
          </a:p>
        </p:txBody>
      </p:sp>
    </p:spTree>
    <p:extLst>
      <p:ext uri="{BB962C8B-B14F-4D97-AF65-F5344CB8AC3E}">
        <p14:creationId xmlns:p14="http://schemas.microsoft.com/office/powerpoint/2010/main" val="220991223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1B67C-98CF-6CFA-90DB-74A6F7E5D015}"/>
              </a:ext>
            </a:extLst>
          </p:cNvPr>
          <p:cNvSpPr>
            <a:spLocks noGrp="1"/>
          </p:cNvSpPr>
          <p:nvPr>
            <p:ph type="title"/>
          </p:nvPr>
        </p:nvSpPr>
        <p:spPr>
          <a:xfrm>
            <a:off x="0" y="1"/>
            <a:ext cx="12192000" cy="900331"/>
          </a:xfrm>
        </p:spPr>
        <p:txBody>
          <a:bodyPr>
            <a:normAutofit/>
          </a:bodyPr>
          <a:lstStyle/>
          <a:p>
            <a:pPr algn="ctr"/>
            <a:r>
              <a:rPr lang="en-US" sz="5400" b="1" dirty="0"/>
              <a:t>Code OF First In-First Out(CONTINUED)</a:t>
            </a:r>
          </a:p>
        </p:txBody>
      </p:sp>
      <p:sp>
        <p:nvSpPr>
          <p:cNvPr id="3" name="Content Placeholder 2">
            <a:extLst>
              <a:ext uri="{FF2B5EF4-FFF2-40B4-BE49-F238E27FC236}">
                <a16:creationId xmlns:a16="http://schemas.microsoft.com/office/drawing/2014/main" id="{63873888-44E9-0A84-C9D3-2C5D81EC55B2}"/>
              </a:ext>
            </a:extLst>
          </p:cNvPr>
          <p:cNvSpPr>
            <a:spLocks noGrp="1"/>
          </p:cNvSpPr>
          <p:nvPr>
            <p:ph idx="1"/>
          </p:nvPr>
        </p:nvSpPr>
        <p:spPr>
          <a:xfrm>
            <a:off x="0" y="900332"/>
            <a:ext cx="12192000" cy="5957667"/>
          </a:xfrm>
        </p:spPr>
        <p:txBody>
          <a:bodyPr>
            <a:normAutofit/>
          </a:bodyPr>
          <a:lstStyle/>
          <a:p>
            <a:pPr marL="0" marR="0">
              <a:lnSpc>
                <a:spcPct val="120000"/>
              </a:lnSpc>
              <a:spcBef>
                <a:spcPts val="0"/>
              </a:spcBef>
              <a:spcAft>
                <a:spcPts val="1000"/>
              </a:spcAft>
            </a:pPr>
            <a:r>
              <a:rPr lang="en-US" sz="4800" dirty="0">
                <a:effectLst/>
                <a:ea typeface="Times New Roman" panose="02020603050405020304" pitchFamily="18" charset="0"/>
                <a:cs typeface="Times New Roman" panose="02020603050405020304" pitchFamily="18" charset="0"/>
              </a:rPr>
              <a:t>front = (front + 1) % capacity;</a:t>
            </a:r>
          </a:p>
          <a:p>
            <a:pPr marL="0" marR="0">
              <a:lnSpc>
                <a:spcPct val="120000"/>
              </a:lnSpc>
              <a:spcBef>
                <a:spcPts val="0"/>
              </a:spcBef>
              <a:spcAft>
                <a:spcPts val="1000"/>
              </a:spcAft>
            </a:pPr>
            <a:r>
              <a:rPr lang="en-US" sz="4800" dirty="0" err="1">
                <a:effectLst/>
                <a:ea typeface="Times New Roman" panose="02020603050405020304" pitchFamily="18" charset="0"/>
                <a:cs typeface="Times New Roman" panose="02020603050405020304" pitchFamily="18" charset="0"/>
              </a:rPr>
              <a:t>page_faults</a:t>
            </a:r>
            <a:r>
              <a:rPr lang="en-US" sz="48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48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48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4800" dirty="0">
                <a:effectLst/>
                <a:ea typeface="Times New Roman" panose="02020603050405020304" pitchFamily="18" charset="0"/>
                <a:cs typeface="Times New Roman" panose="02020603050405020304" pitchFamily="18" charset="0"/>
              </a:rPr>
              <a:t>printf("FIFO Page Faults: %d\n", </a:t>
            </a:r>
            <a:r>
              <a:rPr lang="en-US" sz="4800" dirty="0" err="1">
                <a:effectLst/>
                <a:ea typeface="Times New Roman" panose="02020603050405020304" pitchFamily="18" charset="0"/>
                <a:cs typeface="Times New Roman" panose="02020603050405020304" pitchFamily="18" charset="0"/>
              </a:rPr>
              <a:t>page_faults</a:t>
            </a:r>
            <a:r>
              <a:rPr lang="en-US" sz="48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4800" dirty="0">
                <a:effectLst/>
                <a:ea typeface="Times New Roman" panose="02020603050405020304" pitchFamily="18" charset="0"/>
                <a:cs typeface="Times New Roman" panose="02020603050405020304" pitchFamily="18" charset="0"/>
              </a:rPr>
              <a:t>}</a:t>
            </a:r>
            <a:endParaRPr lang="en-US" sz="6600" dirty="0"/>
          </a:p>
        </p:txBody>
      </p:sp>
      <p:sp>
        <p:nvSpPr>
          <p:cNvPr id="4" name="Slide Number Placeholder 3">
            <a:extLst>
              <a:ext uri="{FF2B5EF4-FFF2-40B4-BE49-F238E27FC236}">
                <a16:creationId xmlns:a16="http://schemas.microsoft.com/office/drawing/2014/main" id="{D3FE1F89-A793-2DCD-1ECE-70BE2D2BA633}"/>
              </a:ext>
            </a:extLst>
          </p:cNvPr>
          <p:cNvSpPr>
            <a:spLocks noGrp="1"/>
          </p:cNvSpPr>
          <p:nvPr>
            <p:ph type="sldNum" sz="quarter" idx="12"/>
          </p:nvPr>
        </p:nvSpPr>
        <p:spPr/>
        <p:txBody>
          <a:bodyPr/>
          <a:lstStyle/>
          <a:p>
            <a:fld id="{63F4E5A8-6AB8-4147-9ED2-6CAA95D35954}" type="slidenum">
              <a:rPr lang="en-US" smtClean="0"/>
              <a:t>17</a:t>
            </a:fld>
            <a:endParaRPr lang="en-US"/>
          </a:p>
        </p:txBody>
      </p:sp>
    </p:spTree>
    <p:extLst>
      <p:ext uri="{BB962C8B-B14F-4D97-AF65-F5344CB8AC3E}">
        <p14:creationId xmlns:p14="http://schemas.microsoft.com/office/powerpoint/2010/main" val="256529392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BD2C3-B8D7-0B80-68C6-A4D0A8D08722}"/>
              </a:ext>
            </a:extLst>
          </p:cNvPr>
          <p:cNvSpPr>
            <a:spLocks noGrp="1"/>
          </p:cNvSpPr>
          <p:nvPr>
            <p:ph type="title"/>
          </p:nvPr>
        </p:nvSpPr>
        <p:spPr>
          <a:xfrm>
            <a:off x="112542" y="1"/>
            <a:ext cx="12079458" cy="858128"/>
          </a:xfrm>
        </p:spPr>
        <p:txBody>
          <a:bodyPr>
            <a:normAutofit fontScale="90000"/>
          </a:bodyPr>
          <a:lstStyle/>
          <a:p>
            <a:pPr algn="ctr"/>
            <a:r>
              <a:rPr lang="en-US" sz="8000" b="1" dirty="0"/>
              <a:t>Least  Recently Used</a:t>
            </a:r>
          </a:p>
        </p:txBody>
      </p:sp>
      <p:sp>
        <p:nvSpPr>
          <p:cNvPr id="3" name="Content Placeholder 2">
            <a:extLst>
              <a:ext uri="{FF2B5EF4-FFF2-40B4-BE49-F238E27FC236}">
                <a16:creationId xmlns:a16="http://schemas.microsoft.com/office/drawing/2014/main" id="{C99FFDC2-1FF0-CB10-4BB2-B2F249D4A149}"/>
              </a:ext>
            </a:extLst>
          </p:cNvPr>
          <p:cNvSpPr>
            <a:spLocks noGrp="1"/>
          </p:cNvSpPr>
          <p:nvPr>
            <p:ph idx="1"/>
          </p:nvPr>
        </p:nvSpPr>
        <p:spPr>
          <a:xfrm>
            <a:off x="0" y="759655"/>
            <a:ext cx="12192000" cy="6098345"/>
          </a:xfrm>
        </p:spPr>
        <p:txBody>
          <a:bodyPr>
            <a:normAutofit lnSpcReduction="10000"/>
          </a:bodyPr>
          <a:lstStyle/>
          <a:p>
            <a:r>
              <a:rPr lang="en-US" sz="6000" kern="0" dirty="0">
                <a:effectLst/>
                <a:ea typeface="Times New Roman" panose="02020603050405020304" pitchFamily="18" charset="0"/>
              </a:rPr>
              <a:t>The LRU page replacement algorithm replaces the least recently used page in the memory with a new page. </a:t>
            </a:r>
          </a:p>
          <a:p>
            <a:r>
              <a:rPr lang="en-US" sz="6000" kern="0" dirty="0">
                <a:effectLst/>
                <a:ea typeface="Times New Roman" panose="02020603050405020304" pitchFamily="18" charset="0"/>
              </a:rPr>
              <a:t>The LRU page replacement algorithm is based on the assumption that among all pages in the memory, the least recently used page will not be used for a long time.</a:t>
            </a:r>
            <a:endParaRPr lang="en-US" sz="8000" dirty="0"/>
          </a:p>
        </p:txBody>
      </p:sp>
      <p:sp>
        <p:nvSpPr>
          <p:cNvPr id="4" name="Slide Number Placeholder 3">
            <a:extLst>
              <a:ext uri="{FF2B5EF4-FFF2-40B4-BE49-F238E27FC236}">
                <a16:creationId xmlns:a16="http://schemas.microsoft.com/office/drawing/2014/main" id="{F6370C10-A03D-D249-BDFA-4FDEFFC42A18}"/>
              </a:ext>
            </a:extLst>
          </p:cNvPr>
          <p:cNvSpPr>
            <a:spLocks noGrp="1"/>
          </p:cNvSpPr>
          <p:nvPr>
            <p:ph type="sldNum" sz="quarter" idx="12"/>
          </p:nvPr>
        </p:nvSpPr>
        <p:spPr/>
        <p:txBody>
          <a:bodyPr/>
          <a:lstStyle/>
          <a:p>
            <a:fld id="{63F4E5A8-6AB8-4147-9ED2-6CAA95D35954}" type="slidenum">
              <a:rPr lang="en-US" smtClean="0"/>
              <a:t>18</a:t>
            </a:fld>
            <a:endParaRPr lang="en-US"/>
          </a:p>
        </p:txBody>
      </p:sp>
    </p:spTree>
    <p:extLst>
      <p:ext uri="{BB962C8B-B14F-4D97-AF65-F5344CB8AC3E}">
        <p14:creationId xmlns:p14="http://schemas.microsoft.com/office/powerpoint/2010/main" val="141099227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5CC51-5A65-88C8-9AE4-5C18DDD5AA34}"/>
              </a:ext>
            </a:extLst>
          </p:cNvPr>
          <p:cNvSpPr>
            <a:spLocks noGrp="1"/>
          </p:cNvSpPr>
          <p:nvPr>
            <p:ph type="title"/>
          </p:nvPr>
        </p:nvSpPr>
        <p:spPr>
          <a:xfrm>
            <a:off x="0" y="1"/>
            <a:ext cx="12192000" cy="681036"/>
          </a:xfrm>
        </p:spPr>
        <p:txBody>
          <a:bodyPr>
            <a:normAutofit fontScale="90000"/>
          </a:bodyPr>
          <a:lstStyle/>
          <a:p>
            <a:pPr algn="ctr"/>
            <a:r>
              <a:rPr lang="en-US" sz="4400" b="1" dirty="0"/>
              <a:t>Least  Recently Used Diagram</a:t>
            </a:r>
            <a:endParaRPr lang="en-US" dirty="0"/>
          </a:p>
        </p:txBody>
      </p:sp>
      <p:pic>
        <p:nvPicPr>
          <p:cNvPr id="4" name="Content Placeholder 3">
            <a:extLst>
              <a:ext uri="{FF2B5EF4-FFF2-40B4-BE49-F238E27FC236}">
                <a16:creationId xmlns:a16="http://schemas.microsoft.com/office/drawing/2014/main" id="{063D3853-BFF2-25F8-51BB-1980FF4DF27A}"/>
              </a:ext>
            </a:extLst>
          </p:cNvPr>
          <p:cNvPicPr>
            <a:picLocks noGrp="1" noChangeAspect="1"/>
          </p:cNvPicPr>
          <p:nvPr>
            <p:ph idx="1"/>
          </p:nvPr>
        </p:nvPicPr>
        <p:blipFill>
          <a:blip r:embed="rId2"/>
          <a:stretch>
            <a:fillRect/>
          </a:stretch>
        </p:blipFill>
        <p:spPr>
          <a:xfrm>
            <a:off x="168986" y="1097280"/>
            <a:ext cx="12023014" cy="5760719"/>
          </a:xfrm>
          <a:prstGeom prst="rect">
            <a:avLst/>
          </a:prstGeom>
        </p:spPr>
      </p:pic>
      <p:sp>
        <p:nvSpPr>
          <p:cNvPr id="5" name="Slide Number Placeholder 4">
            <a:extLst>
              <a:ext uri="{FF2B5EF4-FFF2-40B4-BE49-F238E27FC236}">
                <a16:creationId xmlns:a16="http://schemas.microsoft.com/office/drawing/2014/main" id="{A7A32FC5-48D5-319C-B22B-03B9CD29BCAC}"/>
              </a:ext>
            </a:extLst>
          </p:cNvPr>
          <p:cNvSpPr>
            <a:spLocks noGrp="1"/>
          </p:cNvSpPr>
          <p:nvPr>
            <p:ph type="sldNum" sz="quarter" idx="12"/>
          </p:nvPr>
        </p:nvSpPr>
        <p:spPr/>
        <p:txBody>
          <a:bodyPr/>
          <a:lstStyle/>
          <a:p>
            <a:fld id="{63F4E5A8-6AB8-4147-9ED2-6CAA95D35954}" type="slidenum">
              <a:rPr lang="en-US" smtClean="0"/>
              <a:t>19</a:t>
            </a:fld>
            <a:endParaRPr lang="en-US"/>
          </a:p>
        </p:txBody>
      </p:sp>
    </p:spTree>
    <p:extLst>
      <p:ext uri="{BB962C8B-B14F-4D97-AF65-F5344CB8AC3E}">
        <p14:creationId xmlns:p14="http://schemas.microsoft.com/office/powerpoint/2010/main" val="1524808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C8A15-CC73-F6B4-243A-A23B3EF63CF0}"/>
              </a:ext>
            </a:extLst>
          </p:cNvPr>
          <p:cNvSpPr>
            <a:spLocks noGrp="1"/>
          </p:cNvSpPr>
          <p:nvPr>
            <p:ph type="title"/>
          </p:nvPr>
        </p:nvSpPr>
        <p:spPr>
          <a:xfrm>
            <a:off x="0" y="2"/>
            <a:ext cx="12192000" cy="996286"/>
          </a:xfrm>
        </p:spPr>
        <p:txBody>
          <a:bodyPr>
            <a:normAutofit fontScale="90000"/>
          </a:bodyPr>
          <a:lstStyle/>
          <a:p>
            <a:pPr algn="ctr"/>
            <a:r>
              <a:rPr lang="en-US" sz="6600" b="1" dirty="0"/>
              <a:t>Code of Least  Recently Used </a:t>
            </a:r>
          </a:p>
        </p:txBody>
      </p:sp>
      <p:sp>
        <p:nvSpPr>
          <p:cNvPr id="3" name="Content Placeholder 2">
            <a:extLst>
              <a:ext uri="{FF2B5EF4-FFF2-40B4-BE49-F238E27FC236}">
                <a16:creationId xmlns:a16="http://schemas.microsoft.com/office/drawing/2014/main" id="{AD65E982-98ED-20EE-4F81-DF095442722A}"/>
              </a:ext>
            </a:extLst>
          </p:cNvPr>
          <p:cNvSpPr>
            <a:spLocks noGrp="1"/>
          </p:cNvSpPr>
          <p:nvPr>
            <p:ph idx="1"/>
          </p:nvPr>
        </p:nvSpPr>
        <p:spPr>
          <a:xfrm>
            <a:off x="-1" y="832512"/>
            <a:ext cx="12191999" cy="6025485"/>
          </a:xfrm>
        </p:spPr>
        <p:txBody>
          <a:bodyPr/>
          <a:lstStyle/>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void </a:t>
            </a:r>
            <a:r>
              <a:rPr lang="en-US" dirty="0" err="1">
                <a:effectLst/>
                <a:ea typeface="Times New Roman" panose="02020603050405020304" pitchFamily="18" charset="0"/>
                <a:cs typeface="Times New Roman" panose="02020603050405020304" pitchFamily="18" charset="0"/>
              </a:rPr>
              <a:t>lru</a:t>
            </a:r>
            <a:r>
              <a:rPr lang="en-US" dirty="0">
                <a:effectLst/>
                <a:ea typeface="Times New Roman" panose="02020603050405020304" pitchFamily="18" charset="0"/>
                <a:cs typeface="Times New Roman" panose="02020603050405020304" pitchFamily="18" charset="0"/>
              </a:rPr>
              <a:t>(int pages[], int n, int capacity)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 int frame[capacity], time[capacity], </a:t>
            </a:r>
            <a:r>
              <a:rPr lang="en-US" dirty="0" err="1">
                <a:effectLst/>
                <a:ea typeface="Times New Roman" panose="02020603050405020304" pitchFamily="18" charset="0"/>
                <a:cs typeface="Times New Roman" panose="02020603050405020304" pitchFamily="18" charset="0"/>
              </a:rPr>
              <a:t>page_faults</a:t>
            </a:r>
            <a:r>
              <a:rPr lang="en-US" dirty="0">
                <a:effectLst/>
                <a:ea typeface="Times New Roman" panose="02020603050405020304" pitchFamily="18" charset="0"/>
                <a:cs typeface="Times New Roman" panose="02020603050405020304" pitchFamily="18" charset="0"/>
              </a:rPr>
              <a:t> = 0, counter = 0;</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 for (int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 0;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&lt; capacity;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 frame[</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 -1;</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for (int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 0;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&lt; n;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 int found = 0, </a:t>
            </a:r>
            <a:r>
              <a:rPr lang="en-US" dirty="0" err="1">
                <a:effectLst/>
                <a:ea typeface="Times New Roman" panose="02020603050405020304" pitchFamily="18" charset="0"/>
                <a:cs typeface="Times New Roman" panose="02020603050405020304" pitchFamily="18" charset="0"/>
              </a:rPr>
              <a:t>lru_index</a:t>
            </a:r>
            <a:r>
              <a:rPr lang="en-US" dirty="0">
                <a:effectLst/>
                <a:ea typeface="Times New Roman" panose="02020603050405020304" pitchFamily="18" charset="0"/>
                <a:cs typeface="Times New Roman" panose="02020603050405020304" pitchFamily="18" charset="0"/>
              </a:rPr>
              <a:t> = 0;</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for (int j = 0; j &lt; capacity; </a:t>
            </a:r>
            <a:r>
              <a:rPr lang="en-US" dirty="0" err="1">
                <a:effectLst/>
                <a:ea typeface="Times New Roman" panose="02020603050405020304" pitchFamily="18" charset="0"/>
                <a:cs typeface="Times New Roman" panose="02020603050405020304" pitchFamily="18" charset="0"/>
              </a:rPr>
              <a:t>j++</a:t>
            </a:r>
            <a:r>
              <a:rPr lang="en-US" dirty="0">
                <a:effectLst/>
                <a:ea typeface="Times New Roman" panose="02020603050405020304" pitchFamily="18" charset="0"/>
                <a:cs typeface="Times New Roman" panose="02020603050405020304" pitchFamily="18" charset="0"/>
              </a:rPr>
              <a:t>) </a:t>
            </a:r>
          </a:p>
          <a:p>
            <a:endParaRPr lang="en-US" dirty="0"/>
          </a:p>
        </p:txBody>
      </p:sp>
      <p:sp>
        <p:nvSpPr>
          <p:cNvPr id="4" name="Slide Number Placeholder 3">
            <a:extLst>
              <a:ext uri="{FF2B5EF4-FFF2-40B4-BE49-F238E27FC236}">
                <a16:creationId xmlns:a16="http://schemas.microsoft.com/office/drawing/2014/main" id="{EBA31EE4-FB7C-43C7-3343-9440D53BFDDA}"/>
              </a:ext>
            </a:extLst>
          </p:cNvPr>
          <p:cNvSpPr>
            <a:spLocks noGrp="1"/>
          </p:cNvSpPr>
          <p:nvPr>
            <p:ph type="sldNum" sz="quarter" idx="12"/>
          </p:nvPr>
        </p:nvSpPr>
        <p:spPr/>
        <p:txBody>
          <a:bodyPr/>
          <a:lstStyle/>
          <a:p>
            <a:fld id="{63F4E5A8-6AB8-4147-9ED2-6CAA95D35954}" type="slidenum">
              <a:rPr lang="en-US" smtClean="0"/>
              <a:t>20</a:t>
            </a:fld>
            <a:endParaRPr lang="en-US"/>
          </a:p>
        </p:txBody>
      </p:sp>
    </p:spTree>
    <p:extLst>
      <p:ext uri="{BB962C8B-B14F-4D97-AF65-F5344CB8AC3E}">
        <p14:creationId xmlns:p14="http://schemas.microsoft.com/office/powerpoint/2010/main" val="124203058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C8A15-CC73-F6B4-243A-A23B3EF63CF0}"/>
              </a:ext>
            </a:extLst>
          </p:cNvPr>
          <p:cNvSpPr>
            <a:spLocks noGrp="1"/>
          </p:cNvSpPr>
          <p:nvPr>
            <p:ph type="title"/>
          </p:nvPr>
        </p:nvSpPr>
        <p:spPr>
          <a:xfrm>
            <a:off x="0" y="2"/>
            <a:ext cx="12192000" cy="996286"/>
          </a:xfrm>
        </p:spPr>
        <p:txBody>
          <a:bodyPr>
            <a:normAutofit fontScale="90000"/>
          </a:bodyPr>
          <a:lstStyle/>
          <a:p>
            <a:pPr algn="ctr"/>
            <a:r>
              <a:rPr lang="en-US" sz="6000" b="1" dirty="0"/>
              <a:t>Code of Least  Recently Used(Continued)</a:t>
            </a:r>
            <a:r>
              <a:rPr lang="en-US" sz="6600" b="1" dirty="0"/>
              <a:t> </a:t>
            </a:r>
          </a:p>
        </p:txBody>
      </p:sp>
      <p:sp>
        <p:nvSpPr>
          <p:cNvPr id="3" name="Content Placeholder 2">
            <a:extLst>
              <a:ext uri="{FF2B5EF4-FFF2-40B4-BE49-F238E27FC236}">
                <a16:creationId xmlns:a16="http://schemas.microsoft.com/office/drawing/2014/main" id="{AD65E982-98ED-20EE-4F81-DF095442722A}"/>
              </a:ext>
            </a:extLst>
          </p:cNvPr>
          <p:cNvSpPr>
            <a:spLocks noGrp="1"/>
          </p:cNvSpPr>
          <p:nvPr>
            <p:ph idx="1"/>
          </p:nvPr>
        </p:nvSpPr>
        <p:spPr>
          <a:xfrm>
            <a:off x="-1" y="832512"/>
            <a:ext cx="12191999" cy="6025485"/>
          </a:xfrm>
        </p:spPr>
        <p:txBody>
          <a:bodyPr>
            <a:normAutofit fontScale="92500" lnSpcReduction="20000"/>
          </a:bodyPr>
          <a:lstStyle/>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if (frame[j] == pages[</a:t>
            </a:r>
            <a:r>
              <a:rPr lang="en-US" sz="3000" dirty="0" err="1">
                <a:effectLst/>
                <a:ea typeface="Times New Roman" panose="02020603050405020304" pitchFamily="18" charset="0"/>
                <a:cs typeface="Times New Roman" panose="02020603050405020304" pitchFamily="18" charset="0"/>
              </a:rPr>
              <a:t>i</a:t>
            </a:r>
            <a:r>
              <a:rPr lang="en-US" sz="3000"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found = 1;</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time[j] = ++counter;</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break;</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if (!found) </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a:t>
            </a:r>
          </a:p>
          <a:p>
            <a:pPr marL="0" marR="0" indent="0">
              <a:lnSpc>
                <a:spcPct val="120000"/>
              </a:lnSpc>
              <a:spcBef>
                <a:spcPts val="0"/>
              </a:spcBef>
              <a:spcAft>
                <a:spcPts val="1000"/>
              </a:spcAft>
              <a:buNone/>
            </a:pPr>
            <a:endParaRPr lang="en-US" dirty="0">
              <a:effectLst/>
              <a:ea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4EFB55C1-4721-46FE-BD82-9017429D432B}"/>
              </a:ext>
            </a:extLst>
          </p:cNvPr>
          <p:cNvSpPr>
            <a:spLocks noGrp="1"/>
          </p:cNvSpPr>
          <p:nvPr>
            <p:ph type="sldNum" sz="quarter" idx="12"/>
          </p:nvPr>
        </p:nvSpPr>
        <p:spPr/>
        <p:txBody>
          <a:bodyPr/>
          <a:lstStyle/>
          <a:p>
            <a:fld id="{63F4E5A8-6AB8-4147-9ED2-6CAA95D35954}" type="slidenum">
              <a:rPr lang="en-US" smtClean="0"/>
              <a:t>21</a:t>
            </a:fld>
            <a:endParaRPr lang="en-US"/>
          </a:p>
        </p:txBody>
      </p:sp>
    </p:spTree>
    <p:extLst>
      <p:ext uri="{BB962C8B-B14F-4D97-AF65-F5344CB8AC3E}">
        <p14:creationId xmlns:p14="http://schemas.microsoft.com/office/powerpoint/2010/main" val="12992925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C8A15-CC73-F6B4-243A-A23B3EF63CF0}"/>
              </a:ext>
            </a:extLst>
          </p:cNvPr>
          <p:cNvSpPr>
            <a:spLocks noGrp="1"/>
          </p:cNvSpPr>
          <p:nvPr>
            <p:ph type="title"/>
          </p:nvPr>
        </p:nvSpPr>
        <p:spPr>
          <a:xfrm>
            <a:off x="0" y="2"/>
            <a:ext cx="12192000" cy="996286"/>
          </a:xfrm>
        </p:spPr>
        <p:txBody>
          <a:bodyPr>
            <a:normAutofit fontScale="90000"/>
          </a:bodyPr>
          <a:lstStyle/>
          <a:p>
            <a:pPr algn="ctr"/>
            <a:r>
              <a:rPr lang="en-US" sz="6000" b="1" dirty="0"/>
              <a:t>Code of Least  Recently Used(Continued)</a:t>
            </a:r>
            <a:r>
              <a:rPr lang="en-US" sz="6600" b="1" dirty="0"/>
              <a:t> </a:t>
            </a:r>
          </a:p>
        </p:txBody>
      </p:sp>
      <p:sp>
        <p:nvSpPr>
          <p:cNvPr id="3" name="Content Placeholder 2">
            <a:extLst>
              <a:ext uri="{FF2B5EF4-FFF2-40B4-BE49-F238E27FC236}">
                <a16:creationId xmlns:a16="http://schemas.microsoft.com/office/drawing/2014/main" id="{AD65E982-98ED-20EE-4F81-DF095442722A}"/>
              </a:ext>
            </a:extLst>
          </p:cNvPr>
          <p:cNvSpPr>
            <a:spLocks noGrp="1"/>
          </p:cNvSpPr>
          <p:nvPr>
            <p:ph idx="1"/>
          </p:nvPr>
        </p:nvSpPr>
        <p:spPr>
          <a:xfrm>
            <a:off x="-1" y="832512"/>
            <a:ext cx="12191999" cy="6025485"/>
          </a:xfrm>
        </p:spPr>
        <p:txBody>
          <a:bodyPr>
            <a:normAutofit/>
          </a:bodyPr>
          <a:lstStyle/>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int </a:t>
            </a:r>
            <a:r>
              <a:rPr lang="en-US" dirty="0" err="1">
                <a:effectLst/>
                <a:ea typeface="Times New Roman" panose="02020603050405020304" pitchFamily="18" charset="0"/>
                <a:cs typeface="Times New Roman" panose="02020603050405020304" pitchFamily="18" charset="0"/>
              </a:rPr>
              <a:t>min_time</a:t>
            </a:r>
            <a:r>
              <a:rPr lang="en-US" dirty="0">
                <a:effectLst/>
                <a:ea typeface="Times New Roman" panose="02020603050405020304" pitchFamily="18" charset="0"/>
                <a:cs typeface="Times New Roman" panose="02020603050405020304" pitchFamily="18" charset="0"/>
              </a:rPr>
              <a:t> = counter + 1;</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for (int j = 0; j &lt; capacity; </a:t>
            </a:r>
            <a:r>
              <a:rPr lang="en-US" dirty="0" err="1">
                <a:effectLst/>
                <a:ea typeface="Times New Roman" panose="02020603050405020304" pitchFamily="18" charset="0"/>
                <a:cs typeface="Times New Roman" panose="02020603050405020304" pitchFamily="18" charset="0"/>
              </a:rPr>
              <a:t>j++</a:t>
            </a:r>
            <a:r>
              <a:rPr lang="en-US"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if (time[j] &lt; </a:t>
            </a:r>
            <a:r>
              <a:rPr lang="en-US" dirty="0" err="1">
                <a:effectLst/>
                <a:ea typeface="Times New Roman" panose="02020603050405020304" pitchFamily="18" charset="0"/>
                <a:cs typeface="Times New Roman" panose="02020603050405020304" pitchFamily="18" charset="0"/>
              </a:rPr>
              <a:t>min_time</a:t>
            </a:r>
            <a:r>
              <a:rPr lang="en-US"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err="1">
                <a:effectLst/>
                <a:ea typeface="Times New Roman" panose="02020603050405020304" pitchFamily="18" charset="0"/>
                <a:cs typeface="Times New Roman" panose="02020603050405020304" pitchFamily="18" charset="0"/>
              </a:rPr>
              <a:t>min_time</a:t>
            </a:r>
            <a:r>
              <a:rPr lang="en-US" dirty="0">
                <a:effectLst/>
                <a:ea typeface="Times New Roman" panose="02020603050405020304" pitchFamily="18" charset="0"/>
                <a:cs typeface="Times New Roman" panose="02020603050405020304" pitchFamily="18" charset="0"/>
              </a:rPr>
              <a:t> = time[j];</a:t>
            </a:r>
          </a:p>
          <a:p>
            <a:pPr marL="0" marR="0">
              <a:lnSpc>
                <a:spcPct val="120000"/>
              </a:lnSpc>
              <a:spcBef>
                <a:spcPts val="0"/>
              </a:spcBef>
              <a:spcAft>
                <a:spcPts val="1000"/>
              </a:spcAft>
            </a:pPr>
            <a:r>
              <a:rPr lang="en-US" dirty="0" err="1">
                <a:effectLst/>
                <a:ea typeface="Times New Roman" panose="02020603050405020304" pitchFamily="18" charset="0"/>
                <a:cs typeface="Times New Roman" panose="02020603050405020304" pitchFamily="18" charset="0"/>
              </a:rPr>
              <a:t>lru_index</a:t>
            </a:r>
            <a:r>
              <a:rPr lang="en-US" dirty="0">
                <a:effectLst/>
                <a:ea typeface="Times New Roman" panose="02020603050405020304" pitchFamily="18" charset="0"/>
                <a:cs typeface="Times New Roman" panose="02020603050405020304" pitchFamily="18" charset="0"/>
              </a:rPr>
              <a:t> = j;</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endParaRPr lang="en-US" dirty="0">
              <a:effectLst/>
              <a:ea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8F61B1B7-4865-33A8-93C0-3CEADAB3FBED}"/>
              </a:ext>
            </a:extLst>
          </p:cNvPr>
          <p:cNvSpPr>
            <a:spLocks noGrp="1"/>
          </p:cNvSpPr>
          <p:nvPr>
            <p:ph type="sldNum" sz="quarter" idx="12"/>
          </p:nvPr>
        </p:nvSpPr>
        <p:spPr/>
        <p:txBody>
          <a:bodyPr/>
          <a:lstStyle/>
          <a:p>
            <a:fld id="{63F4E5A8-6AB8-4147-9ED2-6CAA95D35954}" type="slidenum">
              <a:rPr lang="en-US" smtClean="0"/>
              <a:t>22</a:t>
            </a:fld>
            <a:endParaRPr lang="en-US"/>
          </a:p>
        </p:txBody>
      </p:sp>
    </p:spTree>
    <p:extLst>
      <p:ext uri="{BB962C8B-B14F-4D97-AF65-F5344CB8AC3E}">
        <p14:creationId xmlns:p14="http://schemas.microsoft.com/office/powerpoint/2010/main" val="336682920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C8A15-CC73-F6B4-243A-A23B3EF63CF0}"/>
              </a:ext>
            </a:extLst>
          </p:cNvPr>
          <p:cNvSpPr>
            <a:spLocks noGrp="1"/>
          </p:cNvSpPr>
          <p:nvPr>
            <p:ph type="title"/>
          </p:nvPr>
        </p:nvSpPr>
        <p:spPr>
          <a:xfrm>
            <a:off x="0" y="2"/>
            <a:ext cx="12192000" cy="996286"/>
          </a:xfrm>
        </p:spPr>
        <p:txBody>
          <a:bodyPr>
            <a:normAutofit fontScale="90000"/>
          </a:bodyPr>
          <a:lstStyle/>
          <a:p>
            <a:pPr algn="ctr"/>
            <a:r>
              <a:rPr lang="en-US" sz="6000" b="1" dirty="0"/>
              <a:t>Code of Least  Recently Used(Continued)</a:t>
            </a:r>
            <a:r>
              <a:rPr lang="en-US" sz="6600" b="1" dirty="0"/>
              <a:t> </a:t>
            </a:r>
          </a:p>
        </p:txBody>
      </p:sp>
      <p:sp>
        <p:nvSpPr>
          <p:cNvPr id="3" name="Content Placeholder 2">
            <a:extLst>
              <a:ext uri="{FF2B5EF4-FFF2-40B4-BE49-F238E27FC236}">
                <a16:creationId xmlns:a16="http://schemas.microsoft.com/office/drawing/2014/main" id="{AD65E982-98ED-20EE-4F81-DF095442722A}"/>
              </a:ext>
            </a:extLst>
          </p:cNvPr>
          <p:cNvSpPr>
            <a:spLocks noGrp="1"/>
          </p:cNvSpPr>
          <p:nvPr>
            <p:ph idx="1"/>
          </p:nvPr>
        </p:nvSpPr>
        <p:spPr>
          <a:xfrm>
            <a:off x="-1" y="832512"/>
            <a:ext cx="12191999" cy="6025485"/>
          </a:xfrm>
        </p:spPr>
        <p:txBody>
          <a:bodyPr>
            <a:normAutofit/>
          </a:bodyPr>
          <a:lstStyle/>
          <a:p>
            <a:pPr marL="0" marR="0">
              <a:lnSpc>
                <a:spcPct val="120000"/>
              </a:lnSpc>
              <a:spcBef>
                <a:spcPts val="0"/>
              </a:spcBef>
              <a:spcAft>
                <a:spcPts val="1000"/>
              </a:spcAft>
            </a:pPr>
            <a:r>
              <a:rPr lang="en-US" sz="3600" dirty="0">
                <a:effectLst/>
                <a:ea typeface="Times New Roman" panose="02020603050405020304" pitchFamily="18" charset="0"/>
                <a:cs typeface="Times New Roman" panose="02020603050405020304" pitchFamily="18" charset="0"/>
              </a:rPr>
              <a:t>frame[</a:t>
            </a:r>
            <a:r>
              <a:rPr lang="en-US" sz="3600" dirty="0" err="1">
                <a:effectLst/>
                <a:ea typeface="Times New Roman" panose="02020603050405020304" pitchFamily="18" charset="0"/>
                <a:cs typeface="Times New Roman" panose="02020603050405020304" pitchFamily="18" charset="0"/>
              </a:rPr>
              <a:t>lru_index</a:t>
            </a:r>
            <a:r>
              <a:rPr lang="en-US" sz="3600" dirty="0">
                <a:effectLst/>
                <a:ea typeface="Times New Roman" panose="02020603050405020304" pitchFamily="18" charset="0"/>
                <a:cs typeface="Times New Roman" panose="02020603050405020304" pitchFamily="18" charset="0"/>
              </a:rPr>
              <a:t>] = pages[</a:t>
            </a:r>
            <a:r>
              <a:rPr lang="en-US" sz="3600" dirty="0" err="1">
                <a:effectLst/>
                <a:ea typeface="Times New Roman" panose="02020603050405020304" pitchFamily="18" charset="0"/>
                <a:cs typeface="Times New Roman" panose="02020603050405020304" pitchFamily="18" charset="0"/>
              </a:rPr>
              <a:t>i</a:t>
            </a:r>
            <a:r>
              <a:rPr lang="en-US" sz="36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600" dirty="0">
                <a:effectLst/>
                <a:ea typeface="Times New Roman" panose="02020603050405020304" pitchFamily="18" charset="0"/>
                <a:cs typeface="Times New Roman" panose="02020603050405020304" pitchFamily="18" charset="0"/>
              </a:rPr>
              <a:t>time[</a:t>
            </a:r>
            <a:r>
              <a:rPr lang="en-US" sz="3600" dirty="0" err="1">
                <a:effectLst/>
                <a:ea typeface="Times New Roman" panose="02020603050405020304" pitchFamily="18" charset="0"/>
                <a:cs typeface="Times New Roman" panose="02020603050405020304" pitchFamily="18" charset="0"/>
              </a:rPr>
              <a:t>lru_index</a:t>
            </a:r>
            <a:r>
              <a:rPr lang="en-US" sz="3600" dirty="0">
                <a:effectLst/>
                <a:ea typeface="Times New Roman" panose="02020603050405020304" pitchFamily="18" charset="0"/>
                <a:cs typeface="Times New Roman" panose="02020603050405020304" pitchFamily="18" charset="0"/>
              </a:rPr>
              <a:t>] = ++counter;</a:t>
            </a:r>
          </a:p>
          <a:p>
            <a:pPr marL="0" marR="0">
              <a:lnSpc>
                <a:spcPct val="120000"/>
              </a:lnSpc>
              <a:spcBef>
                <a:spcPts val="0"/>
              </a:spcBef>
              <a:spcAft>
                <a:spcPts val="1000"/>
              </a:spcAft>
            </a:pPr>
            <a:r>
              <a:rPr lang="en-US" sz="3600" dirty="0" err="1">
                <a:effectLst/>
                <a:ea typeface="Times New Roman" panose="02020603050405020304" pitchFamily="18" charset="0"/>
                <a:cs typeface="Times New Roman" panose="02020603050405020304" pitchFamily="18" charset="0"/>
              </a:rPr>
              <a:t>page_faults</a:t>
            </a:r>
            <a:r>
              <a:rPr lang="en-US" sz="36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6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6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600" dirty="0">
                <a:effectLst/>
                <a:ea typeface="Times New Roman" panose="02020603050405020304" pitchFamily="18" charset="0"/>
                <a:cs typeface="Times New Roman" panose="02020603050405020304" pitchFamily="18" charset="0"/>
              </a:rPr>
              <a:t>printf("LRU Page Faults: %d\n", </a:t>
            </a:r>
            <a:r>
              <a:rPr lang="en-US" sz="3600" dirty="0" err="1">
                <a:effectLst/>
                <a:ea typeface="Times New Roman" panose="02020603050405020304" pitchFamily="18" charset="0"/>
                <a:cs typeface="Times New Roman" panose="02020603050405020304" pitchFamily="18" charset="0"/>
              </a:rPr>
              <a:t>page_faults</a:t>
            </a:r>
            <a:r>
              <a:rPr lang="en-US" sz="36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6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endParaRPr lang="en-US" dirty="0">
              <a:effectLst/>
              <a:ea typeface="Times New Roman" panose="02020603050405020304" pitchFamily="18" charset="0"/>
              <a:cs typeface="Times New Roman" panose="02020603050405020304" pitchFamily="18" charset="0"/>
            </a:endParaRPr>
          </a:p>
          <a:p>
            <a:pPr marL="0" marR="0">
              <a:lnSpc>
                <a:spcPct val="120000"/>
              </a:lnSpc>
              <a:spcBef>
                <a:spcPts val="0"/>
              </a:spcBef>
              <a:spcAft>
                <a:spcPts val="1000"/>
              </a:spcAft>
            </a:pPr>
            <a:endParaRPr lang="en-US" dirty="0">
              <a:effectLst/>
              <a:ea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8CB34A6F-2CBD-7551-A990-F7DB240D1B38}"/>
              </a:ext>
            </a:extLst>
          </p:cNvPr>
          <p:cNvSpPr>
            <a:spLocks noGrp="1"/>
          </p:cNvSpPr>
          <p:nvPr>
            <p:ph type="sldNum" sz="quarter" idx="12"/>
          </p:nvPr>
        </p:nvSpPr>
        <p:spPr/>
        <p:txBody>
          <a:bodyPr/>
          <a:lstStyle/>
          <a:p>
            <a:fld id="{63F4E5A8-6AB8-4147-9ED2-6CAA95D35954}" type="slidenum">
              <a:rPr lang="en-US" smtClean="0"/>
              <a:t>23</a:t>
            </a:fld>
            <a:endParaRPr lang="en-US"/>
          </a:p>
        </p:txBody>
      </p:sp>
    </p:spTree>
    <p:extLst>
      <p:ext uri="{BB962C8B-B14F-4D97-AF65-F5344CB8AC3E}">
        <p14:creationId xmlns:p14="http://schemas.microsoft.com/office/powerpoint/2010/main" val="331530491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FCF5B-B8BB-0D07-D1F9-C1B388CFA832}"/>
              </a:ext>
            </a:extLst>
          </p:cNvPr>
          <p:cNvSpPr>
            <a:spLocks noGrp="1"/>
          </p:cNvSpPr>
          <p:nvPr>
            <p:ph type="title"/>
          </p:nvPr>
        </p:nvSpPr>
        <p:spPr>
          <a:xfrm>
            <a:off x="0" y="1"/>
            <a:ext cx="12192000" cy="681036"/>
          </a:xfrm>
        </p:spPr>
        <p:txBody>
          <a:bodyPr>
            <a:normAutofit fontScale="90000"/>
          </a:bodyPr>
          <a:lstStyle/>
          <a:p>
            <a:pPr algn="ctr"/>
            <a:r>
              <a:rPr lang="en-US" sz="6000" b="1" dirty="0"/>
              <a:t>Least  Frequently Used</a:t>
            </a:r>
          </a:p>
        </p:txBody>
      </p:sp>
      <p:sp>
        <p:nvSpPr>
          <p:cNvPr id="3" name="Content Placeholder 2">
            <a:extLst>
              <a:ext uri="{FF2B5EF4-FFF2-40B4-BE49-F238E27FC236}">
                <a16:creationId xmlns:a16="http://schemas.microsoft.com/office/drawing/2014/main" id="{5569C698-8AF0-CDFE-38A4-917EE8CA3349}"/>
              </a:ext>
            </a:extLst>
          </p:cNvPr>
          <p:cNvSpPr>
            <a:spLocks noGrp="1"/>
          </p:cNvSpPr>
          <p:nvPr>
            <p:ph idx="1"/>
          </p:nvPr>
        </p:nvSpPr>
        <p:spPr>
          <a:xfrm>
            <a:off x="-1" y="559558"/>
            <a:ext cx="12191999" cy="6298441"/>
          </a:xfrm>
        </p:spPr>
        <p:txBody>
          <a:bodyPr>
            <a:normAutofit lnSpcReduction="10000"/>
          </a:bodyPr>
          <a:lstStyle/>
          <a:p>
            <a:r>
              <a:rPr lang="en-US" sz="6600" kern="0" dirty="0">
                <a:effectLst/>
                <a:ea typeface="Times New Roman" panose="02020603050405020304" pitchFamily="18" charset="0"/>
              </a:rPr>
              <a:t>It removes the page that has not been utilized in the memory for the longest period of time.</a:t>
            </a:r>
          </a:p>
          <a:p>
            <a:r>
              <a:rPr lang="en-US" sz="6600" dirty="0">
                <a:effectLst/>
                <a:ea typeface="Times New Roman" panose="02020603050405020304" pitchFamily="18" charset="0"/>
                <a:cs typeface="Times New Roman" panose="02020603050405020304" pitchFamily="18" charset="0"/>
              </a:rPr>
              <a:t>It replaces the least frequently used pages. It keeps track of page usage in the memory over a short time period.</a:t>
            </a:r>
          </a:p>
          <a:p>
            <a:endParaRPr lang="en-US" dirty="0"/>
          </a:p>
        </p:txBody>
      </p:sp>
      <p:sp>
        <p:nvSpPr>
          <p:cNvPr id="4" name="Slide Number Placeholder 3">
            <a:extLst>
              <a:ext uri="{FF2B5EF4-FFF2-40B4-BE49-F238E27FC236}">
                <a16:creationId xmlns:a16="http://schemas.microsoft.com/office/drawing/2014/main" id="{21B3E641-E39C-4A4F-C03E-7DC21C829C07}"/>
              </a:ext>
            </a:extLst>
          </p:cNvPr>
          <p:cNvSpPr>
            <a:spLocks noGrp="1"/>
          </p:cNvSpPr>
          <p:nvPr>
            <p:ph type="sldNum" sz="quarter" idx="12"/>
          </p:nvPr>
        </p:nvSpPr>
        <p:spPr/>
        <p:txBody>
          <a:bodyPr/>
          <a:lstStyle/>
          <a:p>
            <a:fld id="{63F4E5A8-6AB8-4147-9ED2-6CAA95D35954}" type="slidenum">
              <a:rPr lang="en-US" smtClean="0"/>
              <a:t>24</a:t>
            </a:fld>
            <a:endParaRPr lang="en-US"/>
          </a:p>
        </p:txBody>
      </p:sp>
    </p:spTree>
    <p:extLst>
      <p:ext uri="{BB962C8B-B14F-4D97-AF65-F5344CB8AC3E}">
        <p14:creationId xmlns:p14="http://schemas.microsoft.com/office/powerpoint/2010/main" val="41394195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FCF5B-B8BB-0D07-D1F9-C1B388CFA832}"/>
              </a:ext>
            </a:extLst>
          </p:cNvPr>
          <p:cNvSpPr>
            <a:spLocks noGrp="1"/>
          </p:cNvSpPr>
          <p:nvPr>
            <p:ph type="title"/>
          </p:nvPr>
        </p:nvSpPr>
        <p:spPr>
          <a:xfrm>
            <a:off x="0" y="1"/>
            <a:ext cx="12192000" cy="681036"/>
          </a:xfrm>
        </p:spPr>
        <p:txBody>
          <a:bodyPr>
            <a:normAutofit fontScale="90000"/>
          </a:bodyPr>
          <a:lstStyle/>
          <a:p>
            <a:pPr algn="ctr"/>
            <a:r>
              <a:rPr lang="en-US" sz="6000" b="1" dirty="0"/>
              <a:t>Least  Frequently Used Diagram</a:t>
            </a:r>
          </a:p>
        </p:txBody>
      </p:sp>
      <p:pic>
        <p:nvPicPr>
          <p:cNvPr id="4" name="Content Placeholder 3">
            <a:extLst>
              <a:ext uri="{FF2B5EF4-FFF2-40B4-BE49-F238E27FC236}">
                <a16:creationId xmlns:a16="http://schemas.microsoft.com/office/drawing/2014/main" id="{53D56BFF-E91F-E042-2DF6-FE60AF6DE3C8}"/>
              </a:ext>
            </a:extLst>
          </p:cNvPr>
          <p:cNvPicPr>
            <a:picLocks noGrp="1" noChangeAspect="1"/>
          </p:cNvPicPr>
          <p:nvPr>
            <p:ph idx="1"/>
          </p:nvPr>
        </p:nvPicPr>
        <p:blipFill>
          <a:blip r:embed="rId2"/>
          <a:stretch>
            <a:fillRect/>
          </a:stretch>
        </p:blipFill>
        <p:spPr>
          <a:xfrm>
            <a:off x="0" y="805218"/>
            <a:ext cx="12192000" cy="6052781"/>
          </a:xfrm>
          <a:prstGeom prst="rect">
            <a:avLst/>
          </a:prstGeom>
        </p:spPr>
      </p:pic>
      <p:sp>
        <p:nvSpPr>
          <p:cNvPr id="5" name="Slide Number Placeholder 4">
            <a:extLst>
              <a:ext uri="{FF2B5EF4-FFF2-40B4-BE49-F238E27FC236}">
                <a16:creationId xmlns:a16="http://schemas.microsoft.com/office/drawing/2014/main" id="{EB3B2568-B357-709B-0840-1C744BAD7B13}"/>
              </a:ext>
            </a:extLst>
          </p:cNvPr>
          <p:cNvSpPr>
            <a:spLocks noGrp="1"/>
          </p:cNvSpPr>
          <p:nvPr>
            <p:ph type="sldNum" sz="quarter" idx="12"/>
          </p:nvPr>
        </p:nvSpPr>
        <p:spPr/>
        <p:txBody>
          <a:bodyPr/>
          <a:lstStyle/>
          <a:p>
            <a:fld id="{63F4E5A8-6AB8-4147-9ED2-6CAA95D35954}" type="slidenum">
              <a:rPr lang="en-US" smtClean="0"/>
              <a:t>25</a:t>
            </a:fld>
            <a:endParaRPr lang="en-US"/>
          </a:p>
        </p:txBody>
      </p:sp>
    </p:spTree>
    <p:extLst>
      <p:ext uri="{BB962C8B-B14F-4D97-AF65-F5344CB8AC3E}">
        <p14:creationId xmlns:p14="http://schemas.microsoft.com/office/powerpoint/2010/main" val="92355792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7708D-B51D-EFED-664A-46B3C6914E9C}"/>
              </a:ext>
            </a:extLst>
          </p:cNvPr>
          <p:cNvSpPr>
            <a:spLocks noGrp="1"/>
          </p:cNvSpPr>
          <p:nvPr>
            <p:ph type="title"/>
          </p:nvPr>
        </p:nvSpPr>
        <p:spPr>
          <a:xfrm>
            <a:off x="0" y="1"/>
            <a:ext cx="12192000" cy="681036"/>
          </a:xfrm>
        </p:spPr>
        <p:txBody>
          <a:bodyPr>
            <a:normAutofit fontScale="90000"/>
          </a:bodyPr>
          <a:lstStyle/>
          <a:p>
            <a:pPr algn="ctr"/>
            <a:r>
              <a:rPr lang="en-US" sz="4400" b="1" dirty="0"/>
              <a:t>CODE OF Least  Frequently Used </a:t>
            </a:r>
            <a:endParaRPr lang="en-US" b="1" dirty="0"/>
          </a:p>
        </p:txBody>
      </p:sp>
      <p:sp>
        <p:nvSpPr>
          <p:cNvPr id="3" name="Content Placeholder 2">
            <a:extLst>
              <a:ext uri="{FF2B5EF4-FFF2-40B4-BE49-F238E27FC236}">
                <a16:creationId xmlns:a16="http://schemas.microsoft.com/office/drawing/2014/main" id="{C896DEBB-EFF4-5725-7342-C50BC941E32A}"/>
              </a:ext>
            </a:extLst>
          </p:cNvPr>
          <p:cNvSpPr>
            <a:spLocks noGrp="1"/>
          </p:cNvSpPr>
          <p:nvPr>
            <p:ph idx="1"/>
          </p:nvPr>
        </p:nvSpPr>
        <p:spPr>
          <a:xfrm>
            <a:off x="0" y="681037"/>
            <a:ext cx="12192000" cy="6176962"/>
          </a:xfrm>
        </p:spPr>
        <p:txBody>
          <a:bodyPr>
            <a:normAutofit lnSpcReduction="10000"/>
          </a:bodyPr>
          <a:lstStyle/>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void </a:t>
            </a:r>
            <a:r>
              <a:rPr lang="en-US" dirty="0" err="1">
                <a:effectLst/>
                <a:ea typeface="Times New Roman" panose="02020603050405020304" pitchFamily="18" charset="0"/>
                <a:cs typeface="Times New Roman" panose="02020603050405020304" pitchFamily="18" charset="0"/>
              </a:rPr>
              <a:t>lfu</a:t>
            </a:r>
            <a:r>
              <a:rPr lang="en-US" dirty="0">
                <a:effectLst/>
                <a:ea typeface="Times New Roman" panose="02020603050405020304" pitchFamily="18" charset="0"/>
                <a:cs typeface="Times New Roman" panose="02020603050405020304" pitchFamily="18" charset="0"/>
              </a:rPr>
              <a:t>(int pages[], int n, int capacity)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    int frame[capacity], count[capacity], </a:t>
            </a:r>
            <a:r>
              <a:rPr lang="en-US" dirty="0" err="1">
                <a:effectLst/>
                <a:ea typeface="Times New Roman" panose="02020603050405020304" pitchFamily="18" charset="0"/>
                <a:cs typeface="Times New Roman" panose="02020603050405020304" pitchFamily="18" charset="0"/>
              </a:rPr>
              <a:t>page_faults</a:t>
            </a:r>
            <a:r>
              <a:rPr lang="en-US" dirty="0">
                <a:effectLst/>
                <a:ea typeface="Times New Roman" panose="02020603050405020304" pitchFamily="18" charset="0"/>
                <a:cs typeface="Times New Roman" panose="02020603050405020304" pitchFamily="18" charset="0"/>
              </a:rPr>
              <a:t> = 0;</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    for (int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 0;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&lt; capacity;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frame[</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 -1;</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count[</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 0;</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for (int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 0;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&lt; n;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endParaRPr lang="en-US" sz="4000" dirty="0"/>
          </a:p>
        </p:txBody>
      </p:sp>
      <p:sp>
        <p:nvSpPr>
          <p:cNvPr id="4" name="Slide Number Placeholder 3">
            <a:extLst>
              <a:ext uri="{FF2B5EF4-FFF2-40B4-BE49-F238E27FC236}">
                <a16:creationId xmlns:a16="http://schemas.microsoft.com/office/drawing/2014/main" id="{26FC487B-74BA-FCE7-9B8A-1DA69CA6D71E}"/>
              </a:ext>
            </a:extLst>
          </p:cNvPr>
          <p:cNvSpPr>
            <a:spLocks noGrp="1"/>
          </p:cNvSpPr>
          <p:nvPr>
            <p:ph type="sldNum" sz="quarter" idx="12"/>
          </p:nvPr>
        </p:nvSpPr>
        <p:spPr/>
        <p:txBody>
          <a:bodyPr/>
          <a:lstStyle/>
          <a:p>
            <a:fld id="{63F4E5A8-6AB8-4147-9ED2-6CAA95D35954}" type="slidenum">
              <a:rPr lang="en-US" smtClean="0"/>
              <a:t>26</a:t>
            </a:fld>
            <a:endParaRPr lang="en-US"/>
          </a:p>
        </p:txBody>
      </p:sp>
    </p:spTree>
    <p:extLst>
      <p:ext uri="{BB962C8B-B14F-4D97-AF65-F5344CB8AC3E}">
        <p14:creationId xmlns:p14="http://schemas.microsoft.com/office/powerpoint/2010/main" val="200223923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7708D-B51D-EFED-664A-46B3C6914E9C}"/>
              </a:ext>
            </a:extLst>
          </p:cNvPr>
          <p:cNvSpPr>
            <a:spLocks noGrp="1"/>
          </p:cNvSpPr>
          <p:nvPr>
            <p:ph type="title"/>
          </p:nvPr>
        </p:nvSpPr>
        <p:spPr>
          <a:xfrm>
            <a:off x="0" y="1"/>
            <a:ext cx="12192000" cy="681036"/>
          </a:xfrm>
        </p:spPr>
        <p:txBody>
          <a:bodyPr>
            <a:normAutofit fontScale="90000"/>
          </a:bodyPr>
          <a:lstStyle/>
          <a:p>
            <a:pPr algn="ctr"/>
            <a:r>
              <a:rPr lang="en-US" sz="4400" b="1" dirty="0"/>
              <a:t>CODE OF Least  Frequently Used (Continued)</a:t>
            </a:r>
            <a:endParaRPr lang="en-US" b="1" dirty="0"/>
          </a:p>
        </p:txBody>
      </p:sp>
      <p:sp>
        <p:nvSpPr>
          <p:cNvPr id="3" name="Content Placeholder 2">
            <a:extLst>
              <a:ext uri="{FF2B5EF4-FFF2-40B4-BE49-F238E27FC236}">
                <a16:creationId xmlns:a16="http://schemas.microsoft.com/office/drawing/2014/main" id="{C896DEBB-EFF4-5725-7342-C50BC941E32A}"/>
              </a:ext>
            </a:extLst>
          </p:cNvPr>
          <p:cNvSpPr>
            <a:spLocks noGrp="1"/>
          </p:cNvSpPr>
          <p:nvPr>
            <p:ph idx="1"/>
          </p:nvPr>
        </p:nvSpPr>
        <p:spPr>
          <a:xfrm>
            <a:off x="0" y="681037"/>
            <a:ext cx="12192000" cy="6176962"/>
          </a:xfrm>
        </p:spPr>
        <p:txBody>
          <a:bodyPr>
            <a:normAutofit fontScale="92500" lnSpcReduction="20000"/>
          </a:bodyPr>
          <a:lstStyle/>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int found = 0, </a:t>
            </a:r>
            <a:r>
              <a:rPr lang="en-US" sz="3000" dirty="0" err="1">
                <a:effectLst/>
                <a:ea typeface="Times New Roman" panose="02020603050405020304" pitchFamily="18" charset="0"/>
                <a:cs typeface="Times New Roman" panose="02020603050405020304" pitchFamily="18" charset="0"/>
              </a:rPr>
              <a:t>lfu_index</a:t>
            </a:r>
            <a:r>
              <a:rPr lang="en-US" sz="3000" dirty="0">
                <a:effectLst/>
                <a:ea typeface="Times New Roman" panose="02020603050405020304" pitchFamily="18" charset="0"/>
                <a:cs typeface="Times New Roman" panose="02020603050405020304" pitchFamily="18" charset="0"/>
              </a:rPr>
              <a:t> = 0;</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for (int j = 0; j &lt; capacity; </a:t>
            </a:r>
            <a:r>
              <a:rPr lang="en-US" sz="3000" dirty="0" err="1">
                <a:effectLst/>
                <a:ea typeface="Times New Roman" panose="02020603050405020304" pitchFamily="18" charset="0"/>
                <a:cs typeface="Times New Roman" panose="02020603050405020304" pitchFamily="18" charset="0"/>
              </a:rPr>
              <a:t>j++</a:t>
            </a:r>
            <a:r>
              <a:rPr lang="en-US" sz="30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if (frame[j] == pages[</a:t>
            </a:r>
            <a:r>
              <a:rPr lang="en-US" sz="3000" dirty="0" err="1">
                <a:effectLst/>
                <a:ea typeface="Times New Roman" panose="02020603050405020304" pitchFamily="18" charset="0"/>
                <a:cs typeface="Times New Roman" panose="02020603050405020304" pitchFamily="18" charset="0"/>
              </a:rPr>
              <a:t>i</a:t>
            </a:r>
            <a:r>
              <a:rPr lang="en-US" sz="3000"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found = 1;</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 count[j]++;</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  break;</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sz="3000" dirty="0">
                <a:effectLst/>
                <a:ea typeface="Times New Roman" panose="02020603050405020304" pitchFamily="18" charset="0"/>
                <a:cs typeface="Times New Roman" panose="02020603050405020304" pitchFamily="18" charset="0"/>
              </a:rPr>
              <a:t>}</a:t>
            </a:r>
          </a:p>
          <a:p>
            <a:pPr marL="0" indent="0">
              <a:buNone/>
            </a:pPr>
            <a:r>
              <a:rPr lang="en-US" sz="1800" kern="0" dirty="0">
                <a:effectLst/>
                <a:latin typeface="Times New Roman" panose="02020603050405020304" pitchFamily="18" charset="0"/>
                <a:ea typeface="Times New Roman" panose="02020603050405020304" pitchFamily="18" charset="0"/>
              </a:rPr>
              <a:t> </a:t>
            </a:r>
            <a:endParaRPr lang="en-US" dirty="0">
              <a:effectLst/>
              <a:ea typeface="Times New Roman" panose="02020603050405020304" pitchFamily="18" charset="0"/>
              <a:cs typeface="Times New Roman" panose="02020603050405020304" pitchFamily="18" charset="0"/>
            </a:endParaRPr>
          </a:p>
          <a:p>
            <a:endParaRPr lang="en-US" sz="4000" dirty="0"/>
          </a:p>
        </p:txBody>
      </p:sp>
      <p:sp>
        <p:nvSpPr>
          <p:cNvPr id="4" name="Slide Number Placeholder 3">
            <a:extLst>
              <a:ext uri="{FF2B5EF4-FFF2-40B4-BE49-F238E27FC236}">
                <a16:creationId xmlns:a16="http://schemas.microsoft.com/office/drawing/2014/main" id="{CA042CA8-60DE-13E8-813A-A579DFA5FEDE}"/>
              </a:ext>
            </a:extLst>
          </p:cNvPr>
          <p:cNvSpPr>
            <a:spLocks noGrp="1"/>
          </p:cNvSpPr>
          <p:nvPr>
            <p:ph type="sldNum" sz="quarter" idx="12"/>
          </p:nvPr>
        </p:nvSpPr>
        <p:spPr/>
        <p:txBody>
          <a:bodyPr/>
          <a:lstStyle/>
          <a:p>
            <a:fld id="{63F4E5A8-6AB8-4147-9ED2-6CAA95D35954}" type="slidenum">
              <a:rPr lang="en-US" smtClean="0"/>
              <a:t>27</a:t>
            </a:fld>
            <a:endParaRPr lang="en-US"/>
          </a:p>
        </p:txBody>
      </p:sp>
    </p:spTree>
    <p:extLst>
      <p:ext uri="{BB962C8B-B14F-4D97-AF65-F5344CB8AC3E}">
        <p14:creationId xmlns:p14="http://schemas.microsoft.com/office/powerpoint/2010/main" val="341735166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7708D-B51D-EFED-664A-46B3C6914E9C}"/>
              </a:ext>
            </a:extLst>
          </p:cNvPr>
          <p:cNvSpPr>
            <a:spLocks noGrp="1"/>
          </p:cNvSpPr>
          <p:nvPr>
            <p:ph type="title"/>
          </p:nvPr>
        </p:nvSpPr>
        <p:spPr>
          <a:xfrm>
            <a:off x="0" y="1"/>
            <a:ext cx="12192000" cy="681036"/>
          </a:xfrm>
        </p:spPr>
        <p:txBody>
          <a:bodyPr>
            <a:normAutofit fontScale="90000"/>
          </a:bodyPr>
          <a:lstStyle/>
          <a:p>
            <a:pPr algn="ctr"/>
            <a:r>
              <a:rPr lang="en-US" sz="4400" b="1" dirty="0"/>
              <a:t>CODE OF Least  Frequently Used (Continued)</a:t>
            </a:r>
            <a:endParaRPr lang="en-US" b="1" dirty="0"/>
          </a:p>
        </p:txBody>
      </p:sp>
      <p:sp>
        <p:nvSpPr>
          <p:cNvPr id="3" name="Content Placeholder 2">
            <a:extLst>
              <a:ext uri="{FF2B5EF4-FFF2-40B4-BE49-F238E27FC236}">
                <a16:creationId xmlns:a16="http://schemas.microsoft.com/office/drawing/2014/main" id="{C896DEBB-EFF4-5725-7342-C50BC941E32A}"/>
              </a:ext>
            </a:extLst>
          </p:cNvPr>
          <p:cNvSpPr>
            <a:spLocks noGrp="1"/>
          </p:cNvSpPr>
          <p:nvPr>
            <p:ph idx="1"/>
          </p:nvPr>
        </p:nvSpPr>
        <p:spPr>
          <a:xfrm>
            <a:off x="0" y="681037"/>
            <a:ext cx="12192000" cy="6176962"/>
          </a:xfrm>
        </p:spPr>
        <p:txBody>
          <a:bodyPr>
            <a:normAutofit fontScale="77500" lnSpcReduction="20000"/>
          </a:bodyPr>
          <a:lstStyle/>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if (!found)</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int </a:t>
            </a:r>
            <a:r>
              <a:rPr lang="en-US" dirty="0" err="1">
                <a:effectLst/>
                <a:ea typeface="Times New Roman" panose="02020603050405020304" pitchFamily="18" charset="0"/>
                <a:cs typeface="Times New Roman" panose="02020603050405020304" pitchFamily="18" charset="0"/>
              </a:rPr>
              <a:t>min_count</a:t>
            </a:r>
            <a:r>
              <a:rPr lang="en-US" dirty="0">
                <a:effectLst/>
                <a:ea typeface="Times New Roman" panose="02020603050405020304" pitchFamily="18" charset="0"/>
                <a:cs typeface="Times New Roman" panose="02020603050405020304" pitchFamily="18" charset="0"/>
              </a:rPr>
              <a:t> = n + 1;</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for (int j = 0; j &lt; capacity; </a:t>
            </a:r>
            <a:r>
              <a:rPr lang="en-US" dirty="0" err="1">
                <a:effectLst/>
                <a:ea typeface="Times New Roman" panose="02020603050405020304" pitchFamily="18" charset="0"/>
                <a:cs typeface="Times New Roman" panose="02020603050405020304" pitchFamily="18" charset="0"/>
              </a:rPr>
              <a:t>j++</a:t>
            </a: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if (frame[j] == -1)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err="1">
                <a:effectLst/>
                <a:ea typeface="Times New Roman" panose="02020603050405020304" pitchFamily="18" charset="0"/>
                <a:cs typeface="Times New Roman" panose="02020603050405020304" pitchFamily="18" charset="0"/>
              </a:rPr>
              <a:t>lfu_index</a:t>
            </a:r>
            <a:r>
              <a:rPr lang="en-US" dirty="0">
                <a:effectLst/>
                <a:ea typeface="Times New Roman" panose="02020603050405020304" pitchFamily="18" charset="0"/>
                <a:cs typeface="Times New Roman" panose="02020603050405020304" pitchFamily="18" charset="0"/>
              </a:rPr>
              <a:t> = j;</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break;</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else if (count[j] &lt; </a:t>
            </a:r>
            <a:r>
              <a:rPr lang="en-US" dirty="0" err="1">
                <a:effectLst/>
                <a:ea typeface="Times New Roman" panose="02020603050405020304" pitchFamily="18" charset="0"/>
                <a:cs typeface="Times New Roman" panose="02020603050405020304" pitchFamily="18" charset="0"/>
              </a:rPr>
              <a:t>min_count</a:t>
            </a: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err="1">
                <a:effectLst/>
                <a:ea typeface="Times New Roman" panose="02020603050405020304" pitchFamily="18" charset="0"/>
                <a:cs typeface="Times New Roman" panose="02020603050405020304" pitchFamily="18" charset="0"/>
              </a:rPr>
              <a:t>min_count</a:t>
            </a:r>
            <a:r>
              <a:rPr lang="en-US" dirty="0">
                <a:effectLst/>
                <a:ea typeface="Times New Roman" panose="02020603050405020304" pitchFamily="18" charset="0"/>
                <a:cs typeface="Times New Roman" panose="02020603050405020304" pitchFamily="18" charset="0"/>
              </a:rPr>
              <a:t> = count[j];</a:t>
            </a:r>
          </a:p>
          <a:p>
            <a:endParaRPr lang="en-US" sz="4000" dirty="0"/>
          </a:p>
        </p:txBody>
      </p:sp>
      <p:sp>
        <p:nvSpPr>
          <p:cNvPr id="4" name="Slide Number Placeholder 3">
            <a:extLst>
              <a:ext uri="{FF2B5EF4-FFF2-40B4-BE49-F238E27FC236}">
                <a16:creationId xmlns:a16="http://schemas.microsoft.com/office/drawing/2014/main" id="{5AB8C270-4458-0E80-57A7-DD07A3821F4B}"/>
              </a:ext>
            </a:extLst>
          </p:cNvPr>
          <p:cNvSpPr>
            <a:spLocks noGrp="1"/>
          </p:cNvSpPr>
          <p:nvPr>
            <p:ph type="sldNum" sz="quarter" idx="12"/>
          </p:nvPr>
        </p:nvSpPr>
        <p:spPr/>
        <p:txBody>
          <a:bodyPr/>
          <a:lstStyle/>
          <a:p>
            <a:fld id="{63F4E5A8-6AB8-4147-9ED2-6CAA95D35954}" type="slidenum">
              <a:rPr lang="en-US" smtClean="0"/>
              <a:t>28</a:t>
            </a:fld>
            <a:endParaRPr lang="en-US"/>
          </a:p>
        </p:txBody>
      </p:sp>
    </p:spTree>
    <p:extLst>
      <p:ext uri="{BB962C8B-B14F-4D97-AF65-F5344CB8AC3E}">
        <p14:creationId xmlns:p14="http://schemas.microsoft.com/office/powerpoint/2010/main" val="343917440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7708D-B51D-EFED-664A-46B3C6914E9C}"/>
              </a:ext>
            </a:extLst>
          </p:cNvPr>
          <p:cNvSpPr>
            <a:spLocks noGrp="1"/>
          </p:cNvSpPr>
          <p:nvPr>
            <p:ph type="title"/>
          </p:nvPr>
        </p:nvSpPr>
        <p:spPr>
          <a:xfrm>
            <a:off x="0" y="1"/>
            <a:ext cx="12192000" cy="681036"/>
          </a:xfrm>
        </p:spPr>
        <p:txBody>
          <a:bodyPr>
            <a:normAutofit fontScale="90000"/>
          </a:bodyPr>
          <a:lstStyle/>
          <a:p>
            <a:pPr algn="ctr"/>
            <a:r>
              <a:rPr lang="en-US" sz="4400" b="1" dirty="0"/>
              <a:t>CODE OF Least  Frequently Used (Continued)</a:t>
            </a:r>
            <a:endParaRPr lang="en-US" b="1" dirty="0"/>
          </a:p>
        </p:txBody>
      </p:sp>
      <p:sp>
        <p:nvSpPr>
          <p:cNvPr id="3" name="Content Placeholder 2">
            <a:extLst>
              <a:ext uri="{FF2B5EF4-FFF2-40B4-BE49-F238E27FC236}">
                <a16:creationId xmlns:a16="http://schemas.microsoft.com/office/drawing/2014/main" id="{C896DEBB-EFF4-5725-7342-C50BC941E32A}"/>
              </a:ext>
            </a:extLst>
          </p:cNvPr>
          <p:cNvSpPr>
            <a:spLocks noGrp="1"/>
          </p:cNvSpPr>
          <p:nvPr>
            <p:ph idx="1"/>
          </p:nvPr>
        </p:nvSpPr>
        <p:spPr>
          <a:xfrm>
            <a:off x="0" y="681037"/>
            <a:ext cx="12192000" cy="6176962"/>
          </a:xfrm>
        </p:spPr>
        <p:txBody>
          <a:bodyPr>
            <a:normAutofit lnSpcReduction="10000"/>
          </a:bodyPr>
          <a:lstStyle/>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 </a:t>
            </a:r>
            <a:r>
              <a:rPr lang="en-US" dirty="0" err="1">
                <a:effectLst/>
                <a:ea typeface="Times New Roman" panose="02020603050405020304" pitchFamily="18" charset="0"/>
                <a:cs typeface="Times New Roman" panose="02020603050405020304" pitchFamily="18" charset="0"/>
              </a:rPr>
              <a:t>lfu_index</a:t>
            </a:r>
            <a:r>
              <a:rPr lang="en-US" dirty="0">
                <a:effectLst/>
                <a:ea typeface="Times New Roman" panose="02020603050405020304" pitchFamily="18" charset="0"/>
                <a:cs typeface="Times New Roman" panose="02020603050405020304" pitchFamily="18" charset="0"/>
              </a:rPr>
              <a:t> = j;</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frame[</a:t>
            </a:r>
            <a:r>
              <a:rPr lang="en-US" dirty="0" err="1">
                <a:effectLst/>
                <a:ea typeface="Times New Roman" panose="02020603050405020304" pitchFamily="18" charset="0"/>
                <a:cs typeface="Times New Roman" panose="02020603050405020304" pitchFamily="18" charset="0"/>
              </a:rPr>
              <a:t>lfu_index</a:t>
            </a:r>
            <a:r>
              <a:rPr lang="en-US" dirty="0">
                <a:effectLst/>
                <a:ea typeface="Times New Roman" panose="02020603050405020304" pitchFamily="18" charset="0"/>
                <a:cs typeface="Times New Roman" panose="02020603050405020304" pitchFamily="18" charset="0"/>
              </a:rPr>
              <a:t>] = pages[</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count[</a:t>
            </a:r>
            <a:r>
              <a:rPr lang="en-US" dirty="0" err="1">
                <a:effectLst/>
                <a:ea typeface="Times New Roman" panose="02020603050405020304" pitchFamily="18" charset="0"/>
                <a:cs typeface="Times New Roman" panose="02020603050405020304" pitchFamily="18" charset="0"/>
              </a:rPr>
              <a:t>lfu_index</a:t>
            </a:r>
            <a:r>
              <a:rPr lang="en-US" dirty="0">
                <a:effectLst/>
                <a:ea typeface="Times New Roman" panose="02020603050405020304" pitchFamily="18" charset="0"/>
                <a:cs typeface="Times New Roman" panose="02020603050405020304" pitchFamily="18" charset="0"/>
              </a:rPr>
              <a:t>] = 1;</a:t>
            </a:r>
          </a:p>
          <a:p>
            <a:pPr marL="0" marR="0">
              <a:lnSpc>
                <a:spcPct val="120000"/>
              </a:lnSpc>
              <a:spcBef>
                <a:spcPts val="0"/>
              </a:spcBef>
              <a:spcAft>
                <a:spcPts val="1000"/>
              </a:spcAft>
            </a:pPr>
            <a:r>
              <a:rPr lang="en-US" dirty="0" err="1">
                <a:effectLst/>
                <a:ea typeface="Times New Roman" panose="02020603050405020304" pitchFamily="18" charset="0"/>
                <a:cs typeface="Times New Roman" panose="02020603050405020304" pitchFamily="18" charset="0"/>
              </a:rPr>
              <a:t>page_faults</a:t>
            </a: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printf("LFU Page Faults: %d\n", </a:t>
            </a:r>
            <a:r>
              <a:rPr lang="en-US" dirty="0" err="1">
                <a:effectLst/>
                <a:ea typeface="Times New Roman" panose="02020603050405020304" pitchFamily="18" charset="0"/>
                <a:cs typeface="Times New Roman" panose="02020603050405020304" pitchFamily="18" charset="0"/>
              </a:rPr>
              <a:t>page_faults</a:t>
            </a: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a:lnSpc>
                <a:spcPct val="120000"/>
              </a:lnSpc>
              <a:spcBef>
                <a:spcPts val="0"/>
              </a:spcBef>
              <a:spcAft>
                <a:spcPts val="1000"/>
              </a:spcAft>
            </a:pPr>
            <a:endParaRPr lang="en-US" dirty="0">
              <a:effectLst/>
              <a:ea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3AFBBBFC-5988-3B40-EF07-10E919856806}"/>
              </a:ext>
            </a:extLst>
          </p:cNvPr>
          <p:cNvSpPr>
            <a:spLocks noGrp="1"/>
          </p:cNvSpPr>
          <p:nvPr>
            <p:ph type="sldNum" sz="quarter" idx="12"/>
          </p:nvPr>
        </p:nvSpPr>
        <p:spPr/>
        <p:txBody>
          <a:bodyPr/>
          <a:lstStyle/>
          <a:p>
            <a:fld id="{63F4E5A8-6AB8-4147-9ED2-6CAA95D35954}" type="slidenum">
              <a:rPr lang="en-US" smtClean="0"/>
              <a:t>29</a:t>
            </a:fld>
            <a:endParaRPr lang="en-US"/>
          </a:p>
        </p:txBody>
      </p:sp>
    </p:spTree>
    <p:extLst>
      <p:ext uri="{BB962C8B-B14F-4D97-AF65-F5344CB8AC3E}">
        <p14:creationId xmlns:p14="http://schemas.microsoft.com/office/powerpoint/2010/main" val="7902804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C6EB-53FA-2BE1-8957-D0522CA6E735}"/>
              </a:ext>
            </a:extLst>
          </p:cNvPr>
          <p:cNvSpPr>
            <a:spLocks noGrp="1"/>
          </p:cNvSpPr>
          <p:nvPr>
            <p:ph type="title"/>
          </p:nvPr>
        </p:nvSpPr>
        <p:spPr>
          <a:xfrm>
            <a:off x="-1" y="122829"/>
            <a:ext cx="12192001" cy="764275"/>
          </a:xfrm>
        </p:spPr>
        <p:txBody>
          <a:bodyPr>
            <a:normAutofit fontScale="90000"/>
          </a:bodyPr>
          <a:lstStyle/>
          <a:p>
            <a:pPr algn="ctr"/>
            <a:r>
              <a:rPr lang="en-US" sz="6000" b="1" dirty="0"/>
              <a:t>Optimal Page Replacement</a:t>
            </a:r>
          </a:p>
        </p:txBody>
      </p:sp>
      <p:sp>
        <p:nvSpPr>
          <p:cNvPr id="3" name="Content Placeholder 2">
            <a:extLst>
              <a:ext uri="{FF2B5EF4-FFF2-40B4-BE49-F238E27FC236}">
                <a16:creationId xmlns:a16="http://schemas.microsoft.com/office/drawing/2014/main" id="{F10D7AFF-4CAE-7DB3-3953-B662200D9651}"/>
              </a:ext>
            </a:extLst>
          </p:cNvPr>
          <p:cNvSpPr>
            <a:spLocks noGrp="1"/>
          </p:cNvSpPr>
          <p:nvPr>
            <p:ph idx="1"/>
          </p:nvPr>
        </p:nvSpPr>
        <p:spPr>
          <a:xfrm>
            <a:off x="0" y="887104"/>
            <a:ext cx="12192000" cy="5848067"/>
          </a:xfrm>
        </p:spPr>
        <p:txBody>
          <a:bodyPr>
            <a:normAutofit lnSpcReduction="10000"/>
          </a:bodyPr>
          <a:lstStyle/>
          <a:p>
            <a:r>
              <a:rPr lang="en-US" sz="6000" kern="0" dirty="0">
                <a:effectLst/>
                <a:ea typeface="Times New Roman" panose="02020603050405020304" pitchFamily="18" charset="0"/>
              </a:rPr>
              <a:t>The optimal page replacement (OPT) algorithm is a memory management technique. </a:t>
            </a:r>
          </a:p>
          <a:p>
            <a:r>
              <a:rPr lang="en-US" sz="6000" dirty="0">
                <a:effectLst/>
                <a:ea typeface="Times New Roman" panose="02020603050405020304" pitchFamily="18" charset="0"/>
                <a:cs typeface="Times New Roman" panose="02020603050405020304" pitchFamily="18" charset="0"/>
              </a:rPr>
              <a:t>It minimizes the number of page faults by predicting future accesses and replacing the least recently used pages.</a:t>
            </a:r>
          </a:p>
          <a:p>
            <a:endParaRPr lang="en-US" sz="8000" dirty="0"/>
          </a:p>
        </p:txBody>
      </p:sp>
      <p:sp>
        <p:nvSpPr>
          <p:cNvPr id="4" name="Slide Number Placeholder 3">
            <a:extLst>
              <a:ext uri="{FF2B5EF4-FFF2-40B4-BE49-F238E27FC236}">
                <a16:creationId xmlns:a16="http://schemas.microsoft.com/office/drawing/2014/main" id="{5F298770-506D-9D24-C81D-3864B8C410AC}"/>
              </a:ext>
            </a:extLst>
          </p:cNvPr>
          <p:cNvSpPr>
            <a:spLocks noGrp="1"/>
          </p:cNvSpPr>
          <p:nvPr>
            <p:ph type="sldNum" sz="quarter" idx="12"/>
          </p:nvPr>
        </p:nvSpPr>
        <p:spPr/>
        <p:txBody>
          <a:bodyPr/>
          <a:lstStyle/>
          <a:p>
            <a:fld id="{63F4E5A8-6AB8-4147-9ED2-6CAA95D35954}" type="slidenum">
              <a:rPr lang="en-US" smtClean="0"/>
              <a:t>30</a:t>
            </a:fld>
            <a:endParaRPr lang="en-US"/>
          </a:p>
        </p:txBody>
      </p:sp>
    </p:spTree>
    <p:extLst>
      <p:ext uri="{BB962C8B-B14F-4D97-AF65-F5344CB8AC3E}">
        <p14:creationId xmlns:p14="http://schemas.microsoft.com/office/powerpoint/2010/main" val="8489573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C6EB-53FA-2BE1-8957-D0522CA6E735}"/>
              </a:ext>
            </a:extLst>
          </p:cNvPr>
          <p:cNvSpPr>
            <a:spLocks noGrp="1"/>
          </p:cNvSpPr>
          <p:nvPr>
            <p:ph type="title"/>
          </p:nvPr>
        </p:nvSpPr>
        <p:spPr>
          <a:xfrm>
            <a:off x="-1" y="122829"/>
            <a:ext cx="12192001" cy="764275"/>
          </a:xfrm>
        </p:spPr>
        <p:txBody>
          <a:bodyPr>
            <a:normAutofit fontScale="90000"/>
          </a:bodyPr>
          <a:lstStyle/>
          <a:p>
            <a:pPr algn="ctr"/>
            <a:r>
              <a:rPr lang="en-US" sz="6000" b="1" dirty="0"/>
              <a:t>Optimal Page Replacement Diagram</a:t>
            </a:r>
          </a:p>
        </p:txBody>
      </p:sp>
      <p:pic>
        <p:nvPicPr>
          <p:cNvPr id="4" name="Content Placeholder 3">
            <a:extLst>
              <a:ext uri="{FF2B5EF4-FFF2-40B4-BE49-F238E27FC236}">
                <a16:creationId xmlns:a16="http://schemas.microsoft.com/office/drawing/2014/main" id="{691EF2A0-E7DA-DD39-7AD2-F875A09F9640}"/>
              </a:ext>
            </a:extLst>
          </p:cNvPr>
          <p:cNvPicPr>
            <a:picLocks noGrp="1" noChangeAspect="1"/>
          </p:cNvPicPr>
          <p:nvPr>
            <p:ph idx="1"/>
          </p:nvPr>
        </p:nvPicPr>
        <p:blipFill>
          <a:blip r:embed="rId2"/>
          <a:stretch>
            <a:fillRect/>
          </a:stretch>
        </p:blipFill>
        <p:spPr>
          <a:xfrm>
            <a:off x="0" y="887104"/>
            <a:ext cx="12191999" cy="5848067"/>
          </a:xfrm>
          <a:prstGeom prst="rect">
            <a:avLst/>
          </a:prstGeom>
        </p:spPr>
      </p:pic>
      <p:sp>
        <p:nvSpPr>
          <p:cNvPr id="5" name="Slide Number Placeholder 4">
            <a:extLst>
              <a:ext uri="{FF2B5EF4-FFF2-40B4-BE49-F238E27FC236}">
                <a16:creationId xmlns:a16="http://schemas.microsoft.com/office/drawing/2014/main" id="{14D9005D-31F2-73C9-5C08-7B7761D0CBD5}"/>
              </a:ext>
            </a:extLst>
          </p:cNvPr>
          <p:cNvSpPr>
            <a:spLocks noGrp="1"/>
          </p:cNvSpPr>
          <p:nvPr>
            <p:ph type="sldNum" sz="quarter" idx="12"/>
          </p:nvPr>
        </p:nvSpPr>
        <p:spPr/>
        <p:txBody>
          <a:bodyPr/>
          <a:lstStyle/>
          <a:p>
            <a:fld id="{63F4E5A8-6AB8-4147-9ED2-6CAA95D35954}" type="slidenum">
              <a:rPr lang="en-US" smtClean="0"/>
              <a:t>31</a:t>
            </a:fld>
            <a:endParaRPr lang="en-US"/>
          </a:p>
        </p:txBody>
      </p:sp>
    </p:spTree>
    <p:extLst>
      <p:ext uri="{BB962C8B-B14F-4D97-AF65-F5344CB8AC3E}">
        <p14:creationId xmlns:p14="http://schemas.microsoft.com/office/powerpoint/2010/main" val="138366379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C6EB-53FA-2BE1-8957-D0522CA6E735}"/>
              </a:ext>
            </a:extLst>
          </p:cNvPr>
          <p:cNvSpPr>
            <a:spLocks noGrp="1"/>
          </p:cNvSpPr>
          <p:nvPr>
            <p:ph type="title"/>
          </p:nvPr>
        </p:nvSpPr>
        <p:spPr>
          <a:xfrm>
            <a:off x="-1" y="122829"/>
            <a:ext cx="12192001" cy="764275"/>
          </a:xfrm>
        </p:spPr>
        <p:txBody>
          <a:bodyPr>
            <a:normAutofit fontScale="90000"/>
          </a:bodyPr>
          <a:lstStyle/>
          <a:p>
            <a:pPr algn="ctr"/>
            <a:r>
              <a:rPr lang="en-US" sz="6000" b="1" dirty="0"/>
              <a:t>CODE OF Optimal Page Replacement </a:t>
            </a:r>
          </a:p>
        </p:txBody>
      </p:sp>
      <p:sp>
        <p:nvSpPr>
          <p:cNvPr id="5" name="Content Placeholder 4">
            <a:extLst>
              <a:ext uri="{FF2B5EF4-FFF2-40B4-BE49-F238E27FC236}">
                <a16:creationId xmlns:a16="http://schemas.microsoft.com/office/drawing/2014/main" id="{FE885E49-1299-7965-42DC-AB7621101EF4}"/>
              </a:ext>
            </a:extLst>
          </p:cNvPr>
          <p:cNvSpPr>
            <a:spLocks noGrp="1"/>
          </p:cNvSpPr>
          <p:nvPr>
            <p:ph idx="1"/>
          </p:nvPr>
        </p:nvSpPr>
        <p:spPr>
          <a:xfrm>
            <a:off x="0" y="736978"/>
            <a:ext cx="12192000" cy="6121021"/>
          </a:xfrm>
        </p:spPr>
        <p:txBody>
          <a:bodyPr>
            <a:normAutofit fontScale="92500" lnSpcReduction="20000"/>
          </a:bodyPr>
          <a:lstStyle/>
          <a:p>
            <a:pPr marL="0" marR="0">
              <a:lnSpc>
                <a:spcPct val="120000"/>
              </a:lnSpc>
              <a:spcBef>
                <a:spcPts val="0"/>
              </a:spcBef>
              <a:spcAft>
                <a:spcPts val="1000"/>
              </a:spcAft>
            </a:pPr>
            <a:r>
              <a:rPr lang="en-US" sz="3200" dirty="0">
                <a:effectLst/>
                <a:ea typeface="Times New Roman" panose="02020603050405020304" pitchFamily="18" charset="0"/>
                <a:cs typeface="Times New Roman" panose="02020603050405020304" pitchFamily="18" charset="0"/>
              </a:rPr>
              <a:t>void optimal(int pages[], int n, int capacity) </a:t>
            </a:r>
          </a:p>
          <a:p>
            <a:pPr marL="0" marR="0">
              <a:lnSpc>
                <a:spcPct val="120000"/>
              </a:lnSpc>
              <a:spcBef>
                <a:spcPts val="0"/>
              </a:spcBef>
              <a:spcAft>
                <a:spcPts val="1000"/>
              </a:spcAft>
            </a:pPr>
            <a:r>
              <a:rPr lang="en-US" sz="32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200" dirty="0">
                <a:effectLst/>
                <a:ea typeface="Times New Roman" panose="02020603050405020304" pitchFamily="18" charset="0"/>
                <a:cs typeface="Times New Roman" panose="02020603050405020304" pitchFamily="18" charset="0"/>
              </a:rPr>
              <a:t>int frame[capacity], </a:t>
            </a:r>
            <a:r>
              <a:rPr lang="en-US" sz="3200" dirty="0" err="1">
                <a:effectLst/>
                <a:ea typeface="Times New Roman" panose="02020603050405020304" pitchFamily="18" charset="0"/>
                <a:cs typeface="Times New Roman" panose="02020603050405020304" pitchFamily="18" charset="0"/>
              </a:rPr>
              <a:t>page_faults</a:t>
            </a:r>
            <a:r>
              <a:rPr lang="en-US" sz="3200" dirty="0">
                <a:effectLst/>
                <a:ea typeface="Times New Roman" panose="02020603050405020304" pitchFamily="18" charset="0"/>
                <a:cs typeface="Times New Roman" panose="02020603050405020304" pitchFamily="18" charset="0"/>
              </a:rPr>
              <a:t> = 0;</a:t>
            </a:r>
          </a:p>
          <a:p>
            <a:pPr marL="0" marR="0">
              <a:lnSpc>
                <a:spcPct val="120000"/>
              </a:lnSpc>
              <a:spcBef>
                <a:spcPts val="0"/>
              </a:spcBef>
              <a:spcAft>
                <a:spcPts val="1000"/>
              </a:spcAft>
            </a:pPr>
            <a:r>
              <a:rPr lang="en-US" sz="3200" dirty="0">
                <a:effectLst/>
                <a:ea typeface="Times New Roman" panose="02020603050405020304" pitchFamily="18" charset="0"/>
                <a:cs typeface="Times New Roman" panose="02020603050405020304" pitchFamily="18" charset="0"/>
              </a:rPr>
              <a:t>for (int </a:t>
            </a:r>
            <a:r>
              <a:rPr lang="en-US" sz="3200" dirty="0" err="1">
                <a:effectLst/>
                <a:ea typeface="Times New Roman" panose="02020603050405020304" pitchFamily="18" charset="0"/>
                <a:cs typeface="Times New Roman" panose="02020603050405020304" pitchFamily="18" charset="0"/>
              </a:rPr>
              <a:t>i</a:t>
            </a:r>
            <a:r>
              <a:rPr lang="en-US" sz="3200" dirty="0">
                <a:effectLst/>
                <a:ea typeface="Times New Roman" panose="02020603050405020304" pitchFamily="18" charset="0"/>
                <a:cs typeface="Times New Roman" panose="02020603050405020304" pitchFamily="18" charset="0"/>
              </a:rPr>
              <a:t> = 0; </a:t>
            </a:r>
            <a:r>
              <a:rPr lang="en-US" sz="3200" dirty="0" err="1">
                <a:effectLst/>
                <a:ea typeface="Times New Roman" panose="02020603050405020304" pitchFamily="18" charset="0"/>
                <a:cs typeface="Times New Roman" panose="02020603050405020304" pitchFamily="18" charset="0"/>
              </a:rPr>
              <a:t>i</a:t>
            </a:r>
            <a:r>
              <a:rPr lang="en-US" sz="3200" dirty="0">
                <a:effectLst/>
                <a:ea typeface="Times New Roman" panose="02020603050405020304" pitchFamily="18" charset="0"/>
                <a:cs typeface="Times New Roman" panose="02020603050405020304" pitchFamily="18" charset="0"/>
              </a:rPr>
              <a:t> &lt; capacity; </a:t>
            </a:r>
            <a:r>
              <a:rPr lang="en-US" sz="3200" dirty="0" err="1">
                <a:effectLst/>
                <a:ea typeface="Times New Roman" panose="02020603050405020304" pitchFamily="18" charset="0"/>
                <a:cs typeface="Times New Roman" panose="02020603050405020304" pitchFamily="18" charset="0"/>
              </a:rPr>
              <a:t>i</a:t>
            </a:r>
            <a:r>
              <a:rPr lang="en-US" sz="32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200" dirty="0">
                <a:effectLst/>
                <a:ea typeface="Times New Roman" panose="02020603050405020304" pitchFamily="18" charset="0"/>
                <a:cs typeface="Times New Roman" panose="02020603050405020304" pitchFamily="18" charset="0"/>
              </a:rPr>
              <a:t>frame[</a:t>
            </a:r>
            <a:r>
              <a:rPr lang="en-US" sz="3200" dirty="0" err="1">
                <a:effectLst/>
                <a:ea typeface="Times New Roman" panose="02020603050405020304" pitchFamily="18" charset="0"/>
                <a:cs typeface="Times New Roman" panose="02020603050405020304" pitchFamily="18" charset="0"/>
              </a:rPr>
              <a:t>i</a:t>
            </a:r>
            <a:r>
              <a:rPr lang="en-US" sz="3200" dirty="0">
                <a:effectLst/>
                <a:ea typeface="Times New Roman" panose="02020603050405020304" pitchFamily="18" charset="0"/>
                <a:cs typeface="Times New Roman" panose="02020603050405020304" pitchFamily="18" charset="0"/>
              </a:rPr>
              <a:t>] = -1;</a:t>
            </a:r>
          </a:p>
          <a:p>
            <a:pPr marL="0" marR="0">
              <a:lnSpc>
                <a:spcPct val="120000"/>
              </a:lnSpc>
              <a:spcBef>
                <a:spcPts val="0"/>
              </a:spcBef>
              <a:spcAft>
                <a:spcPts val="1000"/>
              </a:spcAft>
            </a:pPr>
            <a:r>
              <a:rPr lang="en-US" sz="3200" dirty="0">
                <a:effectLst/>
                <a:ea typeface="Times New Roman" panose="02020603050405020304" pitchFamily="18" charset="0"/>
                <a:cs typeface="Times New Roman" panose="02020603050405020304" pitchFamily="18" charset="0"/>
              </a:rPr>
              <a:t>for (int </a:t>
            </a:r>
            <a:r>
              <a:rPr lang="en-US" sz="3200" dirty="0" err="1">
                <a:effectLst/>
                <a:ea typeface="Times New Roman" panose="02020603050405020304" pitchFamily="18" charset="0"/>
                <a:cs typeface="Times New Roman" panose="02020603050405020304" pitchFamily="18" charset="0"/>
              </a:rPr>
              <a:t>i</a:t>
            </a:r>
            <a:r>
              <a:rPr lang="en-US" sz="3200" dirty="0">
                <a:effectLst/>
                <a:ea typeface="Times New Roman" panose="02020603050405020304" pitchFamily="18" charset="0"/>
                <a:cs typeface="Times New Roman" panose="02020603050405020304" pitchFamily="18" charset="0"/>
              </a:rPr>
              <a:t> = 0; </a:t>
            </a:r>
            <a:r>
              <a:rPr lang="en-US" sz="3200" dirty="0" err="1">
                <a:effectLst/>
                <a:ea typeface="Times New Roman" panose="02020603050405020304" pitchFamily="18" charset="0"/>
                <a:cs typeface="Times New Roman" panose="02020603050405020304" pitchFamily="18" charset="0"/>
              </a:rPr>
              <a:t>i</a:t>
            </a:r>
            <a:r>
              <a:rPr lang="en-US" sz="3200" dirty="0">
                <a:effectLst/>
                <a:ea typeface="Times New Roman" panose="02020603050405020304" pitchFamily="18" charset="0"/>
                <a:cs typeface="Times New Roman" panose="02020603050405020304" pitchFamily="18" charset="0"/>
              </a:rPr>
              <a:t> &lt; n; </a:t>
            </a:r>
            <a:r>
              <a:rPr lang="en-US" sz="3200" dirty="0" err="1">
                <a:effectLst/>
                <a:ea typeface="Times New Roman" panose="02020603050405020304" pitchFamily="18" charset="0"/>
                <a:cs typeface="Times New Roman" panose="02020603050405020304" pitchFamily="18" charset="0"/>
              </a:rPr>
              <a:t>i</a:t>
            </a:r>
            <a:r>
              <a:rPr lang="en-US" sz="3200"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sz="32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3200" dirty="0">
                <a:effectLst/>
                <a:ea typeface="Times New Roman" panose="02020603050405020304" pitchFamily="18" charset="0"/>
                <a:cs typeface="Times New Roman" panose="02020603050405020304" pitchFamily="18" charset="0"/>
              </a:rPr>
              <a:t>int found = 0, </a:t>
            </a:r>
            <a:r>
              <a:rPr lang="en-US" sz="3200" dirty="0" err="1">
                <a:effectLst/>
                <a:ea typeface="Times New Roman" panose="02020603050405020304" pitchFamily="18" charset="0"/>
                <a:cs typeface="Times New Roman" panose="02020603050405020304" pitchFamily="18" charset="0"/>
              </a:rPr>
              <a:t>replace_index</a:t>
            </a:r>
            <a:r>
              <a:rPr lang="en-US" sz="3200" dirty="0">
                <a:effectLst/>
                <a:ea typeface="Times New Roman" panose="02020603050405020304" pitchFamily="18" charset="0"/>
                <a:cs typeface="Times New Roman" panose="02020603050405020304" pitchFamily="18" charset="0"/>
              </a:rPr>
              <a:t> = 0;</a:t>
            </a:r>
          </a:p>
          <a:p>
            <a:pPr marL="0" marR="0">
              <a:lnSpc>
                <a:spcPct val="120000"/>
              </a:lnSpc>
              <a:spcBef>
                <a:spcPts val="0"/>
              </a:spcBef>
              <a:spcAft>
                <a:spcPts val="1000"/>
              </a:spcAft>
            </a:pPr>
            <a:r>
              <a:rPr lang="en-US" sz="3200" dirty="0">
                <a:effectLst/>
                <a:ea typeface="Times New Roman" panose="02020603050405020304" pitchFamily="18" charset="0"/>
                <a:cs typeface="Times New Roman" panose="02020603050405020304" pitchFamily="18" charset="0"/>
              </a:rPr>
              <a:t>for (int j = 0; j &lt; capacity; </a:t>
            </a:r>
            <a:r>
              <a:rPr lang="en-US" sz="3200" dirty="0" err="1">
                <a:effectLst/>
                <a:ea typeface="Times New Roman" panose="02020603050405020304" pitchFamily="18" charset="0"/>
                <a:cs typeface="Times New Roman" panose="02020603050405020304" pitchFamily="18" charset="0"/>
              </a:rPr>
              <a:t>j++</a:t>
            </a:r>
            <a:r>
              <a:rPr lang="en-US" sz="3200"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sz="3200" dirty="0">
                <a:effectLst/>
                <a:ea typeface="Times New Roman" panose="02020603050405020304" pitchFamily="18" charset="0"/>
                <a:cs typeface="Times New Roman" panose="02020603050405020304" pitchFamily="18" charset="0"/>
              </a:rPr>
              <a:t>{</a:t>
            </a:r>
          </a:p>
          <a:p>
            <a:endParaRPr lang="en-US" dirty="0"/>
          </a:p>
        </p:txBody>
      </p:sp>
      <p:sp>
        <p:nvSpPr>
          <p:cNvPr id="6" name="Slide Number Placeholder 5">
            <a:extLst>
              <a:ext uri="{FF2B5EF4-FFF2-40B4-BE49-F238E27FC236}">
                <a16:creationId xmlns:a16="http://schemas.microsoft.com/office/drawing/2014/main" id="{0AE25ED4-835B-757F-17B9-6A08CE2EFF4F}"/>
              </a:ext>
            </a:extLst>
          </p:cNvPr>
          <p:cNvSpPr>
            <a:spLocks noGrp="1"/>
          </p:cNvSpPr>
          <p:nvPr>
            <p:ph type="sldNum" sz="quarter" idx="12"/>
          </p:nvPr>
        </p:nvSpPr>
        <p:spPr/>
        <p:txBody>
          <a:bodyPr/>
          <a:lstStyle/>
          <a:p>
            <a:fld id="{63F4E5A8-6AB8-4147-9ED2-6CAA95D35954}" type="slidenum">
              <a:rPr lang="en-US" smtClean="0"/>
              <a:t>32</a:t>
            </a:fld>
            <a:endParaRPr lang="en-US"/>
          </a:p>
        </p:txBody>
      </p:sp>
    </p:spTree>
    <p:extLst>
      <p:ext uri="{BB962C8B-B14F-4D97-AF65-F5344CB8AC3E}">
        <p14:creationId xmlns:p14="http://schemas.microsoft.com/office/powerpoint/2010/main" val="171844025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C6EB-53FA-2BE1-8957-D0522CA6E735}"/>
              </a:ext>
            </a:extLst>
          </p:cNvPr>
          <p:cNvSpPr>
            <a:spLocks noGrp="1"/>
          </p:cNvSpPr>
          <p:nvPr>
            <p:ph type="title"/>
          </p:nvPr>
        </p:nvSpPr>
        <p:spPr>
          <a:xfrm>
            <a:off x="-1" y="122829"/>
            <a:ext cx="12192001" cy="764275"/>
          </a:xfrm>
        </p:spPr>
        <p:txBody>
          <a:bodyPr>
            <a:noAutofit/>
          </a:bodyPr>
          <a:lstStyle/>
          <a:p>
            <a:pPr algn="ctr"/>
            <a:r>
              <a:rPr lang="en-US" sz="4800" b="1" dirty="0"/>
              <a:t>CODE OF Optimal Page Replacement (Continued)</a:t>
            </a:r>
          </a:p>
        </p:txBody>
      </p:sp>
      <p:sp>
        <p:nvSpPr>
          <p:cNvPr id="5" name="Content Placeholder 4">
            <a:extLst>
              <a:ext uri="{FF2B5EF4-FFF2-40B4-BE49-F238E27FC236}">
                <a16:creationId xmlns:a16="http://schemas.microsoft.com/office/drawing/2014/main" id="{FE885E49-1299-7965-42DC-AB7621101EF4}"/>
              </a:ext>
            </a:extLst>
          </p:cNvPr>
          <p:cNvSpPr>
            <a:spLocks noGrp="1"/>
          </p:cNvSpPr>
          <p:nvPr>
            <p:ph idx="1"/>
          </p:nvPr>
        </p:nvSpPr>
        <p:spPr>
          <a:xfrm>
            <a:off x="0" y="736978"/>
            <a:ext cx="12192000" cy="6121021"/>
          </a:xfrm>
        </p:spPr>
        <p:txBody>
          <a:bodyPr>
            <a:normAutofit/>
          </a:bodyPr>
          <a:lstStyle/>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 if (frame[j] == pages[</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 found = 1;</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 break;</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if (!found) </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dirty="0">
                <a:effectLst/>
                <a:ea typeface="Times New Roman" panose="02020603050405020304" pitchFamily="18" charset="0"/>
                <a:cs typeface="Times New Roman" panose="02020603050405020304" pitchFamily="18" charset="0"/>
              </a:rPr>
              <a:t>int farthest = </a:t>
            </a:r>
            <a:r>
              <a:rPr lang="en-US" dirty="0" err="1">
                <a:effectLst/>
                <a:ea typeface="Times New Roman" panose="02020603050405020304" pitchFamily="18" charset="0"/>
                <a:cs typeface="Times New Roman" panose="02020603050405020304" pitchFamily="18" charset="0"/>
              </a:rPr>
              <a:t>i</a:t>
            </a:r>
            <a:r>
              <a:rPr lang="en-US" dirty="0">
                <a:effectLst/>
                <a:ea typeface="Times New Roman" panose="02020603050405020304" pitchFamily="18" charset="0"/>
                <a:cs typeface="Times New Roman" panose="02020603050405020304" pitchFamily="18" charset="0"/>
              </a:rPr>
              <a:t> + 1;</a:t>
            </a:r>
          </a:p>
          <a:p>
            <a:pPr marL="0" indent="0">
              <a:buNone/>
            </a:pPr>
            <a:endParaRPr lang="en-US" sz="3200" dirty="0">
              <a:effectLst/>
              <a:ea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13D075C4-E923-E4EB-F3CF-3866C9E0EB10}"/>
              </a:ext>
            </a:extLst>
          </p:cNvPr>
          <p:cNvSpPr>
            <a:spLocks noGrp="1"/>
          </p:cNvSpPr>
          <p:nvPr>
            <p:ph type="sldNum" sz="quarter" idx="12"/>
          </p:nvPr>
        </p:nvSpPr>
        <p:spPr/>
        <p:txBody>
          <a:bodyPr/>
          <a:lstStyle/>
          <a:p>
            <a:fld id="{63F4E5A8-6AB8-4147-9ED2-6CAA95D35954}" type="slidenum">
              <a:rPr lang="en-US" smtClean="0"/>
              <a:t>33</a:t>
            </a:fld>
            <a:endParaRPr lang="en-US"/>
          </a:p>
        </p:txBody>
      </p:sp>
    </p:spTree>
    <p:extLst>
      <p:ext uri="{BB962C8B-B14F-4D97-AF65-F5344CB8AC3E}">
        <p14:creationId xmlns:p14="http://schemas.microsoft.com/office/powerpoint/2010/main" val="214595227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C6EB-53FA-2BE1-8957-D0522CA6E735}"/>
              </a:ext>
            </a:extLst>
          </p:cNvPr>
          <p:cNvSpPr>
            <a:spLocks noGrp="1"/>
          </p:cNvSpPr>
          <p:nvPr>
            <p:ph type="title"/>
          </p:nvPr>
        </p:nvSpPr>
        <p:spPr>
          <a:xfrm>
            <a:off x="-1" y="122829"/>
            <a:ext cx="12192001" cy="764275"/>
          </a:xfrm>
        </p:spPr>
        <p:txBody>
          <a:bodyPr>
            <a:noAutofit/>
          </a:bodyPr>
          <a:lstStyle/>
          <a:p>
            <a:pPr algn="ctr"/>
            <a:r>
              <a:rPr lang="en-US" sz="4800" b="1" dirty="0"/>
              <a:t>CODE OF Optimal Page Replacement (Continued)</a:t>
            </a:r>
          </a:p>
        </p:txBody>
      </p:sp>
      <p:sp>
        <p:nvSpPr>
          <p:cNvPr id="5" name="Content Placeholder 4">
            <a:extLst>
              <a:ext uri="{FF2B5EF4-FFF2-40B4-BE49-F238E27FC236}">
                <a16:creationId xmlns:a16="http://schemas.microsoft.com/office/drawing/2014/main" id="{FE885E49-1299-7965-42DC-AB7621101EF4}"/>
              </a:ext>
            </a:extLst>
          </p:cNvPr>
          <p:cNvSpPr>
            <a:spLocks noGrp="1"/>
          </p:cNvSpPr>
          <p:nvPr>
            <p:ph idx="1"/>
          </p:nvPr>
        </p:nvSpPr>
        <p:spPr>
          <a:xfrm>
            <a:off x="0" y="736978"/>
            <a:ext cx="12192000" cy="6121021"/>
          </a:xfrm>
        </p:spPr>
        <p:txBody>
          <a:bodyPr>
            <a:normAutofit fontScale="92500" lnSpcReduction="20000"/>
          </a:bodyPr>
          <a:lstStyle/>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for (int j = 0; j &lt; capacity; </a:t>
            </a:r>
            <a:r>
              <a:rPr lang="en-US" sz="2400" dirty="0" err="1">
                <a:effectLst/>
                <a:ea typeface="Times New Roman" panose="02020603050405020304" pitchFamily="18" charset="0"/>
                <a:cs typeface="Times New Roman" panose="02020603050405020304" pitchFamily="18" charset="0"/>
              </a:rPr>
              <a:t>j++</a:t>
            </a:r>
            <a:r>
              <a:rPr lang="en-US" sz="2400"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int k;</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for (k = </a:t>
            </a:r>
            <a:r>
              <a:rPr lang="en-US" sz="2400" dirty="0" err="1">
                <a:effectLst/>
                <a:ea typeface="Times New Roman" panose="02020603050405020304" pitchFamily="18" charset="0"/>
                <a:cs typeface="Times New Roman" panose="02020603050405020304" pitchFamily="18" charset="0"/>
              </a:rPr>
              <a:t>i</a:t>
            </a:r>
            <a:r>
              <a:rPr lang="en-US" sz="2400" dirty="0">
                <a:effectLst/>
                <a:ea typeface="Times New Roman" panose="02020603050405020304" pitchFamily="18" charset="0"/>
                <a:cs typeface="Times New Roman" panose="02020603050405020304" pitchFamily="18" charset="0"/>
              </a:rPr>
              <a:t> + 1; k &lt; n; k++) </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if (frame[j] == pages[k])</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break;</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if (k == n) </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 </a:t>
            </a:r>
            <a:r>
              <a:rPr lang="en-US" sz="2400" dirty="0" err="1">
                <a:effectLst/>
                <a:ea typeface="Times New Roman" panose="02020603050405020304" pitchFamily="18" charset="0"/>
                <a:cs typeface="Times New Roman" panose="02020603050405020304" pitchFamily="18" charset="0"/>
              </a:rPr>
              <a:t>replace_index</a:t>
            </a:r>
            <a:r>
              <a:rPr lang="en-US" sz="2400" dirty="0">
                <a:effectLst/>
                <a:ea typeface="Times New Roman" panose="02020603050405020304" pitchFamily="18" charset="0"/>
                <a:cs typeface="Times New Roman" panose="02020603050405020304" pitchFamily="18" charset="0"/>
              </a:rPr>
              <a:t> = j;</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break;</a:t>
            </a:r>
          </a:p>
          <a:p>
            <a:pPr marL="0" indent="0">
              <a:buNone/>
            </a:pPr>
            <a:r>
              <a:rPr lang="en-US" sz="1800" kern="0" dirty="0">
                <a:effectLst/>
                <a:latin typeface="Times New Roman" panose="02020603050405020304" pitchFamily="18" charset="0"/>
                <a:ea typeface="Times New Roman" panose="02020603050405020304" pitchFamily="18" charset="0"/>
              </a:rPr>
              <a:t> </a:t>
            </a:r>
            <a:endParaRPr lang="en-US" sz="3200" dirty="0">
              <a:effectLst/>
              <a:ea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DDCF11C-6CE6-A037-AF00-392D29922564}"/>
              </a:ext>
            </a:extLst>
          </p:cNvPr>
          <p:cNvSpPr>
            <a:spLocks noGrp="1"/>
          </p:cNvSpPr>
          <p:nvPr>
            <p:ph type="sldNum" sz="quarter" idx="12"/>
          </p:nvPr>
        </p:nvSpPr>
        <p:spPr/>
        <p:txBody>
          <a:bodyPr/>
          <a:lstStyle/>
          <a:p>
            <a:fld id="{63F4E5A8-6AB8-4147-9ED2-6CAA95D35954}" type="slidenum">
              <a:rPr lang="en-US" smtClean="0"/>
              <a:t>34</a:t>
            </a:fld>
            <a:endParaRPr lang="en-US"/>
          </a:p>
        </p:txBody>
      </p:sp>
    </p:spTree>
    <p:extLst>
      <p:ext uri="{BB962C8B-B14F-4D97-AF65-F5344CB8AC3E}">
        <p14:creationId xmlns:p14="http://schemas.microsoft.com/office/powerpoint/2010/main" val="102561679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C6EB-53FA-2BE1-8957-D0522CA6E735}"/>
              </a:ext>
            </a:extLst>
          </p:cNvPr>
          <p:cNvSpPr>
            <a:spLocks noGrp="1"/>
          </p:cNvSpPr>
          <p:nvPr>
            <p:ph type="title"/>
          </p:nvPr>
        </p:nvSpPr>
        <p:spPr>
          <a:xfrm>
            <a:off x="-1" y="122829"/>
            <a:ext cx="12192001" cy="764275"/>
          </a:xfrm>
        </p:spPr>
        <p:txBody>
          <a:bodyPr>
            <a:noAutofit/>
          </a:bodyPr>
          <a:lstStyle/>
          <a:p>
            <a:pPr algn="ctr"/>
            <a:r>
              <a:rPr lang="en-US" sz="4800" b="1" dirty="0"/>
              <a:t>CODE OF Optimal Page Replacement (Continued)</a:t>
            </a:r>
          </a:p>
        </p:txBody>
      </p:sp>
      <p:sp>
        <p:nvSpPr>
          <p:cNvPr id="5" name="Content Placeholder 4">
            <a:extLst>
              <a:ext uri="{FF2B5EF4-FFF2-40B4-BE49-F238E27FC236}">
                <a16:creationId xmlns:a16="http://schemas.microsoft.com/office/drawing/2014/main" id="{FE885E49-1299-7965-42DC-AB7621101EF4}"/>
              </a:ext>
            </a:extLst>
          </p:cNvPr>
          <p:cNvSpPr>
            <a:spLocks noGrp="1"/>
          </p:cNvSpPr>
          <p:nvPr>
            <p:ph idx="1"/>
          </p:nvPr>
        </p:nvSpPr>
        <p:spPr>
          <a:xfrm>
            <a:off x="0" y="736978"/>
            <a:ext cx="12192000" cy="6121021"/>
          </a:xfrm>
        </p:spPr>
        <p:txBody>
          <a:bodyPr>
            <a:normAutofit fontScale="92500" lnSpcReduction="10000"/>
          </a:bodyPr>
          <a:lstStyle/>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 for (int j = 0; j &lt; capacity; </a:t>
            </a:r>
            <a:r>
              <a:rPr lang="en-US" sz="2400" dirty="0" err="1">
                <a:effectLst/>
                <a:ea typeface="Times New Roman" panose="02020603050405020304" pitchFamily="18" charset="0"/>
                <a:cs typeface="Times New Roman" panose="02020603050405020304" pitchFamily="18" charset="0"/>
              </a:rPr>
              <a:t>j++</a:t>
            </a:r>
            <a:r>
              <a:rPr lang="en-US" sz="2400"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 int k;</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for (k = </a:t>
            </a:r>
            <a:r>
              <a:rPr lang="en-US" sz="2400" dirty="0" err="1">
                <a:effectLst/>
                <a:ea typeface="Times New Roman" panose="02020603050405020304" pitchFamily="18" charset="0"/>
                <a:cs typeface="Times New Roman" panose="02020603050405020304" pitchFamily="18" charset="0"/>
              </a:rPr>
              <a:t>i</a:t>
            </a:r>
            <a:r>
              <a:rPr lang="en-US" sz="2400" dirty="0">
                <a:effectLst/>
                <a:ea typeface="Times New Roman" panose="02020603050405020304" pitchFamily="18" charset="0"/>
                <a:cs typeface="Times New Roman" panose="02020603050405020304" pitchFamily="18" charset="0"/>
              </a:rPr>
              <a:t> + 1; k &lt; n; k++) </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if (frame[j] == pages[k])</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break;</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if (k == n) </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err="1">
                <a:effectLst/>
                <a:ea typeface="Times New Roman" panose="02020603050405020304" pitchFamily="18" charset="0"/>
                <a:cs typeface="Times New Roman" panose="02020603050405020304" pitchFamily="18" charset="0"/>
              </a:rPr>
              <a:t>replace_index</a:t>
            </a:r>
            <a:r>
              <a:rPr lang="en-US" sz="2400" dirty="0">
                <a:effectLst/>
                <a:ea typeface="Times New Roman" panose="02020603050405020304" pitchFamily="18" charset="0"/>
                <a:cs typeface="Times New Roman" panose="02020603050405020304" pitchFamily="18" charset="0"/>
              </a:rPr>
              <a:t> = j;</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break;</a:t>
            </a:r>
            <a:r>
              <a:rPr lang="en-US" sz="2400" kern="0" dirty="0">
                <a:effectLst/>
                <a:ea typeface="Times New Roman" panose="02020603050405020304" pitchFamily="18" charset="0"/>
              </a:rPr>
              <a:t> </a:t>
            </a:r>
            <a:endParaRPr lang="en-US" sz="4000" dirty="0">
              <a:effectLst/>
              <a:ea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91579195-8E1C-78FD-F189-5FA927D89304}"/>
              </a:ext>
            </a:extLst>
          </p:cNvPr>
          <p:cNvSpPr>
            <a:spLocks noGrp="1"/>
          </p:cNvSpPr>
          <p:nvPr>
            <p:ph type="sldNum" sz="quarter" idx="12"/>
          </p:nvPr>
        </p:nvSpPr>
        <p:spPr/>
        <p:txBody>
          <a:bodyPr/>
          <a:lstStyle/>
          <a:p>
            <a:fld id="{63F4E5A8-6AB8-4147-9ED2-6CAA95D35954}" type="slidenum">
              <a:rPr lang="en-US" smtClean="0"/>
              <a:t>35</a:t>
            </a:fld>
            <a:endParaRPr lang="en-US"/>
          </a:p>
        </p:txBody>
      </p:sp>
    </p:spTree>
    <p:extLst>
      <p:ext uri="{BB962C8B-B14F-4D97-AF65-F5344CB8AC3E}">
        <p14:creationId xmlns:p14="http://schemas.microsoft.com/office/powerpoint/2010/main" val="22935339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C6EB-53FA-2BE1-8957-D0522CA6E735}"/>
              </a:ext>
            </a:extLst>
          </p:cNvPr>
          <p:cNvSpPr>
            <a:spLocks noGrp="1"/>
          </p:cNvSpPr>
          <p:nvPr>
            <p:ph type="title"/>
          </p:nvPr>
        </p:nvSpPr>
        <p:spPr>
          <a:xfrm>
            <a:off x="-1" y="122829"/>
            <a:ext cx="12192001" cy="764275"/>
          </a:xfrm>
        </p:spPr>
        <p:txBody>
          <a:bodyPr>
            <a:noAutofit/>
          </a:bodyPr>
          <a:lstStyle/>
          <a:p>
            <a:pPr algn="ctr"/>
            <a:r>
              <a:rPr lang="en-US" sz="4800" b="1" dirty="0"/>
              <a:t>CODE OF Optimal Page Replacement (Continued)</a:t>
            </a:r>
          </a:p>
        </p:txBody>
      </p:sp>
      <p:sp>
        <p:nvSpPr>
          <p:cNvPr id="5" name="Content Placeholder 4">
            <a:extLst>
              <a:ext uri="{FF2B5EF4-FFF2-40B4-BE49-F238E27FC236}">
                <a16:creationId xmlns:a16="http://schemas.microsoft.com/office/drawing/2014/main" id="{FE885E49-1299-7965-42DC-AB7621101EF4}"/>
              </a:ext>
            </a:extLst>
          </p:cNvPr>
          <p:cNvSpPr>
            <a:spLocks noGrp="1"/>
          </p:cNvSpPr>
          <p:nvPr>
            <p:ph idx="1"/>
          </p:nvPr>
        </p:nvSpPr>
        <p:spPr>
          <a:xfrm>
            <a:off x="0" y="736978"/>
            <a:ext cx="12192000" cy="6121021"/>
          </a:xfrm>
        </p:spPr>
        <p:txBody>
          <a:bodyPr>
            <a:normAutofit fontScale="92500" lnSpcReduction="20000"/>
          </a:bodyPr>
          <a:lstStyle/>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 </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else if (k &gt; farthest) </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farthest = k;</a:t>
            </a:r>
          </a:p>
          <a:p>
            <a:pPr marL="0" marR="0">
              <a:lnSpc>
                <a:spcPct val="120000"/>
              </a:lnSpc>
              <a:spcBef>
                <a:spcPts val="0"/>
              </a:spcBef>
              <a:spcAft>
                <a:spcPts val="1000"/>
              </a:spcAft>
            </a:pPr>
            <a:r>
              <a:rPr lang="en-US" sz="2400" dirty="0" err="1">
                <a:effectLst/>
                <a:ea typeface="Times New Roman" panose="02020603050405020304" pitchFamily="18" charset="0"/>
                <a:cs typeface="Times New Roman" panose="02020603050405020304" pitchFamily="18" charset="0"/>
              </a:rPr>
              <a:t>replace_index</a:t>
            </a:r>
            <a:r>
              <a:rPr lang="en-US" sz="2400" dirty="0">
                <a:effectLst/>
                <a:ea typeface="Times New Roman" panose="02020603050405020304" pitchFamily="18" charset="0"/>
                <a:cs typeface="Times New Roman" panose="02020603050405020304" pitchFamily="18" charset="0"/>
              </a:rPr>
              <a:t> = j;</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frame[</a:t>
            </a:r>
            <a:r>
              <a:rPr lang="en-US" sz="2400" dirty="0" err="1">
                <a:effectLst/>
                <a:ea typeface="Times New Roman" panose="02020603050405020304" pitchFamily="18" charset="0"/>
                <a:cs typeface="Times New Roman" panose="02020603050405020304" pitchFamily="18" charset="0"/>
              </a:rPr>
              <a:t>replace_index</a:t>
            </a:r>
            <a:r>
              <a:rPr lang="en-US" sz="2400" dirty="0">
                <a:effectLst/>
                <a:ea typeface="Times New Roman" panose="02020603050405020304" pitchFamily="18" charset="0"/>
                <a:cs typeface="Times New Roman" panose="02020603050405020304" pitchFamily="18" charset="0"/>
              </a:rPr>
              <a:t>] = pages[</a:t>
            </a:r>
            <a:r>
              <a:rPr lang="en-US" sz="2400" dirty="0" err="1">
                <a:effectLst/>
                <a:ea typeface="Times New Roman" panose="02020603050405020304" pitchFamily="18" charset="0"/>
                <a:cs typeface="Times New Roman" panose="02020603050405020304" pitchFamily="18" charset="0"/>
              </a:rPr>
              <a:t>i</a:t>
            </a: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 </a:t>
            </a:r>
            <a:r>
              <a:rPr lang="en-US" sz="2400" dirty="0" err="1">
                <a:effectLst/>
                <a:ea typeface="Times New Roman" panose="02020603050405020304" pitchFamily="18" charset="0"/>
                <a:cs typeface="Times New Roman" panose="02020603050405020304" pitchFamily="18" charset="0"/>
              </a:rPr>
              <a:t>page_faults</a:t>
            </a: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  printf("Optimal Page Faults: %d\n", </a:t>
            </a:r>
            <a:r>
              <a:rPr lang="en-US" sz="2400" dirty="0" err="1">
                <a:effectLst/>
                <a:ea typeface="Times New Roman" panose="02020603050405020304" pitchFamily="18" charset="0"/>
                <a:cs typeface="Times New Roman" panose="02020603050405020304" pitchFamily="18" charset="0"/>
              </a:rPr>
              <a:t>page_faults</a:t>
            </a:r>
            <a:r>
              <a:rPr lang="en-US" sz="2400" dirty="0">
                <a:effectLst/>
                <a:ea typeface="Times New Roman" panose="02020603050405020304" pitchFamily="18" charset="0"/>
                <a:cs typeface="Times New Roman" panose="02020603050405020304" pitchFamily="18" charset="0"/>
              </a:rPr>
              <a:t>);</a:t>
            </a:r>
          </a:p>
          <a:p>
            <a:pPr marL="0" marR="0">
              <a:lnSpc>
                <a:spcPct val="120000"/>
              </a:lnSpc>
              <a:spcBef>
                <a:spcPts val="0"/>
              </a:spcBef>
              <a:spcAft>
                <a:spcPts val="1000"/>
              </a:spcAft>
            </a:pPr>
            <a:r>
              <a:rPr lang="en-US" sz="2400" dirty="0">
                <a:effectLst/>
                <a:ea typeface="Times New Roman" panose="02020603050405020304" pitchFamily="18" charset="0"/>
                <a:cs typeface="Times New Roman" panose="02020603050405020304" pitchFamily="18" charset="0"/>
              </a:rPr>
              <a:t>}</a:t>
            </a:r>
          </a:p>
        </p:txBody>
      </p:sp>
      <p:sp>
        <p:nvSpPr>
          <p:cNvPr id="3" name="Slide Number Placeholder 2">
            <a:extLst>
              <a:ext uri="{FF2B5EF4-FFF2-40B4-BE49-F238E27FC236}">
                <a16:creationId xmlns:a16="http://schemas.microsoft.com/office/drawing/2014/main" id="{065C0718-291A-B98F-A071-957519827D78}"/>
              </a:ext>
            </a:extLst>
          </p:cNvPr>
          <p:cNvSpPr>
            <a:spLocks noGrp="1"/>
          </p:cNvSpPr>
          <p:nvPr>
            <p:ph type="sldNum" sz="quarter" idx="12"/>
          </p:nvPr>
        </p:nvSpPr>
        <p:spPr/>
        <p:txBody>
          <a:bodyPr/>
          <a:lstStyle/>
          <a:p>
            <a:fld id="{63F4E5A8-6AB8-4147-9ED2-6CAA95D35954}" type="slidenum">
              <a:rPr lang="en-US" smtClean="0"/>
              <a:t>36</a:t>
            </a:fld>
            <a:endParaRPr lang="en-US"/>
          </a:p>
        </p:txBody>
      </p:sp>
    </p:spTree>
    <p:extLst>
      <p:ext uri="{BB962C8B-B14F-4D97-AF65-F5344CB8AC3E}">
        <p14:creationId xmlns:p14="http://schemas.microsoft.com/office/powerpoint/2010/main" val="229673343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0EE46-D599-A77B-7FF0-B32E0BBD8B44}"/>
              </a:ext>
            </a:extLst>
          </p:cNvPr>
          <p:cNvSpPr>
            <a:spLocks noGrp="1"/>
          </p:cNvSpPr>
          <p:nvPr>
            <p:ph type="title"/>
          </p:nvPr>
        </p:nvSpPr>
        <p:spPr>
          <a:xfrm>
            <a:off x="0" y="1"/>
            <a:ext cx="12091916" cy="681036"/>
          </a:xfrm>
        </p:spPr>
        <p:txBody>
          <a:bodyPr>
            <a:normAutofit fontScale="90000"/>
          </a:bodyPr>
          <a:lstStyle/>
          <a:p>
            <a:pPr algn="ctr"/>
            <a:r>
              <a:rPr lang="en-US" sz="6000" b="1" dirty="0"/>
              <a:t>Code of Page Replacement Algorithm</a:t>
            </a:r>
          </a:p>
        </p:txBody>
      </p:sp>
      <p:pic>
        <p:nvPicPr>
          <p:cNvPr id="4" name="Content Placeholder 3">
            <a:extLst>
              <a:ext uri="{FF2B5EF4-FFF2-40B4-BE49-F238E27FC236}">
                <a16:creationId xmlns:a16="http://schemas.microsoft.com/office/drawing/2014/main" id="{A472F13C-9053-4D01-5690-9EC11B2C41CB}"/>
              </a:ext>
            </a:extLst>
          </p:cNvPr>
          <p:cNvPicPr>
            <a:picLocks noGrp="1" noChangeAspect="1"/>
          </p:cNvPicPr>
          <p:nvPr>
            <p:ph idx="1"/>
          </p:nvPr>
        </p:nvPicPr>
        <p:blipFill>
          <a:blip r:embed="rId2"/>
          <a:stretch>
            <a:fillRect/>
          </a:stretch>
        </p:blipFill>
        <p:spPr>
          <a:xfrm>
            <a:off x="100084" y="681036"/>
            <a:ext cx="12091916" cy="6176963"/>
          </a:xfrm>
          <a:prstGeom prst="rect">
            <a:avLst/>
          </a:prstGeom>
        </p:spPr>
      </p:pic>
      <p:sp>
        <p:nvSpPr>
          <p:cNvPr id="5" name="Slide Number Placeholder 4">
            <a:extLst>
              <a:ext uri="{FF2B5EF4-FFF2-40B4-BE49-F238E27FC236}">
                <a16:creationId xmlns:a16="http://schemas.microsoft.com/office/drawing/2014/main" id="{00F79622-AF92-1864-22EE-69E6625EE53F}"/>
              </a:ext>
            </a:extLst>
          </p:cNvPr>
          <p:cNvSpPr>
            <a:spLocks noGrp="1"/>
          </p:cNvSpPr>
          <p:nvPr>
            <p:ph type="sldNum" sz="quarter" idx="12"/>
          </p:nvPr>
        </p:nvSpPr>
        <p:spPr/>
        <p:txBody>
          <a:bodyPr/>
          <a:lstStyle/>
          <a:p>
            <a:fld id="{63F4E5A8-6AB8-4147-9ED2-6CAA95D35954}" type="slidenum">
              <a:rPr lang="en-US" smtClean="0"/>
              <a:t>37</a:t>
            </a:fld>
            <a:endParaRPr lang="en-US"/>
          </a:p>
        </p:txBody>
      </p:sp>
    </p:spTree>
    <p:extLst>
      <p:ext uri="{BB962C8B-B14F-4D97-AF65-F5344CB8AC3E}">
        <p14:creationId xmlns:p14="http://schemas.microsoft.com/office/powerpoint/2010/main" val="230661363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0EE46-D599-A77B-7FF0-B32E0BBD8B44}"/>
              </a:ext>
            </a:extLst>
          </p:cNvPr>
          <p:cNvSpPr>
            <a:spLocks noGrp="1"/>
          </p:cNvSpPr>
          <p:nvPr>
            <p:ph type="title"/>
          </p:nvPr>
        </p:nvSpPr>
        <p:spPr>
          <a:xfrm>
            <a:off x="0" y="1"/>
            <a:ext cx="12091916" cy="681036"/>
          </a:xfrm>
        </p:spPr>
        <p:txBody>
          <a:bodyPr>
            <a:noAutofit/>
          </a:bodyPr>
          <a:lstStyle/>
          <a:p>
            <a:pPr algn="ctr"/>
            <a:r>
              <a:rPr lang="en-US" sz="4800" b="1" dirty="0"/>
              <a:t>Code of Page Replacement Algorithm(Continued)</a:t>
            </a:r>
          </a:p>
        </p:txBody>
      </p:sp>
      <p:pic>
        <p:nvPicPr>
          <p:cNvPr id="6" name="Picture 5">
            <a:extLst>
              <a:ext uri="{FF2B5EF4-FFF2-40B4-BE49-F238E27FC236}">
                <a16:creationId xmlns:a16="http://schemas.microsoft.com/office/drawing/2014/main" id="{DA7260ED-84D4-0317-67D1-7B2071DD9FCD}"/>
              </a:ext>
            </a:extLst>
          </p:cNvPr>
          <p:cNvPicPr>
            <a:picLocks noChangeAspect="1"/>
          </p:cNvPicPr>
          <p:nvPr/>
        </p:nvPicPr>
        <p:blipFill>
          <a:blip r:embed="rId2"/>
          <a:stretch>
            <a:fillRect/>
          </a:stretch>
        </p:blipFill>
        <p:spPr>
          <a:xfrm>
            <a:off x="0" y="681036"/>
            <a:ext cx="12191999" cy="6176963"/>
          </a:xfrm>
          <a:prstGeom prst="rect">
            <a:avLst/>
          </a:prstGeom>
        </p:spPr>
      </p:pic>
      <p:sp>
        <p:nvSpPr>
          <p:cNvPr id="7" name="Slide Number Placeholder 6">
            <a:extLst>
              <a:ext uri="{FF2B5EF4-FFF2-40B4-BE49-F238E27FC236}">
                <a16:creationId xmlns:a16="http://schemas.microsoft.com/office/drawing/2014/main" id="{9903E951-D0FA-FA8C-0705-529783923632}"/>
              </a:ext>
            </a:extLst>
          </p:cNvPr>
          <p:cNvSpPr>
            <a:spLocks noGrp="1"/>
          </p:cNvSpPr>
          <p:nvPr>
            <p:ph type="sldNum" sz="quarter" idx="12"/>
          </p:nvPr>
        </p:nvSpPr>
        <p:spPr/>
        <p:txBody>
          <a:bodyPr/>
          <a:lstStyle/>
          <a:p>
            <a:fld id="{63F4E5A8-6AB8-4147-9ED2-6CAA95D35954}" type="slidenum">
              <a:rPr lang="en-US" smtClean="0"/>
              <a:t>38</a:t>
            </a:fld>
            <a:endParaRPr lang="en-US"/>
          </a:p>
        </p:txBody>
      </p:sp>
    </p:spTree>
    <p:extLst>
      <p:ext uri="{BB962C8B-B14F-4D97-AF65-F5344CB8AC3E}">
        <p14:creationId xmlns:p14="http://schemas.microsoft.com/office/powerpoint/2010/main" val="49799779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0EE46-D599-A77B-7FF0-B32E0BBD8B44}"/>
              </a:ext>
            </a:extLst>
          </p:cNvPr>
          <p:cNvSpPr>
            <a:spLocks noGrp="1"/>
          </p:cNvSpPr>
          <p:nvPr>
            <p:ph type="title"/>
          </p:nvPr>
        </p:nvSpPr>
        <p:spPr>
          <a:xfrm>
            <a:off x="0" y="1"/>
            <a:ext cx="12091916" cy="545909"/>
          </a:xfrm>
        </p:spPr>
        <p:txBody>
          <a:bodyPr>
            <a:noAutofit/>
          </a:bodyPr>
          <a:lstStyle/>
          <a:p>
            <a:pPr algn="ctr"/>
            <a:r>
              <a:rPr lang="en-US" sz="4800" b="1" dirty="0"/>
              <a:t>Code of Page Replacement Algorithm(Continued)</a:t>
            </a:r>
          </a:p>
        </p:txBody>
      </p:sp>
      <p:pic>
        <p:nvPicPr>
          <p:cNvPr id="3" name="Picture 2">
            <a:extLst>
              <a:ext uri="{FF2B5EF4-FFF2-40B4-BE49-F238E27FC236}">
                <a16:creationId xmlns:a16="http://schemas.microsoft.com/office/drawing/2014/main" id="{FA6864D1-6D57-06B0-B5E8-140D74A4CE3C}"/>
              </a:ext>
            </a:extLst>
          </p:cNvPr>
          <p:cNvPicPr>
            <a:picLocks noChangeAspect="1"/>
          </p:cNvPicPr>
          <p:nvPr/>
        </p:nvPicPr>
        <p:blipFill>
          <a:blip r:embed="rId2"/>
          <a:stretch>
            <a:fillRect/>
          </a:stretch>
        </p:blipFill>
        <p:spPr>
          <a:xfrm>
            <a:off x="0" y="545910"/>
            <a:ext cx="12191999" cy="6312091"/>
          </a:xfrm>
          <a:prstGeom prst="rect">
            <a:avLst/>
          </a:prstGeom>
        </p:spPr>
      </p:pic>
      <p:sp>
        <p:nvSpPr>
          <p:cNvPr id="4" name="Slide Number Placeholder 3">
            <a:extLst>
              <a:ext uri="{FF2B5EF4-FFF2-40B4-BE49-F238E27FC236}">
                <a16:creationId xmlns:a16="http://schemas.microsoft.com/office/drawing/2014/main" id="{D365DF6F-B85B-3DA8-C644-9BB75AF9081A}"/>
              </a:ext>
            </a:extLst>
          </p:cNvPr>
          <p:cNvSpPr>
            <a:spLocks noGrp="1"/>
          </p:cNvSpPr>
          <p:nvPr>
            <p:ph type="sldNum" sz="quarter" idx="12"/>
          </p:nvPr>
        </p:nvSpPr>
        <p:spPr/>
        <p:txBody>
          <a:bodyPr/>
          <a:lstStyle/>
          <a:p>
            <a:fld id="{63F4E5A8-6AB8-4147-9ED2-6CAA95D35954}" type="slidenum">
              <a:rPr lang="en-US" smtClean="0"/>
              <a:t>39</a:t>
            </a:fld>
            <a:endParaRPr lang="en-US"/>
          </a:p>
        </p:txBody>
      </p:sp>
    </p:spTree>
    <p:extLst>
      <p:ext uri="{BB962C8B-B14F-4D97-AF65-F5344CB8AC3E}">
        <p14:creationId xmlns:p14="http://schemas.microsoft.com/office/powerpoint/2010/main" val="147007326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0EE46-D599-A77B-7FF0-B32E0BBD8B44}"/>
              </a:ext>
            </a:extLst>
          </p:cNvPr>
          <p:cNvSpPr>
            <a:spLocks noGrp="1"/>
          </p:cNvSpPr>
          <p:nvPr>
            <p:ph type="title"/>
          </p:nvPr>
        </p:nvSpPr>
        <p:spPr>
          <a:xfrm>
            <a:off x="0" y="1"/>
            <a:ext cx="12091916" cy="545909"/>
          </a:xfrm>
        </p:spPr>
        <p:txBody>
          <a:bodyPr>
            <a:noAutofit/>
          </a:bodyPr>
          <a:lstStyle/>
          <a:p>
            <a:pPr algn="ctr"/>
            <a:r>
              <a:rPr lang="en-US" sz="4800" b="1" dirty="0"/>
              <a:t>Code of Page Replacement Algorithm(Continued)</a:t>
            </a:r>
          </a:p>
        </p:txBody>
      </p:sp>
      <p:pic>
        <p:nvPicPr>
          <p:cNvPr id="4" name="Picture 3">
            <a:extLst>
              <a:ext uri="{FF2B5EF4-FFF2-40B4-BE49-F238E27FC236}">
                <a16:creationId xmlns:a16="http://schemas.microsoft.com/office/drawing/2014/main" id="{66AAEB12-C245-518E-3598-BB029EAB1176}"/>
              </a:ext>
            </a:extLst>
          </p:cNvPr>
          <p:cNvPicPr>
            <a:picLocks noChangeAspect="1"/>
          </p:cNvPicPr>
          <p:nvPr/>
        </p:nvPicPr>
        <p:blipFill>
          <a:blip r:embed="rId2"/>
          <a:stretch>
            <a:fillRect/>
          </a:stretch>
        </p:blipFill>
        <p:spPr>
          <a:xfrm>
            <a:off x="0" y="461645"/>
            <a:ext cx="12192000" cy="6396354"/>
          </a:xfrm>
          <a:prstGeom prst="rect">
            <a:avLst/>
          </a:prstGeom>
        </p:spPr>
      </p:pic>
      <p:sp>
        <p:nvSpPr>
          <p:cNvPr id="5" name="Slide Number Placeholder 4">
            <a:extLst>
              <a:ext uri="{FF2B5EF4-FFF2-40B4-BE49-F238E27FC236}">
                <a16:creationId xmlns:a16="http://schemas.microsoft.com/office/drawing/2014/main" id="{5268C487-D2CB-DA27-8064-2B45B04C8DB0}"/>
              </a:ext>
            </a:extLst>
          </p:cNvPr>
          <p:cNvSpPr>
            <a:spLocks noGrp="1"/>
          </p:cNvSpPr>
          <p:nvPr>
            <p:ph type="sldNum" sz="quarter" idx="12"/>
          </p:nvPr>
        </p:nvSpPr>
        <p:spPr/>
        <p:txBody>
          <a:bodyPr/>
          <a:lstStyle/>
          <a:p>
            <a:fld id="{63F4E5A8-6AB8-4147-9ED2-6CAA95D35954}" type="slidenum">
              <a:rPr lang="en-US" smtClean="0"/>
              <a:t>40</a:t>
            </a:fld>
            <a:endParaRPr lang="en-US"/>
          </a:p>
        </p:txBody>
      </p:sp>
    </p:spTree>
    <p:extLst>
      <p:ext uri="{BB962C8B-B14F-4D97-AF65-F5344CB8AC3E}">
        <p14:creationId xmlns:p14="http://schemas.microsoft.com/office/powerpoint/2010/main" val="243943815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0EE46-D599-A77B-7FF0-B32E0BBD8B44}"/>
              </a:ext>
            </a:extLst>
          </p:cNvPr>
          <p:cNvSpPr>
            <a:spLocks noGrp="1"/>
          </p:cNvSpPr>
          <p:nvPr>
            <p:ph type="title"/>
          </p:nvPr>
        </p:nvSpPr>
        <p:spPr>
          <a:xfrm>
            <a:off x="0" y="1"/>
            <a:ext cx="12091916" cy="545909"/>
          </a:xfrm>
        </p:spPr>
        <p:txBody>
          <a:bodyPr>
            <a:noAutofit/>
          </a:bodyPr>
          <a:lstStyle/>
          <a:p>
            <a:pPr algn="ctr"/>
            <a:r>
              <a:rPr lang="en-US" sz="4800" b="1" dirty="0"/>
              <a:t>Code of Page Replacement Algorithm(Continued)</a:t>
            </a:r>
          </a:p>
        </p:txBody>
      </p:sp>
      <p:pic>
        <p:nvPicPr>
          <p:cNvPr id="3" name="Picture 2">
            <a:extLst>
              <a:ext uri="{FF2B5EF4-FFF2-40B4-BE49-F238E27FC236}">
                <a16:creationId xmlns:a16="http://schemas.microsoft.com/office/drawing/2014/main" id="{E5BD78B1-0BCF-8612-D4B6-968A267E7339}"/>
              </a:ext>
            </a:extLst>
          </p:cNvPr>
          <p:cNvPicPr>
            <a:picLocks noChangeAspect="1"/>
          </p:cNvPicPr>
          <p:nvPr/>
        </p:nvPicPr>
        <p:blipFill>
          <a:blip r:embed="rId2"/>
          <a:stretch>
            <a:fillRect/>
          </a:stretch>
        </p:blipFill>
        <p:spPr>
          <a:xfrm>
            <a:off x="0" y="545910"/>
            <a:ext cx="12192000" cy="6312089"/>
          </a:xfrm>
          <a:prstGeom prst="rect">
            <a:avLst/>
          </a:prstGeom>
        </p:spPr>
      </p:pic>
      <p:sp>
        <p:nvSpPr>
          <p:cNvPr id="5" name="Slide Number Placeholder 4">
            <a:extLst>
              <a:ext uri="{FF2B5EF4-FFF2-40B4-BE49-F238E27FC236}">
                <a16:creationId xmlns:a16="http://schemas.microsoft.com/office/drawing/2014/main" id="{D5059A7A-5D16-15F4-8261-DAC81A30F43F}"/>
              </a:ext>
            </a:extLst>
          </p:cNvPr>
          <p:cNvSpPr>
            <a:spLocks noGrp="1"/>
          </p:cNvSpPr>
          <p:nvPr>
            <p:ph type="sldNum" sz="quarter" idx="12"/>
          </p:nvPr>
        </p:nvSpPr>
        <p:spPr/>
        <p:txBody>
          <a:bodyPr/>
          <a:lstStyle/>
          <a:p>
            <a:fld id="{63F4E5A8-6AB8-4147-9ED2-6CAA95D35954}" type="slidenum">
              <a:rPr lang="en-US" smtClean="0"/>
              <a:t>41</a:t>
            </a:fld>
            <a:endParaRPr lang="en-US"/>
          </a:p>
        </p:txBody>
      </p:sp>
    </p:spTree>
    <p:extLst>
      <p:ext uri="{BB962C8B-B14F-4D97-AF65-F5344CB8AC3E}">
        <p14:creationId xmlns:p14="http://schemas.microsoft.com/office/powerpoint/2010/main" val="247487886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5E8BE-15E4-8DE0-578B-DFC700C517EA}"/>
              </a:ext>
            </a:extLst>
          </p:cNvPr>
          <p:cNvSpPr>
            <a:spLocks noGrp="1"/>
          </p:cNvSpPr>
          <p:nvPr>
            <p:ph type="title"/>
          </p:nvPr>
        </p:nvSpPr>
        <p:spPr>
          <a:xfrm>
            <a:off x="0" y="1"/>
            <a:ext cx="12192000" cy="681036"/>
          </a:xfrm>
        </p:spPr>
        <p:txBody>
          <a:bodyPr>
            <a:normAutofit fontScale="90000"/>
          </a:bodyPr>
          <a:lstStyle/>
          <a:p>
            <a:pPr algn="ctr"/>
            <a:r>
              <a:rPr lang="en-US" b="1" dirty="0"/>
              <a:t>Results Of page replacement algorithm</a:t>
            </a:r>
          </a:p>
        </p:txBody>
      </p:sp>
      <p:pic>
        <p:nvPicPr>
          <p:cNvPr id="4" name="Content Placeholder 3">
            <a:extLst>
              <a:ext uri="{FF2B5EF4-FFF2-40B4-BE49-F238E27FC236}">
                <a16:creationId xmlns:a16="http://schemas.microsoft.com/office/drawing/2014/main" id="{038EC1C2-4A0B-EB94-7095-09BCF221C631}"/>
              </a:ext>
            </a:extLst>
          </p:cNvPr>
          <p:cNvPicPr>
            <a:picLocks noGrp="1" noChangeAspect="1"/>
          </p:cNvPicPr>
          <p:nvPr>
            <p:ph idx="1"/>
          </p:nvPr>
        </p:nvPicPr>
        <p:blipFill>
          <a:blip r:embed="rId2"/>
          <a:stretch>
            <a:fillRect/>
          </a:stretch>
        </p:blipFill>
        <p:spPr>
          <a:xfrm>
            <a:off x="0" y="681037"/>
            <a:ext cx="12192000" cy="6176962"/>
          </a:xfrm>
          <a:prstGeom prst="rect">
            <a:avLst/>
          </a:prstGeom>
        </p:spPr>
      </p:pic>
      <p:sp>
        <p:nvSpPr>
          <p:cNvPr id="5" name="Slide Number Placeholder 4">
            <a:extLst>
              <a:ext uri="{FF2B5EF4-FFF2-40B4-BE49-F238E27FC236}">
                <a16:creationId xmlns:a16="http://schemas.microsoft.com/office/drawing/2014/main" id="{DD33008A-D200-A09E-CA0A-EF6A1663F3EE}"/>
              </a:ext>
            </a:extLst>
          </p:cNvPr>
          <p:cNvSpPr>
            <a:spLocks noGrp="1"/>
          </p:cNvSpPr>
          <p:nvPr>
            <p:ph type="sldNum" sz="quarter" idx="12"/>
          </p:nvPr>
        </p:nvSpPr>
        <p:spPr/>
        <p:txBody>
          <a:bodyPr/>
          <a:lstStyle/>
          <a:p>
            <a:fld id="{63F4E5A8-6AB8-4147-9ED2-6CAA95D35954}" type="slidenum">
              <a:rPr lang="en-US" smtClean="0"/>
              <a:t>42</a:t>
            </a:fld>
            <a:endParaRPr lang="en-US"/>
          </a:p>
        </p:txBody>
      </p:sp>
    </p:spTree>
    <p:extLst>
      <p:ext uri="{BB962C8B-B14F-4D97-AF65-F5344CB8AC3E}">
        <p14:creationId xmlns:p14="http://schemas.microsoft.com/office/powerpoint/2010/main" val="178871081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AA188-41C5-305E-DAA9-9F4360DD6926}"/>
              </a:ext>
            </a:extLst>
          </p:cNvPr>
          <p:cNvSpPr>
            <a:spLocks noGrp="1"/>
          </p:cNvSpPr>
          <p:nvPr>
            <p:ph type="title"/>
          </p:nvPr>
        </p:nvSpPr>
        <p:spPr>
          <a:xfrm>
            <a:off x="0" y="1"/>
            <a:ext cx="12192000" cy="832512"/>
          </a:xfrm>
        </p:spPr>
        <p:txBody>
          <a:bodyPr>
            <a:normAutofit fontScale="90000"/>
          </a:bodyPr>
          <a:lstStyle/>
          <a:p>
            <a:pPr algn="ctr"/>
            <a:r>
              <a:rPr lang="en-US" sz="7200" b="1" dirty="0"/>
              <a:t>Conclusion</a:t>
            </a:r>
          </a:p>
        </p:txBody>
      </p:sp>
      <p:sp>
        <p:nvSpPr>
          <p:cNvPr id="3" name="Content Placeholder 2">
            <a:extLst>
              <a:ext uri="{FF2B5EF4-FFF2-40B4-BE49-F238E27FC236}">
                <a16:creationId xmlns:a16="http://schemas.microsoft.com/office/drawing/2014/main" id="{D1A3108F-6215-D819-4F53-243A8AE34AD7}"/>
              </a:ext>
            </a:extLst>
          </p:cNvPr>
          <p:cNvSpPr>
            <a:spLocks noGrp="1"/>
          </p:cNvSpPr>
          <p:nvPr>
            <p:ph idx="1"/>
          </p:nvPr>
        </p:nvSpPr>
        <p:spPr>
          <a:xfrm>
            <a:off x="0" y="655092"/>
            <a:ext cx="12192000" cy="6202907"/>
          </a:xfrm>
        </p:spPr>
        <p:txBody>
          <a:bodyPr>
            <a:normAutofit/>
          </a:bodyPr>
          <a:lstStyle/>
          <a:p>
            <a:r>
              <a:rPr lang="en-US" sz="4400" kern="0" dirty="0">
                <a:effectLst/>
                <a:ea typeface="Times New Roman" panose="02020603050405020304" pitchFamily="18" charset="0"/>
              </a:rPr>
              <a:t>In conclusion, the developed paging memory management system optimizes data handling in computer systems.</a:t>
            </a:r>
          </a:p>
          <a:p>
            <a:r>
              <a:rPr lang="en-US" sz="4400" kern="0" dirty="0">
                <a:effectLst/>
                <a:ea typeface="Times New Roman" panose="02020603050405020304" pitchFamily="18" charset="0"/>
              </a:rPr>
              <a:t>By maintaining page tables for each process, minimizing access latency, and ensuring efficient data transfer, overall system performance is enhanced.</a:t>
            </a:r>
            <a:endParaRPr lang="en-US" sz="4400" kern="0" dirty="0">
              <a:ea typeface="Times New Roman" panose="02020603050405020304" pitchFamily="18" charset="0"/>
            </a:endParaRPr>
          </a:p>
          <a:p>
            <a:r>
              <a:rPr lang="en-US" sz="4400" dirty="0">
                <a:effectLst/>
                <a:ea typeface="Times New Roman" panose="02020603050405020304" pitchFamily="18" charset="0"/>
                <a:cs typeface="Times New Roman" panose="02020603050405020304" pitchFamily="18" charset="0"/>
              </a:rPr>
              <a:t>Further refinement will continue to advance modern computing technologies.</a:t>
            </a:r>
          </a:p>
          <a:p>
            <a:endParaRPr lang="en-US" dirty="0"/>
          </a:p>
        </p:txBody>
      </p:sp>
      <p:sp>
        <p:nvSpPr>
          <p:cNvPr id="4" name="Slide Number Placeholder 3">
            <a:extLst>
              <a:ext uri="{FF2B5EF4-FFF2-40B4-BE49-F238E27FC236}">
                <a16:creationId xmlns:a16="http://schemas.microsoft.com/office/drawing/2014/main" id="{D20FD88E-796F-4634-0433-5F88DF4BA423}"/>
              </a:ext>
            </a:extLst>
          </p:cNvPr>
          <p:cNvSpPr>
            <a:spLocks noGrp="1"/>
          </p:cNvSpPr>
          <p:nvPr>
            <p:ph type="sldNum" sz="quarter" idx="12"/>
          </p:nvPr>
        </p:nvSpPr>
        <p:spPr/>
        <p:txBody>
          <a:bodyPr/>
          <a:lstStyle/>
          <a:p>
            <a:fld id="{63F4E5A8-6AB8-4147-9ED2-6CAA95D35954}" type="slidenum">
              <a:rPr lang="en-US" smtClean="0"/>
              <a:t>43</a:t>
            </a:fld>
            <a:endParaRPr lang="en-US"/>
          </a:p>
        </p:txBody>
      </p:sp>
    </p:spTree>
    <p:extLst>
      <p:ext uri="{BB962C8B-B14F-4D97-AF65-F5344CB8AC3E}">
        <p14:creationId xmlns:p14="http://schemas.microsoft.com/office/powerpoint/2010/main" val="3177225440"/>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652</TotalTime>
  <Words>1988</Words>
  <Application>Microsoft Office PowerPoint</Application>
  <PresentationFormat>Widescreen</PresentationFormat>
  <Paragraphs>318</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Times New Roman</vt:lpstr>
      <vt:lpstr>Office Theme</vt:lpstr>
      <vt:lpstr>PowerPoint Presentation</vt:lpstr>
      <vt:lpstr>Page Replacement Algorithms</vt:lpstr>
      <vt:lpstr>OUTLINES</vt:lpstr>
      <vt:lpstr>OUTLINES(continued)</vt:lpstr>
      <vt:lpstr>Abstract</vt:lpstr>
      <vt:lpstr>Introduction</vt:lpstr>
      <vt:lpstr>Introduction(continued)</vt:lpstr>
      <vt:lpstr>Problem Statement</vt:lpstr>
      <vt:lpstr>Objective</vt:lpstr>
      <vt:lpstr>Expected Outcome</vt:lpstr>
      <vt:lpstr>Components Used</vt:lpstr>
      <vt:lpstr>Project Diagram</vt:lpstr>
      <vt:lpstr>First In-First Out</vt:lpstr>
      <vt:lpstr>First In-First Out</vt:lpstr>
      <vt:lpstr>Code OF First In-First Out</vt:lpstr>
      <vt:lpstr>Code OF First In-First Out(CONTINUED)</vt:lpstr>
      <vt:lpstr>Code OF First In-First Out(CONTINUED)</vt:lpstr>
      <vt:lpstr>Least  Recently Used</vt:lpstr>
      <vt:lpstr>Least  Recently Used Diagram</vt:lpstr>
      <vt:lpstr>Code of Least  Recently Used </vt:lpstr>
      <vt:lpstr>Code of Least  Recently Used(Continued) </vt:lpstr>
      <vt:lpstr>Code of Least  Recently Used(Continued) </vt:lpstr>
      <vt:lpstr>Code of Least  Recently Used(Continued) </vt:lpstr>
      <vt:lpstr>Least  Frequently Used</vt:lpstr>
      <vt:lpstr>Least  Frequently Used Diagram</vt:lpstr>
      <vt:lpstr>CODE OF Least  Frequently Used </vt:lpstr>
      <vt:lpstr>CODE OF Least  Frequently Used (Continued)</vt:lpstr>
      <vt:lpstr>CODE OF Least  Frequently Used (Continued)</vt:lpstr>
      <vt:lpstr>CODE OF Least  Frequently Used (Continued)</vt:lpstr>
      <vt:lpstr>Optimal Page Replacement</vt:lpstr>
      <vt:lpstr>Optimal Page Replacement Diagram</vt:lpstr>
      <vt:lpstr>CODE OF Optimal Page Replacement </vt:lpstr>
      <vt:lpstr>CODE OF Optimal Page Replacement (Continued)</vt:lpstr>
      <vt:lpstr>CODE OF Optimal Page Replacement (Continued)</vt:lpstr>
      <vt:lpstr>CODE OF Optimal Page Replacement (Continued)</vt:lpstr>
      <vt:lpstr>CODE OF Optimal Page Replacement (Continued)</vt:lpstr>
      <vt:lpstr>Code of Page Replacement Algorithm</vt:lpstr>
      <vt:lpstr>Code of Page Replacement Algorithm(Continued)</vt:lpstr>
      <vt:lpstr>Code of Page Replacement Algorithm(Continued)</vt:lpstr>
      <vt:lpstr>Code of Page Replacement Algorithm(Continued)</vt:lpstr>
      <vt:lpstr>Code of Page Replacement Algorithm(Continued)</vt:lpstr>
      <vt:lpstr>Results Of page replacement algorithm</vt:lpstr>
      <vt:lpstr>Conclusion</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huzaifa shahbaz</dc:creator>
  <cp:lastModifiedBy>huzaifa shahbaz</cp:lastModifiedBy>
  <cp:revision>2</cp:revision>
  <dcterms:created xsi:type="dcterms:W3CDTF">2024-05-26T08:00:28Z</dcterms:created>
  <dcterms:modified xsi:type="dcterms:W3CDTF">2024-05-27T08:52:55Z</dcterms:modified>
</cp:coreProperties>
</file>