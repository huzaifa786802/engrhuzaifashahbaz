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81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58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CC9AAB4-3AC5-47DE-AFDD-A21D84BA4C0E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5748F0E-9E51-46D2-B8E8-57EC0770C07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ABSTRACT</a:t>
          </a:r>
        </a:p>
      </dgm:t>
    </dgm:pt>
    <dgm:pt modelId="{E2C74D5B-9EBA-4065-96F2-0545280FA344}" type="parTrans" cxnId="{887D1D24-CBC7-4AE0-AB1F-CC4C852D9350}">
      <dgm:prSet/>
      <dgm:spPr/>
      <dgm:t>
        <a:bodyPr/>
        <a:lstStyle/>
        <a:p>
          <a:endParaRPr lang="en-US"/>
        </a:p>
      </dgm:t>
    </dgm:pt>
    <dgm:pt modelId="{A0F2F6A5-4ED5-457E-8B91-95D06F0E2C41}" type="sibTrans" cxnId="{887D1D24-CBC7-4AE0-AB1F-CC4C852D9350}">
      <dgm:prSet/>
      <dgm:spPr/>
      <dgm:t>
        <a:bodyPr/>
        <a:lstStyle/>
        <a:p>
          <a:endParaRPr lang="en-US"/>
        </a:p>
      </dgm:t>
    </dgm:pt>
    <dgm:pt modelId="{B0B786EB-BBC0-4CA5-A14E-860613CCDD4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PROBLEM STATEMENT</a:t>
          </a:r>
        </a:p>
      </dgm:t>
    </dgm:pt>
    <dgm:pt modelId="{A3508AD1-1D90-4298-B3E2-799C1E11D4A6}" type="parTrans" cxnId="{6C735209-E1E1-4A85-9FBE-996B2B34460D}">
      <dgm:prSet/>
      <dgm:spPr/>
      <dgm:t>
        <a:bodyPr/>
        <a:lstStyle/>
        <a:p>
          <a:endParaRPr lang="en-US"/>
        </a:p>
      </dgm:t>
    </dgm:pt>
    <dgm:pt modelId="{18440D97-1AC0-4B89-8454-BCBC6A47ED0B}" type="sibTrans" cxnId="{6C735209-E1E1-4A85-9FBE-996B2B34460D}">
      <dgm:prSet/>
      <dgm:spPr/>
      <dgm:t>
        <a:bodyPr/>
        <a:lstStyle/>
        <a:p>
          <a:endParaRPr lang="en-US"/>
        </a:p>
      </dgm:t>
    </dgm:pt>
    <dgm:pt modelId="{4FEE4780-3DE8-4A1C-A01A-BBAA263CCD3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OBJECTIVES</a:t>
          </a:r>
        </a:p>
      </dgm:t>
    </dgm:pt>
    <dgm:pt modelId="{229BAF0D-EC0D-425B-9AE6-A05EE0994B7D}" type="parTrans" cxnId="{B736A247-B804-4C61-868E-B76B50EC84A0}">
      <dgm:prSet/>
      <dgm:spPr/>
      <dgm:t>
        <a:bodyPr/>
        <a:lstStyle/>
        <a:p>
          <a:endParaRPr lang="en-US"/>
        </a:p>
      </dgm:t>
    </dgm:pt>
    <dgm:pt modelId="{1793838D-C1D4-4E71-86CC-F9C7C9092924}" type="sibTrans" cxnId="{B736A247-B804-4C61-868E-B76B50EC84A0}">
      <dgm:prSet/>
      <dgm:spPr/>
      <dgm:t>
        <a:bodyPr/>
        <a:lstStyle/>
        <a:p>
          <a:endParaRPr lang="en-US"/>
        </a:p>
      </dgm:t>
    </dgm:pt>
    <dgm:pt modelId="{388FBAE9-A17A-4BDC-B005-AD2F87DD1A7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PROPOSED SOLUTIONS</a:t>
          </a:r>
        </a:p>
      </dgm:t>
    </dgm:pt>
    <dgm:pt modelId="{73E38E48-DDBE-4C66-A33C-9F87549E8788}" type="parTrans" cxnId="{480B45C7-E81C-40EA-BFD9-2C4C18C9108A}">
      <dgm:prSet/>
      <dgm:spPr/>
      <dgm:t>
        <a:bodyPr/>
        <a:lstStyle/>
        <a:p>
          <a:endParaRPr lang="en-US"/>
        </a:p>
      </dgm:t>
    </dgm:pt>
    <dgm:pt modelId="{D2A91FC2-A0DF-44A7-B9AB-B75FB79E164E}" type="sibTrans" cxnId="{480B45C7-E81C-40EA-BFD9-2C4C18C9108A}">
      <dgm:prSet/>
      <dgm:spPr/>
      <dgm:t>
        <a:bodyPr/>
        <a:lstStyle/>
        <a:p>
          <a:endParaRPr lang="en-US"/>
        </a:p>
      </dgm:t>
    </dgm:pt>
    <dgm:pt modelId="{B1B36831-103C-4E57-AFB2-68FF7BAD64C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MANAGEMENT AND ENTERPRENUERSHIP  SCOPE</a:t>
          </a:r>
        </a:p>
      </dgm:t>
    </dgm:pt>
    <dgm:pt modelId="{C97121B8-B7A4-43F1-8382-DD8EBDFA931F}" type="parTrans" cxnId="{D0F7D83C-EFDC-46EC-AB49-81E5B36939C2}">
      <dgm:prSet/>
      <dgm:spPr/>
      <dgm:t>
        <a:bodyPr/>
        <a:lstStyle/>
        <a:p>
          <a:endParaRPr lang="en-US"/>
        </a:p>
      </dgm:t>
    </dgm:pt>
    <dgm:pt modelId="{16DCA676-35D0-4A83-9A14-89EBEC7F0DF8}" type="sibTrans" cxnId="{D0F7D83C-EFDC-46EC-AB49-81E5B36939C2}">
      <dgm:prSet/>
      <dgm:spPr/>
      <dgm:t>
        <a:bodyPr/>
        <a:lstStyle/>
        <a:p>
          <a:endParaRPr lang="en-US"/>
        </a:p>
      </dgm:t>
    </dgm:pt>
    <dgm:pt modelId="{65A46BEA-1DFA-4119-BB3D-19E287253BE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BENEFITS AND IMPACT </a:t>
          </a:r>
        </a:p>
      </dgm:t>
    </dgm:pt>
    <dgm:pt modelId="{8D12A8EE-D822-44F3-8D3D-AAD43606A764}" type="parTrans" cxnId="{60D71D3E-2C5D-4758-9143-B5B350066DBE}">
      <dgm:prSet/>
      <dgm:spPr/>
      <dgm:t>
        <a:bodyPr/>
        <a:lstStyle/>
        <a:p>
          <a:endParaRPr lang="en-US"/>
        </a:p>
      </dgm:t>
    </dgm:pt>
    <dgm:pt modelId="{BB3F563A-50FF-4C2F-8D03-B6BE450E2938}" type="sibTrans" cxnId="{60D71D3E-2C5D-4758-9143-B5B350066DBE}">
      <dgm:prSet/>
      <dgm:spPr/>
      <dgm:t>
        <a:bodyPr/>
        <a:lstStyle/>
        <a:p>
          <a:endParaRPr lang="en-US"/>
        </a:p>
      </dgm:t>
    </dgm:pt>
    <dgm:pt modelId="{0BA1312D-0FBB-48D1-BC30-E8D07282E6A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CONCLUSION</a:t>
          </a:r>
        </a:p>
      </dgm:t>
    </dgm:pt>
    <dgm:pt modelId="{7FA4BF12-F2A1-40BF-98FC-CEC3AF6FD50E}" type="parTrans" cxnId="{DECCADAA-1E69-4CC4-93D1-62F171C1E68F}">
      <dgm:prSet/>
      <dgm:spPr/>
      <dgm:t>
        <a:bodyPr/>
        <a:lstStyle/>
        <a:p>
          <a:endParaRPr lang="en-US"/>
        </a:p>
      </dgm:t>
    </dgm:pt>
    <dgm:pt modelId="{16624CBD-BCF4-4E24-ADC0-E84885FBC38B}" type="sibTrans" cxnId="{DECCADAA-1E69-4CC4-93D1-62F171C1E68F}">
      <dgm:prSet/>
      <dgm:spPr/>
      <dgm:t>
        <a:bodyPr/>
        <a:lstStyle/>
        <a:p>
          <a:endParaRPr lang="en-US"/>
        </a:p>
      </dgm:t>
    </dgm:pt>
    <dgm:pt modelId="{3142E593-DC0B-4715-9D2D-B5E7A3EC859F}" type="pres">
      <dgm:prSet presAssocID="{ECC9AAB4-3AC5-47DE-AFDD-A21D84BA4C0E}" presName="root" presStyleCnt="0">
        <dgm:presLayoutVars>
          <dgm:dir/>
          <dgm:resizeHandles val="exact"/>
        </dgm:presLayoutVars>
      </dgm:prSet>
      <dgm:spPr/>
    </dgm:pt>
    <dgm:pt modelId="{56401DCE-EF2E-4C83-9EFB-1BFC6B8C609B}" type="pres">
      <dgm:prSet presAssocID="{A5748F0E-9E51-46D2-B8E8-57EC0770C075}" presName="compNode" presStyleCnt="0"/>
      <dgm:spPr/>
    </dgm:pt>
    <dgm:pt modelId="{704578CD-F14A-47DD-946A-519FBA1A7931}" type="pres">
      <dgm:prSet presAssocID="{A5748F0E-9E51-46D2-B8E8-57EC0770C075}" presName="bgRect" presStyleLbl="bgShp" presStyleIdx="0" presStyleCnt="7"/>
      <dgm:spPr/>
    </dgm:pt>
    <dgm:pt modelId="{AEF564A1-F48B-4E10-9F5C-7D01FC7093E2}" type="pres">
      <dgm:prSet presAssocID="{A5748F0E-9E51-46D2-B8E8-57EC0770C075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rg"/>
        </a:ext>
      </dgm:extLst>
    </dgm:pt>
    <dgm:pt modelId="{CB75746B-3B58-4BD9-A503-28EF3A19F3F8}" type="pres">
      <dgm:prSet presAssocID="{A5748F0E-9E51-46D2-B8E8-57EC0770C075}" presName="spaceRect" presStyleCnt="0"/>
      <dgm:spPr/>
    </dgm:pt>
    <dgm:pt modelId="{EAD1D8B0-5DD9-4AD8-88C8-F2525227BE76}" type="pres">
      <dgm:prSet presAssocID="{A5748F0E-9E51-46D2-B8E8-57EC0770C075}" presName="parTx" presStyleLbl="revTx" presStyleIdx="0" presStyleCnt="7">
        <dgm:presLayoutVars>
          <dgm:chMax val="0"/>
          <dgm:chPref val="0"/>
        </dgm:presLayoutVars>
      </dgm:prSet>
      <dgm:spPr/>
    </dgm:pt>
    <dgm:pt modelId="{2BE7D628-0798-4346-84C2-4F1CA200A634}" type="pres">
      <dgm:prSet presAssocID="{A0F2F6A5-4ED5-457E-8B91-95D06F0E2C41}" presName="sibTrans" presStyleCnt="0"/>
      <dgm:spPr/>
    </dgm:pt>
    <dgm:pt modelId="{0DFB439E-E400-41AD-B2C1-C1A4B1EB9B61}" type="pres">
      <dgm:prSet presAssocID="{B0B786EB-BBC0-4CA5-A14E-860613CCDD4A}" presName="compNode" presStyleCnt="0"/>
      <dgm:spPr/>
    </dgm:pt>
    <dgm:pt modelId="{85B65665-634E-475B-B556-1332CE6B0932}" type="pres">
      <dgm:prSet presAssocID="{B0B786EB-BBC0-4CA5-A14E-860613CCDD4A}" presName="bgRect" presStyleLbl="bgShp" presStyleIdx="1" presStyleCnt="7"/>
      <dgm:spPr/>
    </dgm:pt>
    <dgm:pt modelId="{B86957D8-A4A0-4E04-BE81-9784FBC500C6}" type="pres">
      <dgm:prSet presAssocID="{B0B786EB-BBC0-4CA5-A14E-860613CCDD4A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agnostic"/>
        </a:ext>
      </dgm:extLst>
    </dgm:pt>
    <dgm:pt modelId="{A53DBBF5-5D0F-4D42-B0BD-E9A71988E6FE}" type="pres">
      <dgm:prSet presAssocID="{B0B786EB-BBC0-4CA5-A14E-860613CCDD4A}" presName="spaceRect" presStyleCnt="0"/>
      <dgm:spPr/>
    </dgm:pt>
    <dgm:pt modelId="{F1FE7C5E-2D6C-49E9-A41B-CC3AAC148817}" type="pres">
      <dgm:prSet presAssocID="{B0B786EB-BBC0-4CA5-A14E-860613CCDD4A}" presName="parTx" presStyleLbl="revTx" presStyleIdx="1" presStyleCnt="7">
        <dgm:presLayoutVars>
          <dgm:chMax val="0"/>
          <dgm:chPref val="0"/>
        </dgm:presLayoutVars>
      </dgm:prSet>
      <dgm:spPr/>
    </dgm:pt>
    <dgm:pt modelId="{CA263011-C01A-46B0-AD94-ABB05266747D}" type="pres">
      <dgm:prSet presAssocID="{18440D97-1AC0-4B89-8454-BCBC6A47ED0B}" presName="sibTrans" presStyleCnt="0"/>
      <dgm:spPr/>
    </dgm:pt>
    <dgm:pt modelId="{3F39D6E1-6434-47CD-92E8-B5FBCD763776}" type="pres">
      <dgm:prSet presAssocID="{4FEE4780-3DE8-4A1C-A01A-BBAA263CCD39}" presName="compNode" presStyleCnt="0"/>
      <dgm:spPr/>
    </dgm:pt>
    <dgm:pt modelId="{69ACD5AF-2DD7-46FE-8622-917E44BDE311}" type="pres">
      <dgm:prSet presAssocID="{4FEE4780-3DE8-4A1C-A01A-BBAA263CCD39}" presName="bgRect" presStyleLbl="bgShp" presStyleIdx="2" presStyleCnt="7"/>
      <dgm:spPr/>
    </dgm:pt>
    <dgm:pt modelId="{3DC5640C-3DDD-4F96-A550-47BDB9D7C5EE}" type="pres">
      <dgm:prSet presAssocID="{4FEE4780-3DE8-4A1C-A01A-BBAA263CCD39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Questionnaire"/>
        </a:ext>
      </dgm:extLst>
    </dgm:pt>
    <dgm:pt modelId="{07FAA92A-B1F1-4329-8D65-D54F6FE59323}" type="pres">
      <dgm:prSet presAssocID="{4FEE4780-3DE8-4A1C-A01A-BBAA263CCD39}" presName="spaceRect" presStyleCnt="0"/>
      <dgm:spPr/>
    </dgm:pt>
    <dgm:pt modelId="{CAACBA42-6198-4C6B-AC8B-ABF37CA34241}" type="pres">
      <dgm:prSet presAssocID="{4FEE4780-3DE8-4A1C-A01A-BBAA263CCD39}" presName="parTx" presStyleLbl="revTx" presStyleIdx="2" presStyleCnt="7">
        <dgm:presLayoutVars>
          <dgm:chMax val="0"/>
          <dgm:chPref val="0"/>
        </dgm:presLayoutVars>
      </dgm:prSet>
      <dgm:spPr/>
    </dgm:pt>
    <dgm:pt modelId="{7277898C-65A1-42A3-BFFC-46F830E7D952}" type="pres">
      <dgm:prSet presAssocID="{1793838D-C1D4-4E71-86CC-F9C7C9092924}" presName="sibTrans" presStyleCnt="0"/>
      <dgm:spPr/>
    </dgm:pt>
    <dgm:pt modelId="{84396FDA-F1FF-40B8-8EA3-C415753D5C3E}" type="pres">
      <dgm:prSet presAssocID="{388FBAE9-A17A-4BDC-B005-AD2F87DD1A72}" presName="compNode" presStyleCnt="0"/>
      <dgm:spPr/>
    </dgm:pt>
    <dgm:pt modelId="{00B1E804-4CF2-442B-8F47-CCF1B673B566}" type="pres">
      <dgm:prSet presAssocID="{388FBAE9-A17A-4BDC-B005-AD2F87DD1A72}" presName="bgRect" presStyleLbl="bgShp" presStyleIdx="3" presStyleCnt="7"/>
      <dgm:spPr/>
    </dgm:pt>
    <dgm:pt modelId="{E9F2FD79-1C5F-4F4A-A3B7-2818612B29B8}" type="pres">
      <dgm:prSet presAssocID="{388FBAE9-A17A-4BDC-B005-AD2F87DD1A72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ment Urgent"/>
        </a:ext>
      </dgm:extLst>
    </dgm:pt>
    <dgm:pt modelId="{7527E069-A535-4291-8C12-BCE23FAEF579}" type="pres">
      <dgm:prSet presAssocID="{388FBAE9-A17A-4BDC-B005-AD2F87DD1A72}" presName="spaceRect" presStyleCnt="0"/>
      <dgm:spPr/>
    </dgm:pt>
    <dgm:pt modelId="{709858BA-3691-4A47-BD13-35F0545152E1}" type="pres">
      <dgm:prSet presAssocID="{388FBAE9-A17A-4BDC-B005-AD2F87DD1A72}" presName="parTx" presStyleLbl="revTx" presStyleIdx="3" presStyleCnt="7">
        <dgm:presLayoutVars>
          <dgm:chMax val="0"/>
          <dgm:chPref val="0"/>
        </dgm:presLayoutVars>
      </dgm:prSet>
      <dgm:spPr/>
    </dgm:pt>
    <dgm:pt modelId="{AD0A3C5A-12C5-491C-AEAD-84CF2B61D1CD}" type="pres">
      <dgm:prSet presAssocID="{D2A91FC2-A0DF-44A7-B9AB-B75FB79E164E}" presName="sibTrans" presStyleCnt="0"/>
      <dgm:spPr/>
    </dgm:pt>
    <dgm:pt modelId="{FC93FF1D-5215-4D84-B943-288FEE181036}" type="pres">
      <dgm:prSet presAssocID="{B1B36831-103C-4E57-AFB2-68FF7BAD64CB}" presName="compNode" presStyleCnt="0"/>
      <dgm:spPr/>
    </dgm:pt>
    <dgm:pt modelId="{A467A43F-059B-4551-82F1-73F0A1599E36}" type="pres">
      <dgm:prSet presAssocID="{B1B36831-103C-4E57-AFB2-68FF7BAD64CB}" presName="bgRect" presStyleLbl="bgShp" presStyleIdx="4" presStyleCnt="7"/>
      <dgm:spPr/>
    </dgm:pt>
    <dgm:pt modelId="{575B28DE-F6B5-44B7-ACFA-11309BAABC05}" type="pres">
      <dgm:prSet presAssocID="{B1B36831-103C-4E57-AFB2-68FF7BAD64CB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cklog"/>
        </a:ext>
      </dgm:extLst>
    </dgm:pt>
    <dgm:pt modelId="{2DD712F7-C2E2-461F-888A-909BC8700DC6}" type="pres">
      <dgm:prSet presAssocID="{B1B36831-103C-4E57-AFB2-68FF7BAD64CB}" presName="spaceRect" presStyleCnt="0"/>
      <dgm:spPr/>
    </dgm:pt>
    <dgm:pt modelId="{34934A86-D64D-442B-AD91-82EFE404EE24}" type="pres">
      <dgm:prSet presAssocID="{B1B36831-103C-4E57-AFB2-68FF7BAD64CB}" presName="parTx" presStyleLbl="revTx" presStyleIdx="4" presStyleCnt="7">
        <dgm:presLayoutVars>
          <dgm:chMax val="0"/>
          <dgm:chPref val="0"/>
        </dgm:presLayoutVars>
      </dgm:prSet>
      <dgm:spPr/>
    </dgm:pt>
    <dgm:pt modelId="{D2922D0C-0AF6-46FE-8691-E0112E85C451}" type="pres">
      <dgm:prSet presAssocID="{16DCA676-35D0-4A83-9A14-89EBEC7F0DF8}" presName="sibTrans" presStyleCnt="0"/>
      <dgm:spPr/>
    </dgm:pt>
    <dgm:pt modelId="{5D387702-446E-4E7C-9182-9C3F9C48BBDC}" type="pres">
      <dgm:prSet presAssocID="{65A46BEA-1DFA-4119-BB3D-19E287253BE1}" presName="compNode" presStyleCnt="0"/>
      <dgm:spPr/>
    </dgm:pt>
    <dgm:pt modelId="{F3777E1B-2C14-4398-8E4A-2FF8EC5FBB68}" type="pres">
      <dgm:prSet presAssocID="{65A46BEA-1DFA-4119-BB3D-19E287253BE1}" presName="bgRect" presStyleLbl="bgShp" presStyleIdx="5" presStyleCnt="7"/>
      <dgm:spPr/>
    </dgm:pt>
    <dgm:pt modelId="{D4C3D3A6-C03E-4C5F-BFE4-8F4B6BD29F05}" type="pres">
      <dgm:prSet presAssocID="{65A46BEA-1DFA-4119-BB3D-19E287253BE1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lay"/>
        </a:ext>
      </dgm:extLst>
    </dgm:pt>
    <dgm:pt modelId="{37390B18-AD94-4332-A5B0-707A7DDCB1C8}" type="pres">
      <dgm:prSet presAssocID="{65A46BEA-1DFA-4119-BB3D-19E287253BE1}" presName="spaceRect" presStyleCnt="0"/>
      <dgm:spPr/>
    </dgm:pt>
    <dgm:pt modelId="{97DF2791-00CB-472F-94C2-C8DE0F11AB5F}" type="pres">
      <dgm:prSet presAssocID="{65A46BEA-1DFA-4119-BB3D-19E287253BE1}" presName="parTx" presStyleLbl="revTx" presStyleIdx="5" presStyleCnt="7">
        <dgm:presLayoutVars>
          <dgm:chMax val="0"/>
          <dgm:chPref val="0"/>
        </dgm:presLayoutVars>
      </dgm:prSet>
      <dgm:spPr/>
    </dgm:pt>
    <dgm:pt modelId="{5278DD88-3148-4425-ABDF-49963620498F}" type="pres">
      <dgm:prSet presAssocID="{BB3F563A-50FF-4C2F-8D03-B6BE450E2938}" presName="sibTrans" presStyleCnt="0"/>
      <dgm:spPr/>
    </dgm:pt>
    <dgm:pt modelId="{1341AE8D-9123-4148-B73D-DC58923C3B8D}" type="pres">
      <dgm:prSet presAssocID="{0BA1312D-0FBB-48D1-BC30-E8D07282E6A6}" presName="compNode" presStyleCnt="0"/>
      <dgm:spPr/>
    </dgm:pt>
    <dgm:pt modelId="{47D65E3F-A8A9-4F89-8EBC-2EB408F93562}" type="pres">
      <dgm:prSet presAssocID="{0BA1312D-0FBB-48D1-BC30-E8D07282E6A6}" presName="bgRect" presStyleLbl="bgShp" presStyleIdx="6" presStyleCnt="7"/>
      <dgm:spPr/>
    </dgm:pt>
    <dgm:pt modelId="{FCD46DDD-4173-4CB2-96A9-F3511C757D0E}" type="pres">
      <dgm:prSet presAssocID="{0BA1312D-0FBB-48D1-BC30-E8D07282E6A6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"/>
        </a:ext>
      </dgm:extLst>
    </dgm:pt>
    <dgm:pt modelId="{F44DA41A-FF55-45B1-9191-45FDC5972E58}" type="pres">
      <dgm:prSet presAssocID="{0BA1312D-0FBB-48D1-BC30-E8D07282E6A6}" presName="spaceRect" presStyleCnt="0"/>
      <dgm:spPr/>
    </dgm:pt>
    <dgm:pt modelId="{57848E40-C085-486F-B1BC-12CD9457ADD7}" type="pres">
      <dgm:prSet presAssocID="{0BA1312D-0FBB-48D1-BC30-E8D07282E6A6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6C735209-E1E1-4A85-9FBE-996B2B34460D}" srcId="{ECC9AAB4-3AC5-47DE-AFDD-A21D84BA4C0E}" destId="{B0B786EB-BBC0-4CA5-A14E-860613CCDD4A}" srcOrd="1" destOrd="0" parTransId="{A3508AD1-1D90-4298-B3E2-799C1E11D4A6}" sibTransId="{18440D97-1AC0-4B89-8454-BCBC6A47ED0B}"/>
    <dgm:cxn modelId="{9E1E5620-832C-4B5B-98DA-DE15D4A175F9}" type="presOf" srcId="{4FEE4780-3DE8-4A1C-A01A-BBAA263CCD39}" destId="{CAACBA42-6198-4C6B-AC8B-ABF37CA34241}" srcOrd="0" destOrd="0" presId="urn:microsoft.com/office/officeart/2018/2/layout/IconVerticalSolidList"/>
    <dgm:cxn modelId="{887D1D24-CBC7-4AE0-AB1F-CC4C852D9350}" srcId="{ECC9AAB4-3AC5-47DE-AFDD-A21D84BA4C0E}" destId="{A5748F0E-9E51-46D2-B8E8-57EC0770C075}" srcOrd="0" destOrd="0" parTransId="{E2C74D5B-9EBA-4065-96F2-0545280FA344}" sibTransId="{A0F2F6A5-4ED5-457E-8B91-95D06F0E2C41}"/>
    <dgm:cxn modelId="{D0F7D83C-EFDC-46EC-AB49-81E5B36939C2}" srcId="{ECC9AAB4-3AC5-47DE-AFDD-A21D84BA4C0E}" destId="{B1B36831-103C-4E57-AFB2-68FF7BAD64CB}" srcOrd="4" destOrd="0" parTransId="{C97121B8-B7A4-43F1-8382-DD8EBDFA931F}" sibTransId="{16DCA676-35D0-4A83-9A14-89EBEC7F0DF8}"/>
    <dgm:cxn modelId="{60D71D3E-2C5D-4758-9143-B5B350066DBE}" srcId="{ECC9AAB4-3AC5-47DE-AFDD-A21D84BA4C0E}" destId="{65A46BEA-1DFA-4119-BB3D-19E287253BE1}" srcOrd="5" destOrd="0" parTransId="{8D12A8EE-D822-44F3-8D3D-AAD43606A764}" sibTransId="{BB3F563A-50FF-4C2F-8D03-B6BE450E2938}"/>
    <dgm:cxn modelId="{B736A247-B804-4C61-868E-B76B50EC84A0}" srcId="{ECC9AAB4-3AC5-47DE-AFDD-A21D84BA4C0E}" destId="{4FEE4780-3DE8-4A1C-A01A-BBAA263CCD39}" srcOrd="2" destOrd="0" parTransId="{229BAF0D-EC0D-425B-9AE6-A05EE0994B7D}" sibTransId="{1793838D-C1D4-4E71-86CC-F9C7C9092924}"/>
    <dgm:cxn modelId="{29DFFB4E-759E-421C-A8F3-08EACA7341CF}" type="presOf" srcId="{65A46BEA-1DFA-4119-BB3D-19E287253BE1}" destId="{97DF2791-00CB-472F-94C2-C8DE0F11AB5F}" srcOrd="0" destOrd="0" presId="urn:microsoft.com/office/officeart/2018/2/layout/IconVerticalSolidList"/>
    <dgm:cxn modelId="{6749838A-4F77-4B40-B3A5-F28405F45539}" type="presOf" srcId="{B0B786EB-BBC0-4CA5-A14E-860613CCDD4A}" destId="{F1FE7C5E-2D6C-49E9-A41B-CC3AAC148817}" srcOrd="0" destOrd="0" presId="urn:microsoft.com/office/officeart/2018/2/layout/IconVerticalSolidList"/>
    <dgm:cxn modelId="{7D660CA4-C564-48BB-8CAB-973EA50C043D}" type="presOf" srcId="{B1B36831-103C-4E57-AFB2-68FF7BAD64CB}" destId="{34934A86-D64D-442B-AD91-82EFE404EE24}" srcOrd="0" destOrd="0" presId="urn:microsoft.com/office/officeart/2018/2/layout/IconVerticalSolidList"/>
    <dgm:cxn modelId="{DECCADAA-1E69-4CC4-93D1-62F171C1E68F}" srcId="{ECC9AAB4-3AC5-47DE-AFDD-A21D84BA4C0E}" destId="{0BA1312D-0FBB-48D1-BC30-E8D07282E6A6}" srcOrd="6" destOrd="0" parTransId="{7FA4BF12-F2A1-40BF-98FC-CEC3AF6FD50E}" sibTransId="{16624CBD-BCF4-4E24-ADC0-E84885FBC38B}"/>
    <dgm:cxn modelId="{751515AD-6A87-433A-811E-02879BF28ABA}" type="presOf" srcId="{0BA1312D-0FBB-48D1-BC30-E8D07282E6A6}" destId="{57848E40-C085-486F-B1BC-12CD9457ADD7}" srcOrd="0" destOrd="0" presId="urn:microsoft.com/office/officeart/2018/2/layout/IconVerticalSolidList"/>
    <dgm:cxn modelId="{39D2C8C3-332F-4E0B-8BA2-40A3B5EFE371}" type="presOf" srcId="{388FBAE9-A17A-4BDC-B005-AD2F87DD1A72}" destId="{709858BA-3691-4A47-BD13-35F0545152E1}" srcOrd="0" destOrd="0" presId="urn:microsoft.com/office/officeart/2018/2/layout/IconVerticalSolidList"/>
    <dgm:cxn modelId="{480B45C7-E81C-40EA-BFD9-2C4C18C9108A}" srcId="{ECC9AAB4-3AC5-47DE-AFDD-A21D84BA4C0E}" destId="{388FBAE9-A17A-4BDC-B005-AD2F87DD1A72}" srcOrd="3" destOrd="0" parTransId="{73E38E48-DDBE-4C66-A33C-9F87549E8788}" sibTransId="{D2A91FC2-A0DF-44A7-B9AB-B75FB79E164E}"/>
    <dgm:cxn modelId="{962EE2D2-185C-4D26-8B0E-5A1C0052E496}" type="presOf" srcId="{ECC9AAB4-3AC5-47DE-AFDD-A21D84BA4C0E}" destId="{3142E593-DC0B-4715-9D2D-B5E7A3EC859F}" srcOrd="0" destOrd="0" presId="urn:microsoft.com/office/officeart/2018/2/layout/IconVerticalSolidList"/>
    <dgm:cxn modelId="{269261D3-9528-4B09-A1EE-F47054D1621E}" type="presOf" srcId="{A5748F0E-9E51-46D2-B8E8-57EC0770C075}" destId="{EAD1D8B0-5DD9-4AD8-88C8-F2525227BE76}" srcOrd="0" destOrd="0" presId="urn:microsoft.com/office/officeart/2018/2/layout/IconVerticalSolidList"/>
    <dgm:cxn modelId="{490281D4-FB24-4DEB-AA48-4D9B75075FF8}" type="presParOf" srcId="{3142E593-DC0B-4715-9D2D-B5E7A3EC859F}" destId="{56401DCE-EF2E-4C83-9EFB-1BFC6B8C609B}" srcOrd="0" destOrd="0" presId="urn:microsoft.com/office/officeart/2018/2/layout/IconVerticalSolidList"/>
    <dgm:cxn modelId="{A5523682-DA9A-44C3-96DD-F2E1C5AD6D6B}" type="presParOf" srcId="{56401DCE-EF2E-4C83-9EFB-1BFC6B8C609B}" destId="{704578CD-F14A-47DD-946A-519FBA1A7931}" srcOrd="0" destOrd="0" presId="urn:microsoft.com/office/officeart/2018/2/layout/IconVerticalSolidList"/>
    <dgm:cxn modelId="{4A22BF22-FCB4-41B8-99D4-B8D337745DE2}" type="presParOf" srcId="{56401DCE-EF2E-4C83-9EFB-1BFC6B8C609B}" destId="{AEF564A1-F48B-4E10-9F5C-7D01FC7093E2}" srcOrd="1" destOrd="0" presId="urn:microsoft.com/office/officeart/2018/2/layout/IconVerticalSolidList"/>
    <dgm:cxn modelId="{D3594957-B3A3-49FC-8EB8-E16DC2BA5C4D}" type="presParOf" srcId="{56401DCE-EF2E-4C83-9EFB-1BFC6B8C609B}" destId="{CB75746B-3B58-4BD9-A503-28EF3A19F3F8}" srcOrd="2" destOrd="0" presId="urn:microsoft.com/office/officeart/2018/2/layout/IconVerticalSolidList"/>
    <dgm:cxn modelId="{E17D6133-AED2-47F6-82E0-1E4DE3B47A35}" type="presParOf" srcId="{56401DCE-EF2E-4C83-9EFB-1BFC6B8C609B}" destId="{EAD1D8B0-5DD9-4AD8-88C8-F2525227BE76}" srcOrd="3" destOrd="0" presId="urn:microsoft.com/office/officeart/2018/2/layout/IconVerticalSolidList"/>
    <dgm:cxn modelId="{E0EAF232-3528-4E27-9BE4-CA26BAF34296}" type="presParOf" srcId="{3142E593-DC0B-4715-9D2D-B5E7A3EC859F}" destId="{2BE7D628-0798-4346-84C2-4F1CA200A634}" srcOrd="1" destOrd="0" presId="urn:microsoft.com/office/officeart/2018/2/layout/IconVerticalSolidList"/>
    <dgm:cxn modelId="{5AFDB0BA-3C74-44EC-8EE3-DA7F6510DED2}" type="presParOf" srcId="{3142E593-DC0B-4715-9D2D-B5E7A3EC859F}" destId="{0DFB439E-E400-41AD-B2C1-C1A4B1EB9B61}" srcOrd="2" destOrd="0" presId="urn:microsoft.com/office/officeart/2018/2/layout/IconVerticalSolidList"/>
    <dgm:cxn modelId="{9DA6FB7E-64FB-4708-84DB-D9DA49C5FE79}" type="presParOf" srcId="{0DFB439E-E400-41AD-B2C1-C1A4B1EB9B61}" destId="{85B65665-634E-475B-B556-1332CE6B0932}" srcOrd="0" destOrd="0" presId="urn:microsoft.com/office/officeart/2018/2/layout/IconVerticalSolidList"/>
    <dgm:cxn modelId="{558B7C99-289E-4DF9-95ED-01671E0E4BF3}" type="presParOf" srcId="{0DFB439E-E400-41AD-B2C1-C1A4B1EB9B61}" destId="{B86957D8-A4A0-4E04-BE81-9784FBC500C6}" srcOrd="1" destOrd="0" presId="urn:microsoft.com/office/officeart/2018/2/layout/IconVerticalSolidList"/>
    <dgm:cxn modelId="{2FFCDFCD-A2D4-4B13-98C9-CFFA166F8DF7}" type="presParOf" srcId="{0DFB439E-E400-41AD-B2C1-C1A4B1EB9B61}" destId="{A53DBBF5-5D0F-4D42-B0BD-E9A71988E6FE}" srcOrd="2" destOrd="0" presId="urn:microsoft.com/office/officeart/2018/2/layout/IconVerticalSolidList"/>
    <dgm:cxn modelId="{6CFE94AF-9E22-4ABC-97A4-9373F4BB31A2}" type="presParOf" srcId="{0DFB439E-E400-41AD-B2C1-C1A4B1EB9B61}" destId="{F1FE7C5E-2D6C-49E9-A41B-CC3AAC148817}" srcOrd="3" destOrd="0" presId="urn:microsoft.com/office/officeart/2018/2/layout/IconVerticalSolidList"/>
    <dgm:cxn modelId="{E2F8D72A-C249-427C-AF2E-D83F86477CBD}" type="presParOf" srcId="{3142E593-DC0B-4715-9D2D-B5E7A3EC859F}" destId="{CA263011-C01A-46B0-AD94-ABB05266747D}" srcOrd="3" destOrd="0" presId="urn:microsoft.com/office/officeart/2018/2/layout/IconVerticalSolidList"/>
    <dgm:cxn modelId="{CFDAC425-E3DD-4AEA-8DF9-9EA83320EC6E}" type="presParOf" srcId="{3142E593-DC0B-4715-9D2D-B5E7A3EC859F}" destId="{3F39D6E1-6434-47CD-92E8-B5FBCD763776}" srcOrd="4" destOrd="0" presId="urn:microsoft.com/office/officeart/2018/2/layout/IconVerticalSolidList"/>
    <dgm:cxn modelId="{3A8FDB32-A5F6-48CF-896A-94DA46AEE176}" type="presParOf" srcId="{3F39D6E1-6434-47CD-92E8-B5FBCD763776}" destId="{69ACD5AF-2DD7-46FE-8622-917E44BDE311}" srcOrd="0" destOrd="0" presId="urn:microsoft.com/office/officeart/2018/2/layout/IconVerticalSolidList"/>
    <dgm:cxn modelId="{0CC4366A-D3A2-4370-B0E4-06801BA109A7}" type="presParOf" srcId="{3F39D6E1-6434-47CD-92E8-B5FBCD763776}" destId="{3DC5640C-3DDD-4F96-A550-47BDB9D7C5EE}" srcOrd="1" destOrd="0" presId="urn:microsoft.com/office/officeart/2018/2/layout/IconVerticalSolidList"/>
    <dgm:cxn modelId="{B4A51F99-BE61-4944-BAD4-7C15F6A3C6C9}" type="presParOf" srcId="{3F39D6E1-6434-47CD-92E8-B5FBCD763776}" destId="{07FAA92A-B1F1-4329-8D65-D54F6FE59323}" srcOrd="2" destOrd="0" presId="urn:microsoft.com/office/officeart/2018/2/layout/IconVerticalSolidList"/>
    <dgm:cxn modelId="{73682322-8BAF-4EA5-B7FD-60561663BB5C}" type="presParOf" srcId="{3F39D6E1-6434-47CD-92E8-B5FBCD763776}" destId="{CAACBA42-6198-4C6B-AC8B-ABF37CA34241}" srcOrd="3" destOrd="0" presId="urn:microsoft.com/office/officeart/2018/2/layout/IconVerticalSolidList"/>
    <dgm:cxn modelId="{87C39788-5548-473E-8DAE-35035B57ACD5}" type="presParOf" srcId="{3142E593-DC0B-4715-9D2D-B5E7A3EC859F}" destId="{7277898C-65A1-42A3-BFFC-46F830E7D952}" srcOrd="5" destOrd="0" presId="urn:microsoft.com/office/officeart/2018/2/layout/IconVerticalSolidList"/>
    <dgm:cxn modelId="{093AC6F0-B047-476B-A6E9-9BA865D0039A}" type="presParOf" srcId="{3142E593-DC0B-4715-9D2D-B5E7A3EC859F}" destId="{84396FDA-F1FF-40B8-8EA3-C415753D5C3E}" srcOrd="6" destOrd="0" presId="urn:microsoft.com/office/officeart/2018/2/layout/IconVerticalSolidList"/>
    <dgm:cxn modelId="{8FA2075B-2CA3-4B17-B64A-95752498870D}" type="presParOf" srcId="{84396FDA-F1FF-40B8-8EA3-C415753D5C3E}" destId="{00B1E804-4CF2-442B-8F47-CCF1B673B566}" srcOrd="0" destOrd="0" presId="urn:microsoft.com/office/officeart/2018/2/layout/IconVerticalSolidList"/>
    <dgm:cxn modelId="{7BAA81C0-DF5E-4D08-A08A-D4EA904D0A5F}" type="presParOf" srcId="{84396FDA-F1FF-40B8-8EA3-C415753D5C3E}" destId="{E9F2FD79-1C5F-4F4A-A3B7-2818612B29B8}" srcOrd="1" destOrd="0" presId="urn:microsoft.com/office/officeart/2018/2/layout/IconVerticalSolidList"/>
    <dgm:cxn modelId="{DB260EA8-166E-4C63-923F-366D334687D7}" type="presParOf" srcId="{84396FDA-F1FF-40B8-8EA3-C415753D5C3E}" destId="{7527E069-A535-4291-8C12-BCE23FAEF579}" srcOrd="2" destOrd="0" presId="urn:microsoft.com/office/officeart/2018/2/layout/IconVerticalSolidList"/>
    <dgm:cxn modelId="{7306B2C6-35BD-42E8-8E2C-B92F200B9B93}" type="presParOf" srcId="{84396FDA-F1FF-40B8-8EA3-C415753D5C3E}" destId="{709858BA-3691-4A47-BD13-35F0545152E1}" srcOrd="3" destOrd="0" presId="urn:microsoft.com/office/officeart/2018/2/layout/IconVerticalSolidList"/>
    <dgm:cxn modelId="{520C124B-8177-4B29-B2D7-19220EA9AF97}" type="presParOf" srcId="{3142E593-DC0B-4715-9D2D-B5E7A3EC859F}" destId="{AD0A3C5A-12C5-491C-AEAD-84CF2B61D1CD}" srcOrd="7" destOrd="0" presId="urn:microsoft.com/office/officeart/2018/2/layout/IconVerticalSolidList"/>
    <dgm:cxn modelId="{FDDB48F6-476C-4AB0-9DEB-6AC882E30539}" type="presParOf" srcId="{3142E593-DC0B-4715-9D2D-B5E7A3EC859F}" destId="{FC93FF1D-5215-4D84-B943-288FEE181036}" srcOrd="8" destOrd="0" presId="urn:microsoft.com/office/officeart/2018/2/layout/IconVerticalSolidList"/>
    <dgm:cxn modelId="{AFDCA3F5-3985-40CB-87BF-7632C722E7EB}" type="presParOf" srcId="{FC93FF1D-5215-4D84-B943-288FEE181036}" destId="{A467A43F-059B-4551-82F1-73F0A1599E36}" srcOrd="0" destOrd="0" presId="urn:microsoft.com/office/officeart/2018/2/layout/IconVerticalSolidList"/>
    <dgm:cxn modelId="{EEE46B53-122A-4895-958E-DC92CB59528D}" type="presParOf" srcId="{FC93FF1D-5215-4D84-B943-288FEE181036}" destId="{575B28DE-F6B5-44B7-ACFA-11309BAABC05}" srcOrd="1" destOrd="0" presId="urn:microsoft.com/office/officeart/2018/2/layout/IconVerticalSolidList"/>
    <dgm:cxn modelId="{018A1FF6-BFAE-4287-BEB3-6600F892F53F}" type="presParOf" srcId="{FC93FF1D-5215-4D84-B943-288FEE181036}" destId="{2DD712F7-C2E2-461F-888A-909BC8700DC6}" srcOrd="2" destOrd="0" presId="urn:microsoft.com/office/officeart/2018/2/layout/IconVerticalSolidList"/>
    <dgm:cxn modelId="{8ED16D13-C82C-42C3-9A0C-BE055135AA3F}" type="presParOf" srcId="{FC93FF1D-5215-4D84-B943-288FEE181036}" destId="{34934A86-D64D-442B-AD91-82EFE404EE24}" srcOrd="3" destOrd="0" presId="urn:microsoft.com/office/officeart/2018/2/layout/IconVerticalSolidList"/>
    <dgm:cxn modelId="{E55DF946-9AD0-498E-97C8-EAFF6CB5017B}" type="presParOf" srcId="{3142E593-DC0B-4715-9D2D-B5E7A3EC859F}" destId="{D2922D0C-0AF6-46FE-8691-E0112E85C451}" srcOrd="9" destOrd="0" presId="urn:microsoft.com/office/officeart/2018/2/layout/IconVerticalSolidList"/>
    <dgm:cxn modelId="{1C888DA5-F3F4-43F1-917C-559AD62556B8}" type="presParOf" srcId="{3142E593-DC0B-4715-9D2D-B5E7A3EC859F}" destId="{5D387702-446E-4E7C-9182-9C3F9C48BBDC}" srcOrd="10" destOrd="0" presId="urn:microsoft.com/office/officeart/2018/2/layout/IconVerticalSolidList"/>
    <dgm:cxn modelId="{3950FAF3-BF19-4CCC-A6B8-84E65A306CC4}" type="presParOf" srcId="{5D387702-446E-4E7C-9182-9C3F9C48BBDC}" destId="{F3777E1B-2C14-4398-8E4A-2FF8EC5FBB68}" srcOrd="0" destOrd="0" presId="urn:microsoft.com/office/officeart/2018/2/layout/IconVerticalSolidList"/>
    <dgm:cxn modelId="{789F5187-0D20-4DD0-9C02-1571C343F00E}" type="presParOf" srcId="{5D387702-446E-4E7C-9182-9C3F9C48BBDC}" destId="{D4C3D3A6-C03E-4C5F-BFE4-8F4B6BD29F05}" srcOrd="1" destOrd="0" presId="urn:microsoft.com/office/officeart/2018/2/layout/IconVerticalSolidList"/>
    <dgm:cxn modelId="{4ADB946F-F81D-4E7F-9A57-2E7FE41D5F8E}" type="presParOf" srcId="{5D387702-446E-4E7C-9182-9C3F9C48BBDC}" destId="{37390B18-AD94-4332-A5B0-707A7DDCB1C8}" srcOrd="2" destOrd="0" presId="urn:microsoft.com/office/officeart/2018/2/layout/IconVerticalSolidList"/>
    <dgm:cxn modelId="{A3B53357-BCE2-4108-BA56-7C2744658E56}" type="presParOf" srcId="{5D387702-446E-4E7C-9182-9C3F9C48BBDC}" destId="{97DF2791-00CB-472F-94C2-C8DE0F11AB5F}" srcOrd="3" destOrd="0" presId="urn:microsoft.com/office/officeart/2018/2/layout/IconVerticalSolidList"/>
    <dgm:cxn modelId="{D941C6C2-CE89-45C3-96C8-11838F17109C}" type="presParOf" srcId="{3142E593-DC0B-4715-9D2D-B5E7A3EC859F}" destId="{5278DD88-3148-4425-ABDF-49963620498F}" srcOrd="11" destOrd="0" presId="urn:microsoft.com/office/officeart/2018/2/layout/IconVerticalSolidList"/>
    <dgm:cxn modelId="{8EC4F4B9-C13E-4099-B538-D11C0E686A12}" type="presParOf" srcId="{3142E593-DC0B-4715-9D2D-B5E7A3EC859F}" destId="{1341AE8D-9123-4148-B73D-DC58923C3B8D}" srcOrd="12" destOrd="0" presId="urn:microsoft.com/office/officeart/2018/2/layout/IconVerticalSolidList"/>
    <dgm:cxn modelId="{FCDF742A-EA73-4595-A9D2-EAE2EB8FE8F9}" type="presParOf" srcId="{1341AE8D-9123-4148-B73D-DC58923C3B8D}" destId="{47D65E3F-A8A9-4F89-8EBC-2EB408F93562}" srcOrd="0" destOrd="0" presId="urn:microsoft.com/office/officeart/2018/2/layout/IconVerticalSolidList"/>
    <dgm:cxn modelId="{7CFB7B85-E7CE-4A35-B444-4B668D2A74BD}" type="presParOf" srcId="{1341AE8D-9123-4148-B73D-DC58923C3B8D}" destId="{FCD46DDD-4173-4CB2-96A9-F3511C757D0E}" srcOrd="1" destOrd="0" presId="urn:microsoft.com/office/officeart/2018/2/layout/IconVerticalSolidList"/>
    <dgm:cxn modelId="{051B6705-0E27-4295-BF3B-B8029E3C3F93}" type="presParOf" srcId="{1341AE8D-9123-4148-B73D-DC58923C3B8D}" destId="{F44DA41A-FF55-45B1-9191-45FDC5972E58}" srcOrd="2" destOrd="0" presId="urn:microsoft.com/office/officeart/2018/2/layout/IconVerticalSolidList"/>
    <dgm:cxn modelId="{1B406CAE-3D35-4362-8A44-14B8C64B0995}" type="presParOf" srcId="{1341AE8D-9123-4148-B73D-DC58923C3B8D}" destId="{57848E40-C085-486F-B1BC-12CD9457ADD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4578CD-F14A-47DD-946A-519FBA1A7931}">
      <dsp:nvSpPr>
        <dsp:cNvPr id="0" name=""/>
        <dsp:cNvSpPr/>
      </dsp:nvSpPr>
      <dsp:spPr>
        <a:xfrm>
          <a:off x="0" y="427"/>
          <a:ext cx="10515600" cy="58802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F564A1-F48B-4E10-9F5C-7D01FC7093E2}">
      <dsp:nvSpPr>
        <dsp:cNvPr id="0" name=""/>
        <dsp:cNvSpPr/>
      </dsp:nvSpPr>
      <dsp:spPr>
        <a:xfrm>
          <a:off x="177878" y="132733"/>
          <a:ext cx="323415" cy="32341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D1D8B0-5DD9-4AD8-88C8-F2525227BE76}">
      <dsp:nvSpPr>
        <dsp:cNvPr id="0" name=""/>
        <dsp:cNvSpPr/>
      </dsp:nvSpPr>
      <dsp:spPr>
        <a:xfrm>
          <a:off x="679172" y="427"/>
          <a:ext cx="9836427" cy="588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233" tIns="62233" rIns="62233" bIns="6223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ABSTRACT</a:t>
          </a:r>
        </a:p>
      </dsp:txBody>
      <dsp:txXfrm>
        <a:off x="679172" y="427"/>
        <a:ext cx="9836427" cy="588027"/>
      </dsp:txXfrm>
    </dsp:sp>
    <dsp:sp modelId="{85B65665-634E-475B-B556-1332CE6B0932}">
      <dsp:nvSpPr>
        <dsp:cNvPr id="0" name=""/>
        <dsp:cNvSpPr/>
      </dsp:nvSpPr>
      <dsp:spPr>
        <a:xfrm>
          <a:off x="0" y="735462"/>
          <a:ext cx="10515600" cy="58802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6957D8-A4A0-4E04-BE81-9784FBC500C6}">
      <dsp:nvSpPr>
        <dsp:cNvPr id="0" name=""/>
        <dsp:cNvSpPr/>
      </dsp:nvSpPr>
      <dsp:spPr>
        <a:xfrm>
          <a:off x="177878" y="867768"/>
          <a:ext cx="323415" cy="32341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FE7C5E-2D6C-49E9-A41B-CC3AAC148817}">
      <dsp:nvSpPr>
        <dsp:cNvPr id="0" name=""/>
        <dsp:cNvSpPr/>
      </dsp:nvSpPr>
      <dsp:spPr>
        <a:xfrm>
          <a:off x="679172" y="735462"/>
          <a:ext cx="9836427" cy="588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233" tIns="62233" rIns="62233" bIns="6223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PROBLEM STATEMENT</a:t>
          </a:r>
        </a:p>
      </dsp:txBody>
      <dsp:txXfrm>
        <a:off x="679172" y="735462"/>
        <a:ext cx="9836427" cy="588027"/>
      </dsp:txXfrm>
    </dsp:sp>
    <dsp:sp modelId="{69ACD5AF-2DD7-46FE-8622-917E44BDE311}">
      <dsp:nvSpPr>
        <dsp:cNvPr id="0" name=""/>
        <dsp:cNvSpPr/>
      </dsp:nvSpPr>
      <dsp:spPr>
        <a:xfrm>
          <a:off x="0" y="1470497"/>
          <a:ext cx="10515600" cy="58802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C5640C-3DDD-4F96-A550-47BDB9D7C5EE}">
      <dsp:nvSpPr>
        <dsp:cNvPr id="0" name=""/>
        <dsp:cNvSpPr/>
      </dsp:nvSpPr>
      <dsp:spPr>
        <a:xfrm>
          <a:off x="177878" y="1602803"/>
          <a:ext cx="323415" cy="32341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ACBA42-6198-4C6B-AC8B-ABF37CA34241}">
      <dsp:nvSpPr>
        <dsp:cNvPr id="0" name=""/>
        <dsp:cNvSpPr/>
      </dsp:nvSpPr>
      <dsp:spPr>
        <a:xfrm>
          <a:off x="679172" y="1470497"/>
          <a:ext cx="9836427" cy="588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233" tIns="62233" rIns="62233" bIns="6223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OBJECTIVES</a:t>
          </a:r>
        </a:p>
      </dsp:txBody>
      <dsp:txXfrm>
        <a:off x="679172" y="1470497"/>
        <a:ext cx="9836427" cy="588027"/>
      </dsp:txXfrm>
    </dsp:sp>
    <dsp:sp modelId="{00B1E804-4CF2-442B-8F47-CCF1B673B566}">
      <dsp:nvSpPr>
        <dsp:cNvPr id="0" name=""/>
        <dsp:cNvSpPr/>
      </dsp:nvSpPr>
      <dsp:spPr>
        <a:xfrm>
          <a:off x="0" y="2205532"/>
          <a:ext cx="10515600" cy="58802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F2FD79-1C5F-4F4A-A3B7-2818612B29B8}">
      <dsp:nvSpPr>
        <dsp:cNvPr id="0" name=""/>
        <dsp:cNvSpPr/>
      </dsp:nvSpPr>
      <dsp:spPr>
        <a:xfrm>
          <a:off x="177878" y="2337838"/>
          <a:ext cx="323415" cy="32341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9858BA-3691-4A47-BD13-35F0545152E1}">
      <dsp:nvSpPr>
        <dsp:cNvPr id="0" name=""/>
        <dsp:cNvSpPr/>
      </dsp:nvSpPr>
      <dsp:spPr>
        <a:xfrm>
          <a:off x="679172" y="2205532"/>
          <a:ext cx="9836427" cy="588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233" tIns="62233" rIns="62233" bIns="6223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PROPOSED SOLUTIONS</a:t>
          </a:r>
        </a:p>
      </dsp:txBody>
      <dsp:txXfrm>
        <a:off x="679172" y="2205532"/>
        <a:ext cx="9836427" cy="588027"/>
      </dsp:txXfrm>
    </dsp:sp>
    <dsp:sp modelId="{A467A43F-059B-4551-82F1-73F0A1599E36}">
      <dsp:nvSpPr>
        <dsp:cNvPr id="0" name=""/>
        <dsp:cNvSpPr/>
      </dsp:nvSpPr>
      <dsp:spPr>
        <a:xfrm>
          <a:off x="0" y="2940566"/>
          <a:ext cx="10515600" cy="58802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5B28DE-F6B5-44B7-ACFA-11309BAABC05}">
      <dsp:nvSpPr>
        <dsp:cNvPr id="0" name=""/>
        <dsp:cNvSpPr/>
      </dsp:nvSpPr>
      <dsp:spPr>
        <a:xfrm>
          <a:off x="177878" y="3072873"/>
          <a:ext cx="323415" cy="32341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934A86-D64D-442B-AD91-82EFE404EE24}">
      <dsp:nvSpPr>
        <dsp:cNvPr id="0" name=""/>
        <dsp:cNvSpPr/>
      </dsp:nvSpPr>
      <dsp:spPr>
        <a:xfrm>
          <a:off x="679172" y="2940566"/>
          <a:ext cx="9836427" cy="588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233" tIns="62233" rIns="62233" bIns="6223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MANAGEMENT AND ENTERPRENUERSHIP  SCOPE</a:t>
          </a:r>
        </a:p>
      </dsp:txBody>
      <dsp:txXfrm>
        <a:off x="679172" y="2940566"/>
        <a:ext cx="9836427" cy="588027"/>
      </dsp:txXfrm>
    </dsp:sp>
    <dsp:sp modelId="{F3777E1B-2C14-4398-8E4A-2FF8EC5FBB68}">
      <dsp:nvSpPr>
        <dsp:cNvPr id="0" name=""/>
        <dsp:cNvSpPr/>
      </dsp:nvSpPr>
      <dsp:spPr>
        <a:xfrm>
          <a:off x="0" y="3675601"/>
          <a:ext cx="10515600" cy="58802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C3D3A6-C03E-4C5F-BFE4-8F4B6BD29F05}">
      <dsp:nvSpPr>
        <dsp:cNvPr id="0" name=""/>
        <dsp:cNvSpPr/>
      </dsp:nvSpPr>
      <dsp:spPr>
        <a:xfrm>
          <a:off x="177878" y="3807908"/>
          <a:ext cx="323415" cy="323415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DF2791-00CB-472F-94C2-C8DE0F11AB5F}">
      <dsp:nvSpPr>
        <dsp:cNvPr id="0" name=""/>
        <dsp:cNvSpPr/>
      </dsp:nvSpPr>
      <dsp:spPr>
        <a:xfrm>
          <a:off x="679172" y="3675601"/>
          <a:ext cx="9836427" cy="588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233" tIns="62233" rIns="62233" bIns="6223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BENEFITS AND IMPACT </a:t>
          </a:r>
        </a:p>
      </dsp:txBody>
      <dsp:txXfrm>
        <a:off x="679172" y="3675601"/>
        <a:ext cx="9836427" cy="588027"/>
      </dsp:txXfrm>
    </dsp:sp>
    <dsp:sp modelId="{47D65E3F-A8A9-4F89-8EBC-2EB408F93562}">
      <dsp:nvSpPr>
        <dsp:cNvPr id="0" name=""/>
        <dsp:cNvSpPr/>
      </dsp:nvSpPr>
      <dsp:spPr>
        <a:xfrm>
          <a:off x="0" y="4410636"/>
          <a:ext cx="10515600" cy="58802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D46DDD-4173-4CB2-96A9-F3511C757D0E}">
      <dsp:nvSpPr>
        <dsp:cNvPr id="0" name=""/>
        <dsp:cNvSpPr/>
      </dsp:nvSpPr>
      <dsp:spPr>
        <a:xfrm>
          <a:off x="177878" y="4542943"/>
          <a:ext cx="323415" cy="323415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848E40-C085-486F-B1BC-12CD9457ADD7}">
      <dsp:nvSpPr>
        <dsp:cNvPr id="0" name=""/>
        <dsp:cNvSpPr/>
      </dsp:nvSpPr>
      <dsp:spPr>
        <a:xfrm>
          <a:off x="679172" y="4410636"/>
          <a:ext cx="9836427" cy="588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233" tIns="62233" rIns="62233" bIns="6223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CONCLUSION</a:t>
          </a:r>
        </a:p>
      </dsp:txBody>
      <dsp:txXfrm>
        <a:off x="679172" y="4410636"/>
        <a:ext cx="9836427" cy="5880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7FDB0F-6EDA-4E1F-8775-18884E468A24}" type="datetimeFigureOut">
              <a:rPr lang="en-US" smtClean="0"/>
              <a:t>14-Mar-25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622AAF-E33D-4E73-A1C4-B8DCF0566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844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C30D2-1C18-861F-1B1F-7B248BFF91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170ED1-3A4F-DFE9-C83D-E685B8C097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101DA-E429-B724-0884-91C7D3D40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3854D-67D9-42C6-9DEF-287323B53550}" type="datetime1">
              <a:rPr lang="en-US" smtClean="0"/>
              <a:t>14-Mar-25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59569B-8080-4129-C148-C36ABA194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F8EF1F-0CC4-3B17-E518-D9C34C095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03828-48AC-43C5-8D73-D5348A9BD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002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54631-36B3-CAC2-A6F8-5E9EFD557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FDC09-4A16-1B12-62CB-2C124EC7B7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F7F84-BC21-7895-6009-3015C7AC2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FB77A-6C5D-4CF5-BD56-10CC249FE294}" type="datetime1">
              <a:rPr lang="en-US" smtClean="0"/>
              <a:t>14-Mar-25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A1FE0C-A6BE-FA3F-F91D-618A69933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459E96-29DA-E65C-E060-833B0DCED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03828-48AC-43C5-8D73-D5348A9BD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662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8FCB7-D028-3078-D12A-0A7106035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517F70-969F-06B5-1916-FE6BC430F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20120-D00F-A7AC-B208-EAF003140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6A22D-55F0-454C-8859-49F33FC9E1B4}" type="datetime1">
              <a:rPr lang="en-US" smtClean="0"/>
              <a:t>14-Mar-25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4CCD1F-0DBA-A5F6-1848-FF8841AD2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F8C43E-7904-1B35-4359-EF11998E8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03828-48AC-43C5-8D73-D5348A9BD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135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4A2E3-ABB1-A933-8889-80BC72F7F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0B575-0DC6-95B5-75AB-23F748EC85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9EAFF3-E798-185A-80E8-D453301B3D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56E4F7-471F-97C3-A75D-EBA36A88A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2FB13-6C28-4AD8-9918-9684E8EDA3C9}" type="datetime1">
              <a:rPr lang="en-US" smtClean="0"/>
              <a:t>14-Mar-25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D87E55-A6E8-0DB0-A8AD-11CE8C7E9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F8D168-C339-0FAE-C56C-095EFDFAF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03828-48AC-43C5-8D73-D5348A9BD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193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10D9F-D6CE-1FB1-9989-093EC5B8E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3AE26F-5236-FB09-0ED9-0AED6AD51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756559-1183-983F-E8B0-5E710E6AAF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4970E0-AB56-0607-DB4A-0FD94A4DAE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084AF2-784B-CC38-3603-170AE7A3FF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C5A665-C9E6-1859-481C-F2D0445F4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F3D63-E9F4-408A-91F2-0081D1304912}" type="datetime1">
              <a:rPr lang="en-US" smtClean="0"/>
              <a:t>14-Mar-25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724287-0AC3-B46C-4986-9AD785C49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7A2D28-C37B-BE43-8F71-56E40CA3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03828-48AC-43C5-8D73-D5348A9BD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473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CBC80-E55F-D782-EE33-F7259188B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5A7125-E7BC-3634-DACB-BA6EE1FC7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1F97C-2AB5-45C4-856E-DC629EE4FE11}" type="datetime1">
              <a:rPr lang="en-US" smtClean="0"/>
              <a:t>14-Mar-25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D370B0-74FB-46DC-9573-3649C1948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013ECE-7CFD-5C6E-5C4D-873FCAF6C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03828-48AC-43C5-8D73-D5348A9BD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111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6EE4EA-AF37-23D0-D145-6D72E2BBF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3B97-7447-41E5-8180-75536928E2B7}" type="datetime1">
              <a:rPr lang="en-US" smtClean="0"/>
              <a:t>14-Mar-25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E37124-7A01-0629-3547-AA2C6515B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963D94-50DA-4308-1229-61B427DEE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03828-48AC-43C5-8D73-D5348A9BD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180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F9E9D-1577-8FEE-C3F2-15D400BCD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AED9C-FDC0-759D-D702-D4114D24F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AB7442-C5D5-2F1A-DE08-3CDF5CAF49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971F46-C1E5-7C32-E718-0A3CF12E9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58522-2E3C-4AC6-B1D8-EBEA693AE472}" type="datetime1">
              <a:rPr lang="en-US" smtClean="0"/>
              <a:t>14-Mar-25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2E85F5-18EB-C1C3-DC5F-864A4B64D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DA1BB4-C1EB-37E4-7933-0B429EA9A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03828-48AC-43C5-8D73-D5348A9BD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865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EEC8-E883-1E1F-AD69-4EE6641B3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98A544-5CBC-D4E6-52D8-C28AFA0B04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3D75DF-5176-95A5-27B0-CD25809BF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A40FF3-A75A-6DFF-9F96-6E20C41E6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FDFD6-3B55-4084-94F7-86C6D3A989D1}" type="datetime1">
              <a:rPr lang="en-US" smtClean="0"/>
              <a:t>14-Mar-25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F6E0F7-6C06-C9EA-9072-797330BF3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BF1F15-77E0-BA1B-319F-74139B4E0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03828-48AC-43C5-8D73-D5348A9BD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711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E301F-8904-DD93-90E0-A6E272DB6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1070A2-6030-D0D5-86D9-3AAF9CE013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E01BA8-51E9-BA3C-E346-728E100E5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4C6DB-CEC1-4397-9538-EA6C3DF43C43}" type="datetime1">
              <a:rPr lang="en-US" smtClean="0"/>
              <a:t>14-Mar-25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32E4A3-F56F-4536-B5D7-17DF2C5F3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EFB1B-8864-8685-B76E-E9D611BBF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03828-48AC-43C5-8D73-D5348A9BD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748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C6A4F6-79E5-B3D8-020F-4D19DA6598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8D5F46-0CFA-97A3-9D24-1301F1806B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9A236C-02FF-5E83-0ADE-DF3202402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18837-FB63-42A0-90A1-6FB0166C57C5}" type="datetime1">
              <a:rPr lang="en-US" smtClean="0"/>
              <a:t>14-Mar-25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11A2B-69DE-0A38-4B9B-EC1F33F12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DBB5AC-9F29-0CE3-9856-F1C1B8006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03828-48AC-43C5-8D73-D5348A9BD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993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E05832-5057-686C-0BE7-EDBFD15FA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815574-4D37-AA8C-FCC8-BDD11406F2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4EC990-4C17-6AC9-10EA-2EFF0CCA3B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68326C-62A3-44F8-9B89-519A1474E97D}" type="datetime1">
              <a:rPr lang="en-US" smtClean="0"/>
              <a:t>14-Mar-25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CA5E5-2A4C-D0FB-C347-9B057EE189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FB6C9B-7C59-EE49-5844-F32131B592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603828-48AC-43C5-8D73-D5348A9BD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157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E47FFD8E-42F4-4B9E-4ED6-55CD9BA7DC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3047" y="10"/>
            <a:ext cx="1219199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E742F8-3BF6-26CC-B182-65E5F9BDC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03828-48AC-43C5-8D73-D5348A9BDC9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99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657BE-57BC-20BA-7AB3-0E64B3AFF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2A56C-B517-BCBE-5ACF-A6158D18E7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60067"/>
            <a:ext cx="9144000" cy="227181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IOT-BASED AQI METER SYSTEM for</a:t>
            </a:r>
            <a:r>
              <a:rPr lang="en-US" sz="4800" b="1" i="0" u="none" strike="noStrike" baseline="0" dirty="0">
                <a:solidFill>
                  <a:srgbClr val="000000"/>
                </a:solidFill>
              </a:rPr>
              <a:t> Real-Time Data Analysis and Decision Making </a:t>
            </a:r>
            <a:endParaRPr lang="en-US" sz="166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497B08-2176-5316-DD31-BBD3FEAA87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265714"/>
            <a:ext cx="9144000" cy="2932218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sz="4000" dirty="0"/>
              <a:t>PRESENTED BY:</a:t>
            </a:r>
          </a:p>
          <a:p>
            <a:pPr algn="l"/>
            <a:r>
              <a:rPr lang="en-US" sz="4000" dirty="0"/>
              <a:t>HUZAIFA SHAHBAZ[21-CE-009]</a:t>
            </a:r>
          </a:p>
          <a:p>
            <a:pPr algn="l"/>
            <a:r>
              <a:rPr lang="en-US" sz="4000" dirty="0"/>
              <a:t>AQSA SHAH[21-CE-039]</a:t>
            </a:r>
          </a:p>
          <a:p>
            <a:pPr algn="l"/>
            <a:r>
              <a:rPr lang="en-US" sz="4000" dirty="0"/>
              <a:t>SUBMITTED TO:</a:t>
            </a:r>
          </a:p>
          <a:p>
            <a:pPr algn="l"/>
            <a:r>
              <a:rPr lang="en-US" sz="4000" dirty="0"/>
              <a:t>SIR TEHSEEN AHSAN</a:t>
            </a:r>
          </a:p>
          <a:p>
            <a:pPr algn="l"/>
            <a:endParaRPr lang="en-US" sz="4000" dirty="0"/>
          </a:p>
          <a:p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1A3F16-D93D-80D2-8660-3BC5864EF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03828-48AC-43C5-8D73-D5348A9BDC9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425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A646F-3CD1-A00D-C1CE-42E15D3D0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126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b="1" dirty="0"/>
              <a:t>OUTLINES</a:t>
            </a:r>
            <a:endParaRPr lang="en-US" dirty="0"/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2A28E755-B0E7-E5C0-01AB-4E0976C42D9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177871"/>
          <a:ext cx="10515600" cy="49990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95BFF0-7C2E-149F-1008-1292DD0E7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03828-48AC-43C5-8D73-D5348A9BDC9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387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5FAFE-B766-A047-60ED-F4DEA4124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81036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ABSTRACT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BBC72-0C11-6754-AD82-1E5D9DF89F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2800"/>
            <a:ext cx="10515600" cy="5364163"/>
          </a:xfrm>
        </p:spPr>
        <p:txBody>
          <a:bodyPr>
            <a:normAutofit/>
          </a:bodyPr>
          <a:lstStyle/>
          <a:p>
            <a:pPr marL="566738" indent="-566738">
              <a:buFont typeface="Wingdings" panose="05000000000000000000" pitchFamily="2" charset="2"/>
              <a:buChar char="ü"/>
            </a:pPr>
            <a:r>
              <a:rPr lang="en-US" sz="4000" b="1" dirty="0"/>
              <a:t> OVERVIEW      </a:t>
            </a:r>
            <a:r>
              <a:rPr lang="en-US" sz="4000" b="0" i="0" dirty="0">
                <a:effectLst/>
              </a:rPr>
              <a:t>Development of a system for measuring real-time indoor and outdoor air quality.</a:t>
            </a:r>
          </a:p>
          <a:p>
            <a:pPr marL="566738" indent="-566738">
              <a:buFont typeface="Wingdings" panose="05000000000000000000" pitchFamily="2" charset="2"/>
              <a:buChar char="ü"/>
            </a:pPr>
            <a:r>
              <a:rPr lang="en-US" sz="4000" b="1" dirty="0">
                <a:latin typeface="+mj-lt"/>
              </a:rPr>
              <a:t>GOAL   </a:t>
            </a:r>
            <a:r>
              <a:rPr lang="en-US" sz="4000" dirty="0">
                <a:latin typeface="+mj-lt"/>
              </a:rPr>
              <a:t>  </a:t>
            </a:r>
            <a:r>
              <a:rPr lang="en-US" sz="4000" dirty="0"/>
              <a:t> Facilitate better decisions through data analysis.</a:t>
            </a:r>
          </a:p>
          <a:p>
            <a:pPr marL="566738" indent="-566738">
              <a:buFont typeface="Wingdings" panose="05000000000000000000" pitchFamily="2" charset="2"/>
              <a:buChar char="ü"/>
            </a:pPr>
            <a:r>
              <a:rPr lang="en-US" sz="4000" b="1" dirty="0"/>
              <a:t>COMPONENTS         </a:t>
            </a:r>
            <a:r>
              <a:rPr lang="en-US" sz="4000" dirty="0"/>
              <a:t>In different sectors, the application of sensors empowered by IoT and their accompanying cloud storage facilities has been growing tremendously.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4D7C2E-9C6C-E08F-BFA4-ADC5F827D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03828-48AC-43C5-8D73-D5348A9BDC9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979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62A3E-D09E-72E3-2342-E9B61337D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BD265-32E5-5CBE-26F9-084107A8F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1143"/>
            <a:ext cx="10515600" cy="5015820"/>
          </a:xfrm>
        </p:spPr>
        <p:txBody>
          <a:bodyPr>
            <a:normAutofit lnSpcReduction="10000"/>
          </a:bodyPr>
          <a:lstStyle/>
          <a:p>
            <a:pPr marL="508000" indent="-508000">
              <a:buFont typeface="Wingdings" panose="05000000000000000000" pitchFamily="2" charset="2"/>
              <a:buChar char="Ø"/>
            </a:pPr>
            <a:r>
              <a:rPr lang="en-US" sz="4800" b="1" dirty="0"/>
              <a:t>ISSUE      </a:t>
            </a:r>
            <a:r>
              <a:rPr lang="en-US" sz="4800" dirty="0"/>
              <a:t> Observe aspects of air pollution which are harmful to health and all living organisms, chiefly because of urbanization and industrialization.</a:t>
            </a:r>
            <a:endParaRPr lang="en-US" sz="4800" b="1" dirty="0"/>
          </a:p>
          <a:p>
            <a:pPr marL="508000" indent="-508000">
              <a:buFont typeface="Wingdings" panose="05000000000000000000" pitchFamily="2" charset="2"/>
              <a:buChar char="Ø"/>
            </a:pPr>
            <a:r>
              <a:rPr lang="en-US" sz="4800" b="1" dirty="0"/>
              <a:t>FOCUS       </a:t>
            </a:r>
            <a:r>
              <a:rPr lang="en-US" sz="4800" dirty="0"/>
              <a:t>Identify and study the effects of pollutants and provide for their continuous monitoring.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234E84-AB41-9AC9-C7B3-0DFC4B262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03828-48AC-43C5-8D73-D5348A9BDC9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661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B00B8-9DD8-90E3-5CDC-C4EBAC237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1600"/>
            <a:ext cx="10515600" cy="769257"/>
          </a:xfrm>
        </p:spPr>
        <p:txBody>
          <a:bodyPr/>
          <a:lstStyle/>
          <a:p>
            <a:pPr algn="ctr"/>
            <a:r>
              <a:rPr lang="en-US" b="1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944D0-A680-4D85-1AA2-756F8B52A0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3713"/>
            <a:ext cx="10515600" cy="4943249"/>
          </a:xfrm>
        </p:spPr>
        <p:txBody>
          <a:bodyPr>
            <a:normAutofit lnSpcReduction="10000"/>
          </a:bodyPr>
          <a:lstStyle/>
          <a:p>
            <a:pPr marL="406400" indent="-406400">
              <a:buFont typeface="Wingdings" panose="05000000000000000000" pitchFamily="2" charset="2"/>
              <a:buChar char="Ø"/>
            </a:pPr>
            <a:r>
              <a:rPr lang="en-US" sz="4000" dirty="0"/>
              <a:t>Real-time IoT-based air quality monitoring system would develop.</a:t>
            </a:r>
          </a:p>
          <a:p>
            <a:pPr marL="406400" indent="-406400">
              <a:buFont typeface="Wingdings" panose="05000000000000000000" pitchFamily="2" charset="2"/>
              <a:buChar char="Ø"/>
            </a:pPr>
            <a:r>
              <a:rPr lang="en-US" sz="4000" b="1" dirty="0"/>
              <a:t>KEY GOALS</a:t>
            </a:r>
          </a:p>
          <a:p>
            <a:pPr marL="406400" indent="-406400">
              <a:buFont typeface="Wingdings" panose="05000000000000000000" pitchFamily="2" charset="2"/>
              <a:buChar char="§"/>
            </a:pPr>
            <a:r>
              <a:rPr lang="en-US" sz="4000" b="0" i="0" dirty="0">
                <a:effectLst/>
              </a:rPr>
              <a:t>Implement cloud-based analytics.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000" b="1" dirty="0"/>
              <a:t> </a:t>
            </a:r>
            <a:r>
              <a:rPr lang="en-US" sz="4000" dirty="0"/>
              <a:t> Evaluate resource effectiveness, precision, and operational ease.</a:t>
            </a:r>
          </a:p>
          <a:p>
            <a:pPr marL="465138" indent="-465138">
              <a:buFont typeface="Wingdings" panose="05000000000000000000" pitchFamily="2" charset="2"/>
              <a:buChar char="§"/>
            </a:pPr>
            <a:r>
              <a:rPr lang="en-US" sz="4000" b="0" i="0" dirty="0">
                <a:effectLst/>
              </a:rPr>
              <a:t>Identify entrepreneurial opportunities for commercialization.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FA0C06-4F0D-A67C-F530-7A723CAFC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03828-48AC-43C5-8D73-D5348A9BDC9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312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3B4EB-03F7-8F19-DBB2-E27634DBA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0944"/>
            <a:ext cx="10515600" cy="1079856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PROPOSED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22956-3555-DF41-0ED8-7DC3083F0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6246"/>
            <a:ext cx="10515600" cy="4661354"/>
          </a:xfrm>
        </p:spPr>
        <p:txBody>
          <a:bodyPr>
            <a:normAutofit lnSpcReduction="10000"/>
          </a:bodyPr>
          <a:lstStyle/>
          <a:p>
            <a:r>
              <a:rPr lang="en-US" sz="4800" b="1" dirty="0"/>
              <a:t>HARDWARE COMPONENTS      </a:t>
            </a:r>
            <a:r>
              <a:rPr lang="en-US" sz="4800" b="0" i="0" dirty="0">
                <a:effectLst/>
              </a:rPr>
              <a:t>Arduino, ESP32, ESP8266, MQ series gas sensors, PM2.5 and PM10 sensors.</a:t>
            </a:r>
          </a:p>
          <a:p>
            <a:r>
              <a:rPr lang="en-US" sz="4800" b="1" dirty="0"/>
              <a:t>SOFTWARE COMPONENTS    </a:t>
            </a:r>
            <a:r>
              <a:rPr lang="en-US" sz="4800" b="0" i="0" dirty="0">
                <a:effectLst/>
              </a:rPr>
              <a:t>Blynk App, Firebase, Android Studio, MATLAB, Python, etc.</a:t>
            </a:r>
            <a:endParaRPr lang="en-US" sz="4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0D8C50-F03F-2BC1-42E8-10E83DFD9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03828-48AC-43C5-8D73-D5348A9BDC9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724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F0940-DBAA-F90F-1F52-66CBFFAE4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2830"/>
            <a:ext cx="10515600" cy="914400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REAL-TIME MONITORING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629AB-B173-E180-B6DE-23E634EE1D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2057"/>
            <a:ext cx="10515600" cy="4542972"/>
          </a:xfrm>
        </p:spPr>
        <p:txBody>
          <a:bodyPr>
            <a:normAutofit fontScale="92500" lnSpcReduction="20000"/>
          </a:bodyPr>
          <a:lstStyle/>
          <a:p>
            <a:pPr marL="406400" indent="-406400" algn="l">
              <a:buFont typeface="Arial" panose="020B0604020202020204" pitchFamily="34" charset="0"/>
              <a:buChar char="•"/>
            </a:pPr>
            <a:r>
              <a:rPr lang="en-US" sz="6500" b="1" i="0" dirty="0">
                <a:effectLst/>
              </a:rPr>
              <a:t>Functionality  </a:t>
            </a:r>
            <a:r>
              <a:rPr lang="en-US" sz="6500" b="0" i="0" dirty="0">
                <a:effectLst/>
              </a:rPr>
              <a:t> User-friendly data processing and instantaneous display.</a:t>
            </a:r>
          </a:p>
          <a:p>
            <a:pPr marL="406400" indent="-406400" algn="l">
              <a:buFont typeface="Arial" panose="020B0604020202020204" pitchFamily="34" charset="0"/>
              <a:buChar char="•"/>
            </a:pPr>
            <a:r>
              <a:rPr lang="en-US" sz="6500" b="1" i="0" dirty="0">
                <a:effectLst/>
              </a:rPr>
              <a:t>AQI Calculation</a:t>
            </a:r>
            <a:r>
              <a:rPr lang="en-US" sz="6500" b="0" i="0" dirty="0">
                <a:effectLst/>
              </a:rPr>
              <a:t>   Based on standardized environmental parameters.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2DD9AF-B41D-D21B-6102-8B12526EF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03828-48AC-43C5-8D73-D5348A9BDC9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783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6E090-B64D-EDE9-0751-98CFFB8E0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81037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ALERTS AND NOTIFICATION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2BBA1-3BE5-AE05-A8A7-BF929BDC82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1037"/>
            <a:ext cx="10515600" cy="5495926"/>
          </a:xfrm>
        </p:spPr>
        <p:txBody>
          <a:bodyPr>
            <a:normAutofit/>
          </a:bodyPr>
          <a:lstStyle/>
          <a:p>
            <a:pPr marL="406400" indent="-406400" algn="l">
              <a:buFont typeface="Wingdings" panose="05000000000000000000" pitchFamily="2" charset="2"/>
              <a:buChar char="§"/>
              <a:tabLst>
                <a:tab pos="341313" algn="l"/>
              </a:tabLst>
            </a:pPr>
            <a:r>
              <a:rPr lang="en-US" sz="6600" b="1" i="0" dirty="0">
                <a:effectLst/>
              </a:rPr>
              <a:t>Feature    </a:t>
            </a:r>
            <a:r>
              <a:rPr lang="en-US" sz="6600" b="0" i="0" dirty="0">
                <a:effectLst/>
              </a:rPr>
              <a:t>   Threshold alerts for hazardous air quality levels.</a:t>
            </a:r>
          </a:p>
          <a:p>
            <a:pPr marL="406400" indent="-406400" algn="l">
              <a:buFont typeface="Wingdings" panose="05000000000000000000" pitchFamily="2" charset="2"/>
              <a:buChar char="§"/>
            </a:pPr>
            <a:r>
              <a:rPr lang="en-US" sz="6600" b="1" i="0" dirty="0">
                <a:effectLst/>
              </a:rPr>
              <a:t> Purpose      </a:t>
            </a:r>
            <a:r>
              <a:rPr lang="en-US" sz="6600" b="0" i="0" dirty="0">
                <a:effectLst/>
              </a:rPr>
              <a:t> Inform users about air quality risks.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6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1A215F-D6E2-D1A7-F18E-29A222AA7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03828-48AC-43C5-8D73-D5348A9BDC9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135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ECC2D-3377-5173-E31A-9575000D9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98107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/>
              <a:t>MANAGEMENT AND ENTREPRENEURSHIP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7EE1E-8B70-FB5F-89A9-62DBC7CF63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7600"/>
            <a:ext cx="10515600" cy="5059363"/>
          </a:xfrm>
        </p:spPr>
        <p:txBody>
          <a:bodyPr>
            <a:normAutofit/>
          </a:bodyPr>
          <a:lstStyle/>
          <a:p>
            <a:pPr marL="406400" indent="-406400" algn="l">
              <a:buFont typeface="Wingdings" panose="05000000000000000000" pitchFamily="2" charset="2"/>
              <a:buChar char="Ø"/>
              <a:tabLst>
                <a:tab pos="341313" algn="l"/>
              </a:tabLst>
            </a:pPr>
            <a:r>
              <a:rPr lang="en-US" sz="4000" b="1" i="0" dirty="0">
                <a:effectLst/>
              </a:rPr>
              <a:t>Market Growth   </a:t>
            </a:r>
            <a:r>
              <a:rPr lang="en-US" sz="4000" b="0" i="0" dirty="0">
                <a:effectLst/>
              </a:rPr>
              <a:t> Increasing awareness about pollution.</a:t>
            </a:r>
          </a:p>
          <a:p>
            <a:pPr marL="406400" indent="-406400" algn="l">
              <a:buFont typeface="Wingdings" panose="05000000000000000000" pitchFamily="2" charset="2"/>
              <a:buChar char="Ø"/>
              <a:tabLst>
                <a:tab pos="341313" algn="l"/>
              </a:tabLst>
            </a:pPr>
            <a:r>
              <a:rPr lang="en-US" sz="4000" b="1" i="0" dirty="0">
                <a:effectLst/>
              </a:rPr>
              <a:t>Target Customers   </a:t>
            </a:r>
            <a:r>
              <a:rPr lang="en-US" sz="4000" b="0" i="0" dirty="0">
                <a:effectLst/>
              </a:rPr>
              <a:t> Households, companies, government institutions, healthcare.</a:t>
            </a:r>
          </a:p>
          <a:p>
            <a:pPr marL="406400" indent="-406400" algn="l">
              <a:buFont typeface="Wingdings" panose="05000000000000000000" pitchFamily="2" charset="2"/>
              <a:buChar char="Ø"/>
              <a:tabLst>
                <a:tab pos="341313" algn="l"/>
              </a:tabLst>
            </a:pPr>
            <a:r>
              <a:rPr lang="en-US" sz="4000" b="1" i="0" dirty="0">
                <a:effectLst/>
              </a:rPr>
              <a:t>Revenue Model   </a:t>
            </a:r>
            <a:r>
              <a:rPr lang="en-US" sz="4000" b="0" i="0" dirty="0">
                <a:effectLst/>
              </a:rPr>
              <a:t>Device sales, subscription services, custom solutions.</a:t>
            </a:r>
          </a:p>
          <a:p>
            <a:pPr>
              <a:buFont typeface="Wingdings" panose="05000000000000000000" pitchFamily="2" charset="2"/>
              <a:buChar char="ü"/>
              <a:tabLst>
                <a:tab pos="341313" algn="l"/>
              </a:tabLst>
            </a:pPr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592487-A0C7-99F5-9C94-200C1C243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03828-48AC-43C5-8D73-D5348A9BDC9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01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37FA0-87D1-880E-80B5-6D698D559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2105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BENEFIT AND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11A59-C0DE-F395-F18C-4912C60282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6537"/>
            <a:ext cx="10515600" cy="4880426"/>
          </a:xfrm>
        </p:spPr>
        <p:txBody>
          <a:bodyPr>
            <a:normAutofit/>
          </a:bodyPr>
          <a:lstStyle/>
          <a:p>
            <a:pPr marL="736600" indent="-736600" algn="l">
              <a:buFont typeface="Wingdings" panose="05000000000000000000" pitchFamily="2" charset="2"/>
              <a:buChar char="ü"/>
            </a:pPr>
            <a:r>
              <a:rPr lang="en-US" sz="6000" b="1" i="0" dirty="0">
                <a:effectLst/>
              </a:rPr>
              <a:t>Advantages:</a:t>
            </a:r>
            <a:endParaRPr lang="en-US" sz="6000" b="0" i="0" dirty="0">
              <a:effectLst/>
            </a:endParaRPr>
          </a:p>
          <a:p>
            <a:pPr marL="736600" lvl="1" indent="-736600" algn="l">
              <a:buFont typeface="Wingdings" panose="05000000000000000000" pitchFamily="2" charset="2"/>
              <a:buChar char="Ø"/>
            </a:pPr>
            <a:r>
              <a:rPr lang="en-US" sz="5400" b="0" i="0" dirty="0">
                <a:effectLst/>
              </a:rPr>
              <a:t>Improved air quality.</a:t>
            </a:r>
          </a:p>
          <a:p>
            <a:pPr marL="736600" lvl="1" indent="-736600" algn="l">
              <a:buFont typeface="Wingdings" panose="05000000000000000000" pitchFamily="2" charset="2"/>
              <a:buChar char="Ø"/>
            </a:pPr>
            <a:r>
              <a:rPr lang="en-US" sz="5400" b="0" i="0" dirty="0">
                <a:effectLst/>
              </a:rPr>
              <a:t>Reduced exposure to pollution.</a:t>
            </a:r>
          </a:p>
          <a:p>
            <a:pPr marL="736600" lvl="1" indent="-736600" algn="l">
              <a:buFont typeface="Wingdings" panose="05000000000000000000" pitchFamily="2" charset="2"/>
              <a:buChar char="Ø"/>
            </a:pPr>
            <a:r>
              <a:rPr lang="en-US" sz="5400" b="0" i="0" dirty="0">
                <a:effectLst/>
              </a:rPr>
              <a:t>Healthier lifestyle promotion.</a:t>
            </a:r>
          </a:p>
          <a:p>
            <a:pPr marL="736600" lvl="1" indent="-736600" algn="l">
              <a:buFont typeface="Wingdings" panose="05000000000000000000" pitchFamily="2" charset="2"/>
              <a:buChar char="Ø"/>
            </a:pPr>
            <a:r>
              <a:rPr lang="en-US" sz="5400" b="0" i="0" dirty="0">
                <a:effectLst/>
              </a:rPr>
              <a:t>Economic growth and healthcare cost savings.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sz="6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140E92-AFA5-6FEC-42F4-CA55E16FC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03828-48AC-43C5-8D73-D5348A9BDC9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072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83A58-B068-4EEF-8E13-7B5DD21EE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39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2D48B-B4BB-A06A-E30B-1954236112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9116"/>
            <a:ext cx="10515600" cy="5057847"/>
          </a:xfrm>
        </p:spPr>
        <p:txBody>
          <a:bodyPr>
            <a:normAutofit fontScale="925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6000" b="0" i="0" dirty="0">
                <a:effectLst/>
              </a:rPr>
              <a:t>The IoT-based AQI Monitoring System offers a low-cost, scalable solution for air quality monitoring.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6000" b="0" i="0" dirty="0">
                <a:effectLst/>
              </a:rPr>
              <a:t>Enhances real-time data use, contributing to a cleaner environment and business opportunities.</a:t>
            </a:r>
          </a:p>
          <a:p>
            <a:endParaRPr lang="en-US" sz="6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2411DE-CA53-F4B5-4B64-4C983D401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03828-48AC-43C5-8D73-D5348A9BDC9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689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2605</TotalTime>
  <Words>341</Words>
  <Application>Microsoft Office PowerPoint</Application>
  <PresentationFormat>Widescreen</PresentationFormat>
  <Paragraphs>61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Wingdings</vt:lpstr>
      <vt:lpstr>Office Theme</vt:lpstr>
      <vt:lpstr>PowerPoint Presentation</vt:lpstr>
      <vt:lpstr>IOT-BASED AQI METER SYSTEM for Real-Time Data Analysis and Decision Making </vt:lpstr>
      <vt:lpstr>OUTLINES</vt:lpstr>
      <vt:lpstr>ABSTRACT</vt:lpstr>
      <vt:lpstr>PROBLEM STATEMENT</vt:lpstr>
      <vt:lpstr>OBJECTIVES</vt:lpstr>
      <vt:lpstr>PROPOSED SOLUTIONS</vt:lpstr>
      <vt:lpstr>REAL-TIME MONITORING</vt:lpstr>
      <vt:lpstr>ALERTS AND NOTIFICATION</vt:lpstr>
      <vt:lpstr>MANAGEMENT AND ENTREPRENEURSHIP SCOPE</vt:lpstr>
      <vt:lpstr>BENEFIT AND IMPACT</vt:lpstr>
      <vt:lpstr>CONCLUSION</vt:lpstr>
    </vt:vector>
  </TitlesOfParts>
  <Company>Windows User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huzaifa shahbaz</dc:creator>
  <cp:lastModifiedBy>huzaifa shahbaz</cp:lastModifiedBy>
  <cp:revision>3</cp:revision>
  <dcterms:created xsi:type="dcterms:W3CDTF">2024-12-17T15:30:10Z</dcterms:created>
  <dcterms:modified xsi:type="dcterms:W3CDTF">2025-03-15T08:57:38Z</dcterms:modified>
</cp:coreProperties>
</file>