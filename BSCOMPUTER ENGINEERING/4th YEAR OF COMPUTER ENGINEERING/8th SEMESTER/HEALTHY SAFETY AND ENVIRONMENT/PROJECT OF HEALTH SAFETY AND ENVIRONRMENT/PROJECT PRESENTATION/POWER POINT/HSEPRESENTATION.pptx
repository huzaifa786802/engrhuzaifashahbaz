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2" d="100"/>
          <a:sy n="62" d="100"/>
        </p:scale>
        <p:origin x="978" y="84"/>
      </p:cViewPr>
      <p:guideLst/>
    </p:cSldViewPr>
  </p:slideViewPr>
  <p:notesTextViewPr>
    <p:cViewPr>
      <p:scale>
        <a:sx n="1" d="1"/>
        <a:sy n="1" d="1"/>
      </p:scale>
      <p:origin x="0" y="0"/>
    </p:cViewPr>
  </p:notesTextViewPr>
  <p:sorterViewPr>
    <p:cViewPr varScale="1">
      <p:scale>
        <a:sx n="100" d="100"/>
        <a:sy n="100" d="100"/>
      </p:scale>
      <p:origin x="0" y="-678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0E965A78-4A8F-4143-A927-DA0689AE8212}"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3295800C-998D-4CD1-9933-5979725F145C}">
      <dgm:prSet/>
      <dgm:spPr/>
      <dgm:t>
        <a:bodyPr/>
        <a:lstStyle/>
        <a:p>
          <a:r>
            <a:rPr lang="en-US"/>
            <a:t>ABSTRACT</a:t>
          </a:r>
        </a:p>
      </dgm:t>
    </dgm:pt>
    <dgm:pt modelId="{0C21933E-4ABF-4F26-ABAE-456774C8AD31}" type="parTrans" cxnId="{E7FBD1A5-D021-4ED8-BA8E-BF24AEEB2828}">
      <dgm:prSet/>
      <dgm:spPr/>
      <dgm:t>
        <a:bodyPr/>
        <a:lstStyle/>
        <a:p>
          <a:endParaRPr lang="en-US"/>
        </a:p>
      </dgm:t>
    </dgm:pt>
    <dgm:pt modelId="{6BC97999-4F51-46C6-A88F-7F96721BF756}" type="sibTrans" cxnId="{E7FBD1A5-D021-4ED8-BA8E-BF24AEEB2828}">
      <dgm:prSet/>
      <dgm:spPr/>
      <dgm:t>
        <a:bodyPr/>
        <a:lstStyle/>
        <a:p>
          <a:endParaRPr lang="en-US"/>
        </a:p>
      </dgm:t>
    </dgm:pt>
    <dgm:pt modelId="{C6E7092F-B01C-4F92-B5C6-B99E44028D92}">
      <dgm:prSet/>
      <dgm:spPr/>
      <dgm:t>
        <a:bodyPr/>
        <a:lstStyle/>
        <a:p>
          <a:r>
            <a:rPr lang="en-US"/>
            <a:t>INTRODUCTION OF THE ORGANIZATION</a:t>
          </a:r>
        </a:p>
      </dgm:t>
    </dgm:pt>
    <dgm:pt modelId="{08DA3FF5-1B47-4F35-A6C1-2EC66FED1C87}" type="parTrans" cxnId="{DC0B7E9F-AD60-4DF8-841E-6FDDAEF58B69}">
      <dgm:prSet/>
      <dgm:spPr/>
      <dgm:t>
        <a:bodyPr/>
        <a:lstStyle/>
        <a:p>
          <a:endParaRPr lang="en-US"/>
        </a:p>
      </dgm:t>
    </dgm:pt>
    <dgm:pt modelId="{BDEF46C2-8723-4252-90C6-7825D8981826}" type="sibTrans" cxnId="{DC0B7E9F-AD60-4DF8-841E-6FDDAEF58B69}">
      <dgm:prSet/>
      <dgm:spPr/>
      <dgm:t>
        <a:bodyPr/>
        <a:lstStyle/>
        <a:p>
          <a:endParaRPr lang="en-US"/>
        </a:p>
      </dgm:t>
    </dgm:pt>
    <dgm:pt modelId="{DDCDA397-52B6-41CF-A980-DB5A6007F729}">
      <dgm:prSet/>
      <dgm:spPr/>
      <dgm:t>
        <a:bodyPr/>
        <a:lstStyle/>
        <a:p>
          <a:r>
            <a:rPr lang="en-US"/>
            <a:t>GENERAL OPERATIONAL COMPONENTS</a:t>
          </a:r>
        </a:p>
      </dgm:t>
    </dgm:pt>
    <dgm:pt modelId="{F1FCFC05-59BD-47CC-9030-D8B1D946E012}" type="parTrans" cxnId="{CF2EBFF1-12E0-4689-8A85-F0F0DC1F2CF8}">
      <dgm:prSet/>
      <dgm:spPr/>
      <dgm:t>
        <a:bodyPr/>
        <a:lstStyle/>
        <a:p>
          <a:endParaRPr lang="en-US"/>
        </a:p>
      </dgm:t>
    </dgm:pt>
    <dgm:pt modelId="{11B0DE4C-0AB2-453A-9784-1666C7965F38}" type="sibTrans" cxnId="{CF2EBFF1-12E0-4689-8A85-F0F0DC1F2CF8}">
      <dgm:prSet/>
      <dgm:spPr/>
      <dgm:t>
        <a:bodyPr/>
        <a:lstStyle/>
        <a:p>
          <a:endParaRPr lang="en-US"/>
        </a:p>
      </dgm:t>
    </dgm:pt>
    <dgm:pt modelId="{9F65B1C1-EE02-4BD7-B015-3BEDAD18CC67}">
      <dgm:prSet/>
      <dgm:spPr/>
      <dgm:t>
        <a:bodyPr/>
        <a:lstStyle/>
        <a:p>
          <a:r>
            <a:rPr lang="en-US"/>
            <a:t>WORKPLACE-WISE HAZARDS  IDENTIFICATION AND RISK ASSESSMENT</a:t>
          </a:r>
        </a:p>
      </dgm:t>
    </dgm:pt>
    <dgm:pt modelId="{9DDEBB11-93AC-4B16-B11F-52C993B52D45}" type="parTrans" cxnId="{E657B8FA-CADE-4952-87B2-D2F7B01FC59D}">
      <dgm:prSet/>
      <dgm:spPr/>
      <dgm:t>
        <a:bodyPr/>
        <a:lstStyle/>
        <a:p>
          <a:endParaRPr lang="en-US"/>
        </a:p>
      </dgm:t>
    </dgm:pt>
    <dgm:pt modelId="{F197EDA9-CC06-47A8-9555-68CEB1963812}" type="sibTrans" cxnId="{E657B8FA-CADE-4952-87B2-D2F7B01FC59D}">
      <dgm:prSet/>
      <dgm:spPr/>
      <dgm:t>
        <a:bodyPr/>
        <a:lstStyle/>
        <a:p>
          <a:endParaRPr lang="en-US"/>
        </a:p>
      </dgm:t>
    </dgm:pt>
    <dgm:pt modelId="{9CAC9EF9-094F-4220-9FCF-392C67CC1BFA}">
      <dgm:prSet/>
      <dgm:spPr/>
      <dgm:t>
        <a:bodyPr/>
        <a:lstStyle/>
        <a:p>
          <a:r>
            <a:rPr lang="en-US"/>
            <a:t>MITIGATION/ELIMINATION STRATEGY(ISO 45001 AND ISO 14001 COMPLIANT)</a:t>
          </a:r>
        </a:p>
      </dgm:t>
    </dgm:pt>
    <dgm:pt modelId="{04981C79-84F1-41A0-A442-0288490471A0}" type="parTrans" cxnId="{F023EEA7-A9EA-402A-9DB6-1838DDAFE311}">
      <dgm:prSet/>
      <dgm:spPr/>
      <dgm:t>
        <a:bodyPr/>
        <a:lstStyle/>
        <a:p>
          <a:endParaRPr lang="en-US"/>
        </a:p>
      </dgm:t>
    </dgm:pt>
    <dgm:pt modelId="{7A88BE8C-41DF-4D21-801E-36C3A5CF2622}" type="sibTrans" cxnId="{F023EEA7-A9EA-402A-9DB6-1838DDAFE311}">
      <dgm:prSet/>
      <dgm:spPr/>
      <dgm:t>
        <a:bodyPr/>
        <a:lstStyle/>
        <a:p>
          <a:endParaRPr lang="en-US"/>
        </a:p>
      </dgm:t>
    </dgm:pt>
    <dgm:pt modelId="{38151273-F378-4CE6-AB19-08F88A675572}">
      <dgm:prSet/>
      <dgm:spPr/>
      <dgm:t>
        <a:bodyPr/>
        <a:lstStyle/>
        <a:p>
          <a:r>
            <a:rPr lang="en-US"/>
            <a:t>ISO 45001 COMPLIANCE CHECKLISTS</a:t>
          </a:r>
        </a:p>
      </dgm:t>
    </dgm:pt>
    <dgm:pt modelId="{3492EF94-8F17-4B00-9858-F103AB469024}" type="parTrans" cxnId="{85A09392-DD23-4060-8632-80A9A54ADE53}">
      <dgm:prSet/>
      <dgm:spPr/>
      <dgm:t>
        <a:bodyPr/>
        <a:lstStyle/>
        <a:p>
          <a:endParaRPr lang="en-US"/>
        </a:p>
      </dgm:t>
    </dgm:pt>
    <dgm:pt modelId="{85196E07-2515-4A8D-B23E-97F63DECCCD8}" type="sibTrans" cxnId="{85A09392-DD23-4060-8632-80A9A54ADE53}">
      <dgm:prSet/>
      <dgm:spPr/>
      <dgm:t>
        <a:bodyPr/>
        <a:lstStyle/>
        <a:p>
          <a:endParaRPr lang="en-US"/>
        </a:p>
      </dgm:t>
    </dgm:pt>
    <dgm:pt modelId="{C0BA68C1-3800-4211-A74C-AFF668E31B0B}">
      <dgm:prSet/>
      <dgm:spPr/>
      <dgm:t>
        <a:bodyPr/>
        <a:lstStyle/>
        <a:p>
          <a:r>
            <a:rPr lang="en-US"/>
            <a:t>ISO 14001 COMPLIANCE CHECKLISTS</a:t>
          </a:r>
        </a:p>
      </dgm:t>
    </dgm:pt>
    <dgm:pt modelId="{383DAB47-F688-433A-8E91-E3E4C99D8E26}" type="parTrans" cxnId="{30D5B3C3-E96B-4768-B8B7-CD3673413972}">
      <dgm:prSet/>
      <dgm:spPr/>
      <dgm:t>
        <a:bodyPr/>
        <a:lstStyle/>
        <a:p>
          <a:endParaRPr lang="en-US"/>
        </a:p>
      </dgm:t>
    </dgm:pt>
    <dgm:pt modelId="{E58931EB-1E3C-463E-A9EA-712A4CB3DF0D}" type="sibTrans" cxnId="{30D5B3C3-E96B-4768-B8B7-CD3673413972}">
      <dgm:prSet/>
      <dgm:spPr/>
      <dgm:t>
        <a:bodyPr/>
        <a:lstStyle/>
        <a:p>
          <a:endParaRPr lang="en-US"/>
        </a:p>
      </dgm:t>
    </dgm:pt>
    <dgm:pt modelId="{40FA4B2A-9169-4F7C-AA0B-AB700FDE2D73}">
      <dgm:prSet/>
      <dgm:spPr/>
      <dgm:t>
        <a:bodyPr/>
        <a:lstStyle/>
        <a:p>
          <a:r>
            <a:rPr lang="en-US"/>
            <a:t>ISO 45001:HAZARDS AND SAFETY REQUIREMENTS</a:t>
          </a:r>
        </a:p>
      </dgm:t>
    </dgm:pt>
    <dgm:pt modelId="{77B5AE9E-11E7-47EC-B4DE-48C0A67B0A61}" type="parTrans" cxnId="{2CC3C59A-D77B-4DFC-AD20-1710865F93D3}">
      <dgm:prSet/>
      <dgm:spPr/>
      <dgm:t>
        <a:bodyPr/>
        <a:lstStyle/>
        <a:p>
          <a:endParaRPr lang="en-US"/>
        </a:p>
      </dgm:t>
    </dgm:pt>
    <dgm:pt modelId="{47449EA4-5F75-490A-B9C3-54CE55314ED7}" type="sibTrans" cxnId="{2CC3C59A-D77B-4DFC-AD20-1710865F93D3}">
      <dgm:prSet/>
      <dgm:spPr/>
      <dgm:t>
        <a:bodyPr/>
        <a:lstStyle/>
        <a:p>
          <a:endParaRPr lang="en-US"/>
        </a:p>
      </dgm:t>
    </dgm:pt>
    <dgm:pt modelId="{318D77F0-6A9A-4719-BEB7-F6C3ED36945B}">
      <dgm:prSet/>
      <dgm:spPr/>
      <dgm:t>
        <a:bodyPr/>
        <a:lstStyle/>
        <a:p>
          <a:r>
            <a:rPr lang="en-US"/>
            <a:t>ISO 14001:HAZARDS AND SAFETY REQUIREMENTS</a:t>
          </a:r>
        </a:p>
      </dgm:t>
    </dgm:pt>
    <dgm:pt modelId="{1DE24273-5201-4926-8B44-BD1D465B7633}" type="parTrans" cxnId="{5E07A136-8AE4-4393-8007-D20CCBF15A2C}">
      <dgm:prSet/>
      <dgm:spPr/>
      <dgm:t>
        <a:bodyPr/>
        <a:lstStyle/>
        <a:p>
          <a:endParaRPr lang="en-US"/>
        </a:p>
      </dgm:t>
    </dgm:pt>
    <dgm:pt modelId="{81EB98F4-C2B9-4FF2-82B2-93EB648C46F4}" type="sibTrans" cxnId="{5E07A136-8AE4-4393-8007-D20CCBF15A2C}">
      <dgm:prSet/>
      <dgm:spPr/>
      <dgm:t>
        <a:bodyPr/>
        <a:lstStyle/>
        <a:p>
          <a:endParaRPr lang="en-US"/>
        </a:p>
      </dgm:t>
    </dgm:pt>
    <dgm:pt modelId="{559D7C69-4B52-4FD0-A78B-8E9E218AB186}">
      <dgm:prSet/>
      <dgm:spPr/>
      <dgm:t>
        <a:bodyPr/>
        <a:lstStyle/>
        <a:p>
          <a:r>
            <a:rPr lang="en-US"/>
            <a:t>CONCLUSION</a:t>
          </a:r>
        </a:p>
      </dgm:t>
    </dgm:pt>
    <dgm:pt modelId="{7D90C155-E266-469C-887C-B113F7B68D4C}" type="parTrans" cxnId="{7BBF3AC4-8B2B-4E20-BCFF-BBCEF55FE106}">
      <dgm:prSet/>
      <dgm:spPr/>
      <dgm:t>
        <a:bodyPr/>
        <a:lstStyle/>
        <a:p>
          <a:endParaRPr lang="en-US"/>
        </a:p>
      </dgm:t>
    </dgm:pt>
    <dgm:pt modelId="{D0048355-6AF6-4160-911E-2DB506E79013}" type="sibTrans" cxnId="{7BBF3AC4-8B2B-4E20-BCFF-BBCEF55FE106}">
      <dgm:prSet/>
      <dgm:spPr/>
      <dgm:t>
        <a:bodyPr/>
        <a:lstStyle/>
        <a:p>
          <a:endParaRPr lang="en-US"/>
        </a:p>
      </dgm:t>
    </dgm:pt>
    <dgm:pt modelId="{4306CC6C-0A70-4BC3-99F4-4D33A1FA09B6}">
      <dgm:prSet/>
      <dgm:spPr/>
      <dgm:t>
        <a:bodyPr/>
        <a:lstStyle/>
        <a:p>
          <a:r>
            <a:rPr lang="en-US"/>
            <a:t>REFERNCES</a:t>
          </a:r>
        </a:p>
      </dgm:t>
    </dgm:pt>
    <dgm:pt modelId="{B9E50895-B987-4E17-A520-F7412F540F82}" type="parTrans" cxnId="{4EA59CD8-F1AD-40D1-BE66-FC0DA7436775}">
      <dgm:prSet/>
      <dgm:spPr/>
      <dgm:t>
        <a:bodyPr/>
        <a:lstStyle/>
        <a:p>
          <a:endParaRPr lang="en-US"/>
        </a:p>
      </dgm:t>
    </dgm:pt>
    <dgm:pt modelId="{68091BB7-BD6B-4FDE-860D-4CAE86F92217}" type="sibTrans" cxnId="{4EA59CD8-F1AD-40D1-BE66-FC0DA7436775}">
      <dgm:prSet/>
      <dgm:spPr/>
      <dgm:t>
        <a:bodyPr/>
        <a:lstStyle/>
        <a:p>
          <a:endParaRPr lang="en-US"/>
        </a:p>
      </dgm:t>
    </dgm:pt>
    <dgm:pt modelId="{89ED9B8C-8326-450A-8749-B2BEEED3FC95}" type="pres">
      <dgm:prSet presAssocID="{0E965A78-4A8F-4143-A927-DA0689AE8212}" presName="diagram" presStyleCnt="0">
        <dgm:presLayoutVars>
          <dgm:dir/>
          <dgm:resizeHandles val="exact"/>
        </dgm:presLayoutVars>
      </dgm:prSet>
      <dgm:spPr/>
    </dgm:pt>
    <dgm:pt modelId="{72B32A50-7675-45A2-AC74-0901812D212D}" type="pres">
      <dgm:prSet presAssocID="{3295800C-998D-4CD1-9933-5979725F145C}" presName="node" presStyleLbl="node1" presStyleIdx="0" presStyleCnt="11">
        <dgm:presLayoutVars>
          <dgm:bulletEnabled val="1"/>
        </dgm:presLayoutVars>
      </dgm:prSet>
      <dgm:spPr/>
    </dgm:pt>
    <dgm:pt modelId="{351F7053-ECB4-4F38-B5E4-663B75B7E7DB}" type="pres">
      <dgm:prSet presAssocID="{6BC97999-4F51-46C6-A88F-7F96721BF756}" presName="sibTrans" presStyleCnt="0"/>
      <dgm:spPr/>
    </dgm:pt>
    <dgm:pt modelId="{3314FFAA-9913-465B-BB6E-CA06A3624F3F}" type="pres">
      <dgm:prSet presAssocID="{C6E7092F-B01C-4F92-B5C6-B99E44028D92}" presName="node" presStyleLbl="node1" presStyleIdx="1" presStyleCnt="11">
        <dgm:presLayoutVars>
          <dgm:bulletEnabled val="1"/>
        </dgm:presLayoutVars>
      </dgm:prSet>
      <dgm:spPr/>
    </dgm:pt>
    <dgm:pt modelId="{BA84A491-6BF8-4CF9-A989-D53815C481B8}" type="pres">
      <dgm:prSet presAssocID="{BDEF46C2-8723-4252-90C6-7825D8981826}" presName="sibTrans" presStyleCnt="0"/>
      <dgm:spPr/>
    </dgm:pt>
    <dgm:pt modelId="{D0746428-E365-4E32-9E9F-30668ABC7F97}" type="pres">
      <dgm:prSet presAssocID="{DDCDA397-52B6-41CF-A980-DB5A6007F729}" presName="node" presStyleLbl="node1" presStyleIdx="2" presStyleCnt="11">
        <dgm:presLayoutVars>
          <dgm:bulletEnabled val="1"/>
        </dgm:presLayoutVars>
      </dgm:prSet>
      <dgm:spPr/>
    </dgm:pt>
    <dgm:pt modelId="{113B2F8F-3AB9-42F4-837A-B23A44B71CC8}" type="pres">
      <dgm:prSet presAssocID="{11B0DE4C-0AB2-453A-9784-1666C7965F38}" presName="sibTrans" presStyleCnt="0"/>
      <dgm:spPr/>
    </dgm:pt>
    <dgm:pt modelId="{AA437395-0BBC-475E-8FD0-23E81EFF99A5}" type="pres">
      <dgm:prSet presAssocID="{9F65B1C1-EE02-4BD7-B015-3BEDAD18CC67}" presName="node" presStyleLbl="node1" presStyleIdx="3" presStyleCnt="11">
        <dgm:presLayoutVars>
          <dgm:bulletEnabled val="1"/>
        </dgm:presLayoutVars>
      </dgm:prSet>
      <dgm:spPr/>
    </dgm:pt>
    <dgm:pt modelId="{CB966078-6521-4C27-9CA7-FCEF5AAB0574}" type="pres">
      <dgm:prSet presAssocID="{F197EDA9-CC06-47A8-9555-68CEB1963812}" presName="sibTrans" presStyleCnt="0"/>
      <dgm:spPr/>
    </dgm:pt>
    <dgm:pt modelId="{4783AEE2-1B2F-423D-BE4B-D77335CDCA33}" type="pres">
      <dgm:prSet presAssocID="{9CAC9EF9-094F-4220-9FCF-392C67CC1BFA}" presName="node" presStyleLbl="node1" presStyleIdx="4" presStyleCnt="11">
        <dgm:presLayoutVars>
          <dgm:bulletEnabled val="1"/>
        </dgm:presLayoutVars>
      </dgm:prSet>
      <dgm:spPr/>
    </dgm:pt>
    <dgm:pt modelId="{E1668900-40B1-4EA8-A5D3-D49DC7F87ACB}" type="pres">
      <dgm:prSet presAssocID="{7A88BE8C-41DF-4D21-801E-36C3A5CF2622}" presName="sibTrans" presStyleCnt="0"/>
      <dgm:spPr/>
    </dgm:pt>
    <dgm:pt modelId="{1E0DAD49-111D-4A71-9257-787296E92E8D}" type="pres">
      <dgm:prSet presAssocID="{38151273-F378-4CE6-AB19-08F88A675572}" presName="node" presStyleLbl="node1" presStyleIdx="5" presStyleCnt="11">
        <dgm:presLayoutVars>
          <dgm:bulletEnabled val="1"/>
        </dgm:presLayoutVars>
      </dgm:prSet>
      <dgm:spPr/>
    </dgm:pt>
    <dgm:pt modelId="{7E3F8F2D-10E5-4D15-827B-7A17B61E0105}" type="pres">
      <dgm:prSet presAssocID="{85196E07-2515-4A8D-B23E-97F63DECCCD8}" presName="sibTrans" presStyleCnt="0"/>
      <dgm:spPr/>
    </dgm:pt>
    <dgm:pt modelId="{EC7659B3-E067-4215-9305-E7A88264EF50}" type="pres">
      <dgm:prSet presAssocID="{C0BA68C1-3800-4211-A74C-AFF668E31B0B}" presName="node" presStyleLbl="node1" presStyleIdx="6" presStyleCnt="11">
        <dgm:presLayoutVars>
          <dgm:bulletEnabled val="1"/>
        </dgm:presLayoutVars>
      </dgm:prSet>
      <dgm:spPr/>
    </dgm:pt>
    <dgm:pt modelId="{A4A266D0-1170-408D-B8C4-D7C2185424CD}" type="pres">
      <dgm:prSet presAssocID="{E58931EB-1E3C-463E-A9EA-712A4CB3DF0D}" presName="sibTrans" presStyleCnt="0"/>
      <dgm:spPr/>
    </dgm:pt>
    <dgm:pt modelId="{BD4EBAE5-D593-46E2-B4BC-C3F13B59B0AF}" type="pres">
      <dgm:prSet presAssocID="{40FA4B2A-9169-4F7C-AA0B-AB700FDE2D73}" presName="node" presStyleLbl="node1" presStyleIdx="7" presStyleCnt="11">
        <dgm:presLayoutVars>
          <dgm:bulletEnabled val="1"/>
        </dgm:presLayoutVars>
      </dgm:prSet>
      <dgm:spPr/>
    </dgm:pt>
    <dgm:pt modelId="{D510457C-D7D0-44A3-9725-11762D5CC479}" type="pres">
      <dgm:prSet presAssocID="{47449EA4-5F75-490A-B9C3-54CE55314ED7}" presName="sibTrans" presStyleCnt="0"/>
      <dgm:spPr/>
    </dgm:pt>
    <dgm:pt modelId="{9D3866F5-1406-46FD-807F-68B8A5F1BE06}" type="pres">
      <dgm:prSet presAssocID="{318D77F0-6A9A-4719-BEB7-F6C3ED36945B}" presName="node" presStyleLbl="node1" presStyleIdx="8" presStyleCnt="11">
        <dgm:presLayoutVars>
          <dgm:bulletEnabled val="1"/>
        </dgm:presLayoutVars>
      </dgm:prSet>
      <dgm:spPr/>
    </dgm:pt>
    <dgm:pt modelId="{BA548649-5BE5-4A37-8AA2-B626EBA4790B}" type="pres">
      <dgm:prSet presAssocID="{81EB98F4-C2B9-4FF2-82B2-93EB648C46F4}" presName="sibTrans" presStyleCnt="0"/>
      <dgm:spPr/>
    </dgm:pt>
    <dgm:pt modelId="{C20ED665-CA83-43EA-B37F-62D53CA55379}" type="pres">
      <dgm:prSet presAssocID="{559D7C69-4B52-4FD0-A78B-8E9E218AB186}" presName="node" presStyleLbl="node1" presStyleIdx="9" presStyleCnt="11">
        <dgm:presLayoutVars>
          <dgm:bulletEnabled val="1"/>
        </dgm:presLayoutVars>
      </dgm:prSet>
      <dgm:spPr/>
    </dgm:pt>
    <dgm:pt modelId="{F2C74BFB-C227-4CF3-87DE-7454717FAC38}" type="pres">
      <dgm:prSet presAssocID="{D0048355-6AF6-4160-911E-2DB506E79013}" presName="sibTrans" presStyleCnt="0"/>
      <dgm:spPr/>
    </dgm:pt>
    <dgm:pt modelId="{244379B3-0CB2-47DE-9A40-D8E2CB18DE78}" type="pres">
      <dgm:prSet presAssocID="{4306CC6C-0A70-4BC3-99F4-4D33A1FA09B6}" presName="node" presStyleLbl="node1" presStyleIdx="10" presStyleCnt="11">
        <dgm:presLayoutVars>
          <dgm:bulletEnabled val="1"/>
        </dgm:presLayoutVars>
      </dgm:prSet>
      <dgm:spPr/>
    </dgm:pt>
  </dgm:ptLst>
  <dgm:cxnLst>
    <dgm:cxn modelId="{A2E0D90F-D3D8-4AD8-AA5F-766C39A55894}" type="presOf" srcId="{559D7C69-4B52-4FD0-A78B-8E9E218AB186}" destId="{C20ED665-CA83-43EA-B37F-62D53CA55379}" srcOrd="0" destOrd="0" presId="urn:microsoft.com/office/officeart/2005/8/layout/default"/>
    <dgm:cxn modelId="{0080B810-FC90-4D15-97AF-CDB618E6E17E}" type="presOf" srcId="{38151273-F378-4CE6-AB19-08F88A675572}" destId="{1E0DAD49-111D-4A71-9257-787296E92E8D}" srcOrd="0" destOrd="0" presId="urn:microsoft.com/office/officeart/2005/8/layout/default"/>
    <dgm:cxn modelId="{5E07A136-8AE4-4393-8007-D20CCBF15A2C}" srcId="{0E965A78-4A8F-4143-A927-DA0689AE8212}" destId="{318D77F0-6A9A-4719-BEB7-F6C3ED36945B}" srcOrd="8" destOrd="0" parTransId="{1DE24273-5201-4926-8B44-BD1D465B7633}" sibTransId="{81EB98F4-C2B9-4FF2-82B2-93EB648C46F4}"/>
    <dgm:cxn modelId="{56D9C537-6CB7-414F-8B34-8ED426FA8F4F}" type="presOf" srcId="{0E965A78-4A8F-4143-A927-DA0689AE8212}" destId="{89ED9B8C-8326-450A-8749-B2BEEED3FC95}" srcOrd="0" destOrd="0" presId="urn:microsoft.com/office/officeart/2005/8/layout/default"/>
    <dgm:cxn modelId="{83B5A848-8194-400A-A83E-BE0F118F1B27}" type="presOf" srcId="{3295800C-998D-4CD1-9933-5979725F145C}" destId="{72B32A50-7675-45A2-AC74-0901812D212D}" srcOrd="0" destOrd="0" presId="urn:microsoft.com/office/officeart/2005/8/layout/default"/>
    <dgm:cxn modelId="{48DB0975-18B5-4C81-935B-F09A3D1171BD}" type="presOf" srcId="{C0BA68C1-3800-4211-A74C-AFF668E31B0B}" destId="{EC7659B3-E067-4215-9305-E7A88264EF50}" srcOrd="0" destOrd="0" presId="urn:microsoft.com/office/officeart/2005/8/layout/default"/>
    <dgm:cxn modelId="{6DA6298C-01A4-4D35-B071-7FA9D999FE22}" type="presOf" srcId="{4306CC6C-0A70-4BC3-99F4-4D33A1FA09B6}" destId="{244379B3-0CB2-47DE-9A40-D8E2CB18DE78}" srcOrd="0" destOrd="0" presId="urn:microsoft.com/office/officeart/2005/8/layout/default"/>
    <dgm:cxn modelId="{85A09392-DD23-4060-8632-80A9A54ADE53}" srcId="{0E965A78-4A8F-4143-A927-DA0689AE8212}" destId="{38151273-F378-4CE6-AB19-08F88A675572}" srcOrd="5" destOrd="0" parTransId="{3492EF94-8F17-4B00-9858-F103AB469024}" sibTransId="{85196E07-2515-4A8D-B23E-97F63DECCCD8}"/>
    <dgm:cxn modelId="{2CC3C59A-D77B-4DFC-AD20-1710865F93D3}" srcId="{0E965A78-4A8F-4143-A927-DA0689AE8212}" destId="{40FA4B2A-9169-4F7C-AA0B-AB700FDE2D73}" srcOrd="7" destOrd="0" parTransId="{77B5AE9E-11E7-47EC-B4DE-48C0A67B0A61}" sibTransId="{47449EA4-5F75-490A-B9C3-54CE55314ED7}"/>
    <dgm:cxn modelId="{DC0B7E9F-AD60-4DF8-841E-6FDDAEF58B69}" srcId="{0E965A78-4A8F-4143-A927-DA0689AE8212}" destId="{C6E7092F-B01C-4F92-B5C6-B99E44028D92}" srcOrd="1" destOrd="0" parTransId="{08DA3FF5-1B47-4F35-A6C1-2EC66FED1C87}" sibTransId="{BDEF46C2-8723-4252-90C6-7825D8981826}"/>
    <dgm:cxn modelId="{E7FBD1A5-D021-4ED8-BA8E-BF24AEEB2828}" srcId="{0E965A78-4A8F-4143-A927-DA0689AE8212}" destId="{3295800C-998D-4CD1-9933-5979725F145C}" srcOrd="0" destOrd="0" parTransId="{0C21933E-4ABF-4F26-ABAE-456774C8AD31}" sibTransId="{6BC97999-4F51-46C6-A88F-7F96721BF756}"/>
    <dgm:cxn modelId="{F023EEA7-A9EA-402A-9DB6-1838DDAFE311}" srcId="{0E965A78-4A8F-4143-A927-DA0689AE8212}" destId="{9CAC9EF9-094F-4220-9FCF-392C67CC1BFA}" srcOrd="4" destOrd="0" parTransId="{04981C79-84F1-41A0-A442-0288490471A0}" sibTransId="{7A88BE8C-41DF-4D21-801E-36C3A5CF2622}"/>
    <dgm:cxn modelId="{AF0EEBB2-AC04-4BCA-B963-B51EDD8C4D2D}" type="presOf" srcId="{C6E7092F-B01C-4F92-B5C6-B99E44028D92}" destId="{3314FFAA-9913-465B-BB6E-CA06A3624F3F}" srcOrd="0" destOrd="0" presId="urn:microsoft.com/office/officeart/2005/8/layout/default"/>
    <dgm:cxn modelId="{D87C69B5-8E50-4D06-ABBE-7BE42DB444D9}" type="presOf" srcId="{40FA4B2A-9169-4F7C-AA0B-AB700FDE2D73}" destId="{BD4EBAE5-D593-46E2-B4BC-C3F13B59B0AF}" srcOrd="0" destOrd="0" presId="urn:microsoft.com/office/officeart/2005/8/layout/default"/>
    <dgm:cxn modelId="{52AA0DBE-C3C0-49B0-9DFE-70DD2DF55D6A}" type="presOf" srcId="{9CAC9EF9-094F-4220-9FCF-392C67CC1BFA}" destId="{4783AEE2-1B2F-423D-BE4B-D77335CDCA33}" srcOrd="0" destOrd="0" presId="urn:microsoft.com/office/officeart/2005/8/layout/default"/>
    <dgm:cxn modelId="{C3A5C7BF-14C1-4F49-B3A9-CC258A5B18EF}" type="presOf" srcId="{DDCDA397-52B6-41CF-A980-DB5A6007F729}" destId="{D0746428-E365-4E32-9E9F-30668ABC7F97}" srcOrd="0" destOrd="0" presId="urn:microsoft.com/office/officeart/2005/8/layout/default"/>
    <dgm:cxn modelId="{30D5B3C3-E96B-4768-B8B7-CD3673413972}" srcId="{0E965A78-4A8F-4143-A927-DA0689AE8212}" destId="{C0BA68C1-3800-4211-A74C-AFF668E31B0B}" srcOrd="6" destOrd="0" parTransId="{383DAB47-F688-433A-8E91-E3E4C99D8E26}" sibTransId="{E58931EB-1E3C-463E-A9EA-712A4CB3DF0D}"/>
    <dgm:cxn modelId="{7BBF3AC4-8B2B-4E20-BCFF-BBCEF55FE106}" srcId="{0E965A78-4A8F-4143-A927-DA0689AE8212}" destId="{559D7C69-4B52-4FD0-A78B-8E9E218AB186}" srcOrd="9" destOrd="0" parTransId="{7D90C155-E266-469C-887C-B113F7B68D4C}" sibTransId="{D0048355-6AF6-4160-911E-2DB506E79013}"/>
    <dgm:cxn modelId="{4EA59CD8-F1AD-40D1-BE66-FC0DA7436775}" srcId="{0E965A78-4A8F-4143-A927-DA0689AE8212}" destId="{4306CC6C-0A70-4BC3-99F4-4D33A1FA09B6}" srcOrd="10" destOrd="0" parTransId="{B9E50895-B987-4E17-A520-F7412F540F82}" sibTransId="{68091BB7-BD6B-4FDE-860D-4CAE86F92217}"/>
    <dgm:cxn modelId="{02AC70E1-179F-4666-AD8C-CC7044E52983}" type="presOf" srcId="{9F65B1C1-EE02-4BD7-B015-3BEDAD18CC67}" destId="{AA437395-0BBC-475E-8FD0-23E81EFF99A5}" srcOrd="0" destOrd="0" presId="urn:microsoft.com/office/officeart/2005/8/layout/default"/>
    <dgm:cxn modelId="{CE3031EA-5033-4221-9C4A-37993F2C5EF7}" type="presOf" srcId="{318D77F0-6A9A-4719-BEB7-F6C3ED36945B}" destId="{9D3866F5-1406-46FD-807F-68B8A5F1BE06}" srcOrd="0" destOrd="0" presId="urn:microsoft.com/office/officeart/2005/8/layout/default"/>
    <dgm:cxn modelId="{CF2EBFF1-12E0-4689-8A85-F0F0DC1F2CF8}" srcId="{0E965A78-4A8F-4143-A927-DA0689AE8212}" destId="{DDCDA397-52B6-41CF-A980-DB5A6007F729}" srcOrd="2" destOrd="0" parTransId="{F1FCFC05-59BD-47CC-9030-D8B1D946E012}" sibTransId="{11B0DE4C-0AB2-453A-9784-1666C7965F38}"/>
    <dgm:cxn modelId="{E657B8FA-CADE-4952-87B2-D2F7B01FC59D}" srcId="{0E965A78-4A8F-4143-A927-DA0689AE8212}" destId="{9F65B1C1-EE02-4BD7-B015-3BEDAD18CC67}" srcOrd="3" destOrd="0" parTransId="{9DDEBB11-93AC-4B16-B11F-52C993B52D45}" sibTransId="{F197EDA9-CC06-47A8-9555-68CEB1963812}"/>
    <dgm:cxn modelId="{B2504188-A797-4700-84FE-CA4734DBF702}" type="presParOf" srcId="{89ED9B8C-8326-450A-8749-B2BEEED3FC95}" destId="{72B32A50-7675-45A2-AC74-0901812D212D}" srcOrd="0" destOrd="0" presId="urn:microsoft.com/office/officeart/2005/8/layout/default"/>
    <dgm:cxn modelId="{61F935D9-17D8-45E8-BF7C-B0432F9DE5CD}" type="presParOf" srcId="{89ED9B8C-8326-450A-8749-B2BEEED3FC95}" destId="{351F7053-ECB4-4F38-B5E4-663B75B7E7DB}" srcOrd="1" destOrd="0" presId="urn:microsoft.com/office/officeart/2005/8/layout/default"/>
    <dgm:cxn modelId="{1DF83DB1-0E26-4667-B9E0-94A49A92838E}" type="presParOf" srcId="{89ED9B8C-8326-450A-8749-B2BEEED3FC95}" destId="{3314FFAA-9913-465B-BB6E-CA06A3624F3F}" srcOrd="2" destOrd="0" presId="urn:microsoft.com/office/officeart/2005/8/layout/default"/>
    <dgm:cxn modelId="{BFF7AA96-8694-4143-AC2D-0BD95A5F9811}" type="presParOf" srcId="{89ED9B8C-8326-450A-8749-B2BEEED3FC95}" destId="{BA84A491-6BF8-4CF9-A989-D53815C481B8}" srcOrd="3" destOrd="0" presId="urn:microsoft.com/office/officeart/2005/8/layout/default"/>
    <dgm:cxn modelId="{1F47E63C-42FB-408C-808F-2F76BE094E23}" type="presParOf" srcId="{89ED9B8C-8326-450A-8749-B2BEEED3FC95}" destId="{D0746428-E365-4E32-9E9F-30668ABC7F97}" srcOrd="4" destOrd="0" presId="urn:microsoft.com/office/officeart/2005/8/layout/default"/>
    <dgm:cxn modelId="{791DCB3C-13B3-4E02-9DD3-FF56AE3A472D}" type="presParOf" srcId="{89ED9B8C-8326-450A-8749-B2BEEED3FC95}" destId="{113B2F8F-3AB9-42F4-837A-B23A44B71CC8}" srcOrd="5" destOrd="0" presId="urn:microsoft.com/office/officeart/2005/8/layout/default"/>
    <dgm:cxn modelId="{24A04A4A-5BC3-4351-8057-601D4FE6ED74}" type="presParOf" srcId="{89ED9B8C-8326-450A-8749-B2BEEED3FC95}" destId="{AA437395-0BBC-475E-8FD0-23E81EFF99A5}" srcOrd="6" destOrd="0" presId="urn:microsoft.com/office/officeart/2005/8/layout/default"/>
    <dgm:cxn modelId="{A7C0AA20-5631-4726-9CF5-8A04DBE1742B}" type="presParOf" srcId="{89ED9B8C-8326-450A-8749-B2BEEED3FC95}" destId="{CB966078-6521-4C27-9CA7-FCEF5AAB0574}" srcOrd="7" destOrd="0" presId="urn:microsoft.com/office/officeart/2005/8/layout/default"/>
    <dgm:cxn modelId="{36668F7B-0C64-4221-91B2-B1843029B61E}" type="presParOf" srcId="{89ED9B8C-8326-450A-8749-B2BEEED3FC95}" destId="{4783AEE2-1B2F-423D-BE4B-D77335CDCA33}" srcOrd="8" destOrd="0" presId="urn:microsoft.com/office/officeart/2005/8/layout/default"/>
    <dgm:cxn modelId="{13A95F15-E3E8-4D45-B1E8-DB4F99E3D954}" type="presParOf" srcId="{89ED9B8C-8326-450A-8749-B2BEEED3FC95}" destId="{E1668900-40B1-4EA8-A5D3-D49DC7F87ACB}" srcOrd="9" destOrd="0" presId="urn:microsoft.com/office/officeart/2005/8/layout/default"/>
    <dgm:cxn modelId="{BAAE8F47-96BE-41BB-BB59-57589C767F48}" type="presParOf" srcId="{89ED9B8C-8326-450A-8749-B2BEEED3FC95}" destId="{1E0DAD49-111D-4A71-9257-787296E92E8D}" srcOrd="10" destOrd="0" presId="urn:microsoft.com/office/officeart/2005/8/layout/default"/>
    <dgm:cxn modelId="{6600E0FB-620D-4B66-A921-9E256E8D451D}" type="presParOf" srcId="{89ED9B8C-8326-450A-8749-B2BEEED3FC95}" destId="{7E3F8F2D-10E5-4D15-827B-7A17B61E0105}" srcOrd="11" destOrd="0" presId="urn:microsoft.com/office/officeart/2005/8/layout/default"/>
    <dgm:cxn modelId="{1C60D947-CBA4-49AF-85E3-1A6D4A768C8F}" type="presParOf" srcId="{89ED9B8C-8326-450A-8749-B2BEEED3FC95}" destId="{EC7659B3-E067-4215-9305-E7A88264EF50}" srcOrd="12" destOrd="0" presId="urn:microsoft.com/office/officeart/2005/8/layout/default"/>
    <dgm:cxn modelId="{6170B365-AE0B-494A-8D9A-AB4D751882DB}" type="presParOf" srcId="{89ED9B8C-8326-450A-8749-B2BEEED3FC95}" destId="{A4A266D0-1170-408D-B8C4-D7C2185424CD}" srcOrd="13" destOrd="0" presId="urn:microsoft.com/office/officeart/2005/8/layout/default"/>
    <dgm:cxn modelId="{24C35F7A-352B-4DDC-A437-C24E1F2814FA}" type="presParOf" srcId="{89ED9B8C-8326-450A-8749-B2BEEED3FC95}" destId="{BD4EBAE5-D593-46E2-B4BC-C3F13B59B0AF}" srcOrd="14" destOrd="0" presId="urn:microsoft.com/office/officeart/2005/8/layout/default"/>
    <dgm:cxn modelId="{0B92835E-9EDD-4114-B4D5-C401D2F7C95D}" type="presParOf" srcId="{89ED9B8C-8326-450A-8749-B2BEEED3FC95}" destId="{D510457C-D7D0-44A3-9725-11762D5CC479}" srcOrd="15" destOrd="0" presId="urn:microsoft.com/office/officeart/2005/8/layout/default"/>
    <dgm:cxn modelId="{1B5EF24B-6D37-4BEB-A1B2-CAD34E9CDE1C}" type="presParOf" srcId="{89ED9B8C-8326-450A-8749-B2BEEED3FC95}" destId="{9D3866F5-1406-46FD-807F-68B8A5F1BE06}" srcOrd="16" destOrd="0" presId="urn:microsoft.com/office/officeart/2005/8/layout/default"/>
    <dgm:cxn modelId="{5FA705DE-200B-4918-8712-5D39B5DCCC90}" type="presParOf" srcId="{89ED9B8C-8326-450A-8749-B2BEEED3FC95}" destId="{BA548649-5BE5-4A37-8AA2-B626EBA4790B}" srcOrd="17" destOrd="0" presId="urn:microsoft.com/office/officeart/2005/8/layout/default"/>
    <dgm:cxn modelId="{A8C7725C-49FB-4E94-B436-ABB42BC54A0F}" type="presParOf" srcId="{89ED9B8C-8326-450A-8749-B2BEEED3FC95}" destId="{C20ED665-CA83-43EA-B37F-62D53CA55379}" srcOrd="18" destOrd="0" presId="urn:microsoft.com/office/officeart/2005/8/layout/default"/>
    <dgm:cxn modelId="{317979CC-D71B-46A3-A199-47C4628F5C89}" type="presParOf" srcId="{89ED9B8C-8326-450A-8749-B2BEEED3FC95}" destId="{F2C74BFB-C227-4CF3-87DE-7454717FAC38}" srcOrd="19" destOrd="0" presId="urn:microsoft.com/office/officeart/2005/8/layout/default"/>
    <dgm:cxn modelId="{9DDC3C33-9811-4CB7-9C70-D0950ACE59EA}" type="presParOf" srcId="{89ED9B8C-8326-450A-8749-B2BEEED3FC95}" destId="{244379B3-0CB2-47DE-9A40-D8E2CB18DE78}"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419F4A-7E39-42CB-9E28-427F3227A8E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CD71C87-407A-43A2-9B58-12BE61456325}">
      <dgm:prSet/>
      <dgm:spPr/>
      <dgm:t>
        <a:bodyPr/>
        <a:lstStyle/>
        <a:p>
          <a:r>
            <a:rPr lang="en-US"/>
            <a:t>In this semester project our organization </a:t>
          </a:r>
          <a:r>
            <a:rPr lang="en-US" b="1"/>
            <a:t>RISETECH COMPUTER ENGINERRING DEPARTMENT NUST EME COLLEGE.</a:t>
          </a:r>
          <a:endParaRPr lang="en-US"/>
        </a:p>
      </dgm:t>
    </dgm:pt>
    <dgm:pt modelId="{682A53A6-7E03-49B3-8370-5772239C6B05}" type="parTrans" cxnId="{2EED7A9E-B8F1-4911-8E97-0E0C77E61B0F}">
      <dgm:prSet/>
      <dgm:spPr/>
      <dgm:t>
        <a:bodyPr/>
        <a:lstStyle/>
        <a:p>
          <a:endParaRPr lang="en-US"/>
        </a:p>
      </dgm:t>
    </dgm:pt>
    <dgm:pt modelId="{17036AB0-17EC-475E-9EEE-151C7DAFCCEB}" type="sibTrans" cxnId="{2EED7A9E-B8F1-4911-8E97-0E0C77E61B0F}">
      <dgm:prSet/>
      <dgm:spPr/>
      <dgm:t>
        <a:bodyPr/>
        <a:lstStyle/>
        <a:p>
          <a:endParaRPr lang="en-US"/>
        </a:p>
      </dgm:t>
    </dgm:pt>
    <dgm:pt modelId="{56108D00-AB4C-49F8-B07C-697BB52B1475}">
      <dgm:prSet/>
      <dgm:spPr/>
      <dgm:t>
        <a:bodyPr/>
        <a:lstStyle/>
        <a:p>
          <a:r>
            <a:rPr lang="en-US"/>
            <a:t>Under the dispensation of the HSE development program of the college of electrical and mechanical engineering-national university of sciences and technology, this group audit for RISETECH is cross-sectional and aimed at auditing the health, safety, and environmental practices within the organization.</a:t>
          </a:r>
        </a:p>
      </dgm:t>
    </dgm:pt>
    <dgm:pt modelId="{EE0ED016-156B-486B-9845-694A300722D7}" type="parTrans" cxnId="{537D11FF-E45F-43F9-BE16-0B4D325AC251}">
      <dgm:prSet/>
      <dgm:spPr/>
      <dgm:t>
        <a:bodyPr/>
        <a:lstStyle/>
        <a:p>
          <a:endParaRPr lang="en-US"/>
        </a:p>
      </dgm:t>
    </dgm:pt>
    <dgm:pt modelId="{97238E9C-BF48-41E7-B4AB-ACE488BB3120}" type="sibTrans" cxnId="{537D11FF-E45F-43F9-BE16-0B4D325AC251}">
      <dgm:prSet/>
      <dgm:spPr/>
      <dgm:t>
        <a:bodyPr/>
        <a:lstStyle/>
        <a:p>
          <a:endParaRPr lang="en-US"/>
        </a:p>
      </dgm:t>
    </dgm:pt>
    <dgm:pt modelId="{3A64D2A1-6A4D-4025-AC52-07EA2BCDA24E}">
      <dgm:prSet/>
      <dgm:spPr/>
      <dgm:t>
        <a:bodyPr/>
        <a:lstStyle/>
        <a:p>
          <a:r>
            <a:rPr lang="en-US"/>
            <a:t>Compliance to international best practice by way of the iso 45001:2018 occupational health and safety management systems (OHSMS) and iso 14001:2015 environmental management systems (EMS) standards is strictly followed during the audit, which also touches compliance with other key area audits that will include identifying hazards in the workplace, assessing risks, and legal and regulatory compliance, along with a review of existing safety and environmental controls.</a:t>
          </a:r>
        </a:p>
      </dgm:t>
    </dgm:pt>
    <dgm:pt modelId="{27FBACF0-DCB5-469A-AE2A-CE9C5AB7065C}" type="parTrans" cxnId="{72B2F9BF-D661-40D3-96A5-AB9AA6A9C46B}">
      <dgm:prSet/>
      <dgm:spPr/>
      <dgm:t>
        <a:bodyPr/>
        <a:lstStyle/>
        <a:p>
          <a:endParaRPr lang="en-US"/>
        </a:p>
      </dgm:t>
    </dgm:pt>
    <dgm:pt modelId="{8D5A9508-DAFC-4E7B-A53B-E0D08F1C1A84}" type="sibTrans" cxnId="{72B2F9BF-D661-40D3-96A5-AB9AA6A9C46B}">
      <dgm:prSet/>
      <dgm:spPr/>
      <dgm:t>
        <a:bodyPr/>
        <a:lstStyle/>
        <a:p>
          <a:endParaRPr lang="en-US"/>
        </a:p>
      </dgm:t>
    </dgm:pt>
    <dgm:pt modelId="{E164720B-555C-4062-804B-917E87485599}" type="pres">
      <dgm:prSet presAssocID="{03419F4A-7E39-42CB-9E28-427F3227A8E1}" presName="root" presStyleCnt="0">
        <dgm:presLayoutVars>
          <dgm:dir/>
          <dgm:resizeHandles val="exact"/>
        </dgm:presLayoutVars>
      </dgm:prSet>
      <dgm:spPr/>
    </dgm:pt>
    <dgm:pt modelId="{815AD083-9D85-424C-B7A8-5AC4FE47DAC9}" type="pres">
      <dgm:prSet presAssocID="{7CD71C87-407A-43A2-9B58-12BE61456325}" presName="compNode" presStyleCnt="0"/>
      <dgm:spPr/>
    </dgm:pt>
    <dgm:pt modelId="{D197F355-ED47-4058-A1B0-C6572963BBBA}" type="pres">
      <dgm:prSet presAssocID="{7CD71C87-407A-43A2-9B58-12BE61456325}" presName="bgRect" presStyleLbl="bgShp" presStyleIdx="0" presStyleCnt="3"/>
      <dgm:spPr/>
    </dgm:pt>
    <dgm:pt modelId="{FD912F51-9D20-4D75-887A-CB5EC7A87383}" type="pres">
      <dgm:prSet presAssocID="{7CD71C87-407A-43A2-9B58-12BE6145632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FFD49700-34B0-47D8-B9AF-7CDB3FE63C86}" type="pres">
      <dgm:prSet presAssocID="{7CD71C87-407A-43A2-9B58-12BE61456325}" presName="spaceRect" presStyleCnt="0"/>
      <dgm:spPr/>
    </dgm:pt>
    <dgm:pt modelId="{4AB62BCF-1A23-4F31-B721-7C8C7189BDD5}" type="pres">
      <dgm:prSet presAssocID="{7CD71C87-407A-43A2-9B58-12BE61456325}" presName="parTx" presStyleLbl="revTx" presStyleIdx="0" presStyleCnt="3">
        <dgm:presLayoutVars>
          <dgm:chMax val="0"/>
          <dgm:chPref val="0"/>
        </dgm:presLayoutVars>
      </dgm:prSet>
      <dgm:spPr/>
    </dgm:pt>
    <dgm:pt modelId="{D4C7FC9A-ECAB-41CE-9528-FD6EBCE7F680}" type="pres">
      <dgm:prSet presAssocID="{17036AB0-17EC-475E-9EEE-151C7DAFCCEB}" presName="sibTrans" presStyleCnt="0"/>
      <dgm:spPr/>
    </dgm:pt>
    <dgm:pt modelId="{C61640EF-06AD-43FB-8F02-6B3CD431B770}" type="pres">
      <dgm:prSet presAssocID="{56108D00-AB4C-49F8-B07C-697BB52B1475}" presName="compNode" presStyleCnt="0"/>
      <dgm:spPr/>
    </dgm:pt>
    <dgm:pt modelId="{62778FCB-143E-4550-8737-DC1867A228DA}" type="pres">
      <dgm:prSet presAssocID="{56108D00-AB4C-49F8-B07C-697BB52B1475}" presName="bgRect" presStyleLbl="bgShp" presStyleIdx="1" presStyleCnt="3"/>
      <dgm:spPr/>
    </dgm:pt>
    <dgm:pt modelId="{01D33A6A-40F6-443E-BC6E-A4077E0F3491}" type="pres">
      <dgm:prSet presAssocID="{56108D00-AB4C-49F8-B07C-697BB52B147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80A35E45-1962-4F7B-876E-6A3CA1E09028}" type="pres">
      <dgm:prSet presAssocID="{56108D00-AB4C-49F8-B07C-697BB52B1475}" presName="spaceRect" presStyleCnt="0"/>
      <dgm:spPr/>
    </dgm:pt>
    <dgm:pt modelId="{61A179CB-A743-42E4-A3FC-485D0D4E2A16}" type="pres">
      <dgm:prSet presAssocID="{56108D00-AB4C-49F8-B07C-697BB52B1475}" presName="parTx" presStyleLbl="revTx" presStyleIdx="1" presStyleCnt="3">
        <dgm:presLayoutVars>
          <dgm:chMax val="0"/>
          <dgm:chPref val="0"/>
        </dgm:presLayoutVars>
      </dgm:prSet>
      <dgm:spPr/>
    </dgm:pt>
    <dgm:pt modelId="{89FD0323-71DB-42CA-9389-01E84DABB9ED}" type="pres">
      <dgm:prSet presAssocID="{97238E9C-BF48-41E7-B4AB-ACE488BB3120}" presName="sibTrans" presStyleCnt="0"/>
      <dgm:spPr/>
    </dgm:pt>
    <dgm:pt modelId="{2AAF4B12-C400-4020-8702-A3FE5EA166AF}" type="pres">
      <dgm:prSet presAssocID="{3A64D2A1-6A4D-4025-AC52-07EA2BCDA24E}" presName="compNode" presStyleCnt="0"/>
      <dgm:spPr/>
    </dgm:pt>
    <dgm:pt modelId="{BF48FC82-CF86-484F-B676-5617694F1656}" type="pres">
      <dgm:prSet presAssocID="{3A64D2A1-6A4D-4025-AC52-07EA2BCDA24E}" presName="bgRect" presStyleLbl="bgShp" presStyleIdx="2" presStyleCnt="3"/>
      <dgm:spPr/>
    </dgm:pt>
    <dgm:pt modelId="{01D1DF2E-2F23-477F-8435-FEA9E083B409}" type="pres">
      <dgm:prSet presAssocID="{3A64D2A1-6A4D-4025-AC52-07EA2BCDA24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6E5797C2-62A9-482C-94FB-8979F33B0844}" type="pres">
      <dgm:prSet presAssocID="{3A64D2A1-6A4D-4025-AC52-07EA2BCDA24E}" presName="spaceRect" presStyleCnt="0"/>
      <dgm:spPr/>
    </dgm:pt>
    <dgm:pt modelId="{F116FD2F-CBD5-44F2-902C-57D374D53F78}" type="pres">
      <dgm:prSet presAssocID="{3A64D2A1-6A4D-4025-AC52-07EA2BCDA24E}" presName="parTx" presStyleLbl="revTx" presStyleIdx="2" presStyleCnt="3">
        <dgm:presLayoutVars>
          <dgm:chMax val="0"/>
          <dgm:chPref val="0"/>
        </dgm:presLayoutVars>
      </dgm:prSet>
      <dgm:spPr/>
    </dgm:pt>
  </dgm:ptLst>
  <dgm:cxnLst>
    <dgm:cxn modelId="{0FF91C06-492D-4B00-8B9C-F1864A45530B}" type="presOf" srcId="{56108D00-AB4C-49F8-B07C-697BB52B1475}" destId="{61A179CB-A743-42E4-A3FC-485D0D4E2A16}" srcOrd="0" destOrd="0" presId="urn:microsoft.com/office/officeart/2018/2/layout/IconVerticalSolidList"/>
    <dgm:cxn modelId="{93097C11-4929-4115-BAB7-9FC160E22A2E}" type="presOf" srcId="{03419F4A-7E39-42CB-9E28-427F3227A8E1}" destId="{E164720B-555C-4062-804B-917E87485599}" srcOrd="0" destOrd="0" presId="urn:microsoft.com/office/officeart/2018/2/layout/IconVerticalSolidList"/>
    <dgm:cxn modelId="{02BED744-21CE-4188-A1B7-5521BC0DF0C1}" type="presOf" srcId="{7CD71C87-407A-43A2-9B58-12BE61456325}" destId="{4AB62BCF-1A23-4F31-B721-7C8C7189BDD5}" srcOrd="0" destOrd="0" presId="urn:microsoft.com/office/officeart/2018/2/layout/IconVerticalSolidList"/>
    <dgm:cxn modelId="{687D527C-4CDF-434B-A192-B9BABE49A645}" type="presOf" srcId="{3A64D2A1-6A4D-4025-AC52-07EA2BCDA24E}" destId="{F116FD2F-CBD5-44F2-902C-57D374D53F78}" srcOrd="0" destOrd="0" presId="urn:microsoft.com/office/officeart/2018/2/layout/IconVerticalSolidList"/>
    <dgm:cxn modelId="{2EED7A9E-B8F1-4911-8E97-0E0C77E61B0F}" srcId="{03419F4A-7E39-42CB-9E28-427F3227A8E1}" destId="{7CD71C87-407A-43A2-9B58-12BE61456325}" srcOrd="0" destOrd="0" parTransId="{682A53A6-7E03-49B3-8370-5772239C6B05}" sibTransId="{17036AB0-17EC-475E-9EEE-151C7DAFCCEB}"/>
    <dgm:cxn modelId="{72B2F9BF-D661-40D3-96A5-AB9AA6A9C46B}" srcId="{03419F4A-7E39-42CB-9E28-427F3227A8E1}" destId="{3A64D2A1-6A4D-4025-AC52-07EA2BCDA24E}" srcOrd="2" destOrd="0" parTransId="{27FBACF0-DCB5-469A-AE2A-CE9C5AB7065C}" sibTransId="{8D5A9508-DAFC-4E7B-A53B-E0D08F1C1A84}"/>
    <dgm:cxn modelId="{537D11FF-E45F-43F9-BE16-0B4D325AC251}" srcId="{03419F4A-7E39-42CB-9E28-427F3227A8E1}" destId="{56108D00-AB4C-49F8-B07C-697BB52B1475}" srcOrd="1" destOrd="0" parTransId="{EE0ED016-156B-486B-9845-694A300722D7}" sibTransId="{97238E9C-BF48-41E7-B4AB-ACE488BB3120}"/>
    <dgm:cxn modelId="{8D10498A-A361-4F6C-85A2-EC6E95EF1043}" type="presParOf" srcId="{E164720B-555C-4062-804B-917E87485599}" destId="{815AD083-9D85-424C-B7A8-5AC4FE47DAC9}" srcOrd="0" destOrd="0" presId="urn:microsoft.com/office/officeart/2018/2/layout/IconVerticalSolidList"/>
    <dgm:cxn modelId="{948D141F-F2DE-4D94-8BE5-F5216533B26D}" type="presParOf" srcId="{815AD083-9D85-424C-B7A8-5AC4FE47DAC9}" destId="{D197F355-ED47-4058-A1B0-C6572963BBBA}" srcOrd="0" destOrd="0" presId="urn:microsoft.com/office/officeart/2018/2/layout/IconVerticalSolidList"/>
    <dgm:cxn modelId="{83FE018E-D2A0-4EA6-978D-022FA947BB20}" type="presParOf" srcId="{815AD083-9D85-424C-B7A8-5AC4FE47DAC9}" destId="{FD912F51-9D20-4D75-887A-CB5EC7A87383}" srcOrd="1" destOrd="0" presId="urn:microsoft.com/office/officeart/2018/2/layout/IconVerticalSolidList"/>
    <dgm:cxn modelId="{ADEE3626-4F3E-4F91-B2F0-0451E6B4D04B}" type="presParOf" srcId="{815AD083-9D85-424C-B7A8-5AC4FE47DAC9}" destId="{FFD49700-34B0-47D8-B9AF-7CDB3FE63C86}" srcOrd="2" destOrd="0" presId="urn:microsoft.com/office/officeart/2018/2/layout/IconVerticalSolidList"/>
    <dgm:cxn modelId="{4EFAE4C4-45F7-473C-8599-161EEBE01199}" type="presParOf" srcId="{815AD083-9D85-424C-B7A8-5AC4FE47DAC9}" destId="{4AB62BCF-1A23-4F31-B721-7C8C7189BDD5}" srcOrd="3" destOrd="0" presId="urn:microsoft.com/office/officeart/2018/2/layout/IconVerticalSolidList"/>
    <dgm:cxn modelId="{41200376-7488-4B1A-A148-BEBC1D394B29}" type="presParOf" srcId="{E164720B-555C-4062-804B-917E87485599}" destId="{D4C7FC9A-ECAB-41CE-9528-FD6EBCE7F680}" srcOrd="1" destOrd="0" presId="urn:microsoft.com/office/officeart/2018/2/layout/IconVerticalSolidList"/>
    <dgm:cxn modelId="{954B1BA5-E702-4A85-9B05-CAACA53B30CD}" type="presParOf" srcId="{E164720B-555C-4062-804B-917E87485599}" destId="{C61640EF-06AD-43FB-8F02-6B3CD431B770}" srcOrd="2" destOrd="0" presId="urn:microsoft.com/office/officeart/2018/2/layout/IconVerticalSolidList"/>
    <dgm:cxn modelId="{A240923E-9E50-4228-890E-BCD16BD4F798}" type="presParOf" srcId="{C61640EF-06AD-43FB-8F02-6B3CD431B770}" destId="{62778FCB-143E-4550-8737-DC1867A228DA}" srcOrd="0" destOrd="0" presId="urn:microsoft.com/office/officeart/2018/2/layout/IconVerticalSolidList"/>
    <dgm:cxn modelId="{7FAE6717-4DDC-496D-86D8-011793347C6F}" type="presParOf" srcId="{C61640EF-06AD-43FB-8F02-6B3CD431B770}" destId="{01D33A6A-40F6-443E-BC6E-A4077E0F3491}" srcOrd="1" destOrd="0" presId="urn:microsoft.com/office/officeart/2018/2/layout/IconVerticalSolidList"/>
    <dgm:cxn modelId="{96A5FCAB-4959-4868-9097-35BD8665FAC3}" type="presParOf" srcId="{C61640EF-06AD-43FB-8F02-6B3CD431B770}" destId="{80A35E45-1962-4F7B-876E-6A3CA1E09028}" srcOrd="2" destOrd="0" presId="urn:microsoft.com/office/officeart/2018/2/layout/IconVerticalSolidList"/>
    <dgm:cxn modelId="{0BD3C511-5E4E-4851-B72D-ED751504542F}" type="presParOf" srcId="{C61640EF-06AD-43FB-8F02-6B3CD431B770}" destId="{61A179CB-A743-42E4-A3FC-485D0D4E2A16}" srcOrd="3" destOrd="0" presId="urn:microsoft.com/office/officeart/2018/2/layout/IconVerticalSolidList"/>
    <dgm:cxn modelId="{08CD973B-9047-421D-8250-AC41C9F92CD4}" type="presParOf" srcId="{E164720B-555C-4062-804B-917E87485599}" destId="{89FD0323-71DB-42CA-9389-01E84DABB9ED}" srcOrd="3" destOrd="0" presId="urn:microsoft.com/office/officeart/2018/2/layout/IconVerticalSolidList"/>
    <dgm:cxn modelId="{F6DCEC3E-EAE0-410B-9098-72613C621BF9}" type="presParOf" srcId="{E164720B-555C-4062-804B-917E87485599}" destId="{2AAF4B12-C400-4020-8702-A3FE5EA166AF}" srcOrd="4" destOrd="0" presId="urn:microsoft.com/office/officeart/2018/2/layout/IconVerticalSolidList"/>
    <dgm:cxn modelId="{401EC95C-8B8F-4AB7-9BE9-869423B21B4B}" type="presParOf" srcId="{2AAF4B12-C400-4020-8702-A3FE5EA166AF}" destId="{BF48FC82-CF86-484F-B676-5617694F1656}" srcOrd="0" destOrd="0" presId="urn:microsoft.com/office/officeart/2018/2/layout/IconVerticalSolidList"/>
    <dgm:cxn modelId="{E53D9060-A957-4DE3-AE11-8325D770AD37}" type="presParOf" srcId="{2AAF4B12-C400-4020-8702-A3FE5EA166AF}" destId="{01D1DF2E-2F23-477F-8435-FEA9E083B409}" srcOrd="1" destOrd="0" presId="urn:microsoft.com/office/officeart/2018/2/layout/IconVerticalSolidList"/>
    <dgm:cxn modelId="{15DF32BB-2E17-4323-9C6B-70C81B5844C8}" type="presParOf" srcId="{2AAF4B12-C400-4020-8702-A3FE5EA166AF}" destId="{6E5797C2-62A9-482C-94FB-8979F33B0844}" srcOrd="2" destOrd="0" presId="urn:microsoft.com/office/officeart/2018/2/layout/IconVerticalSolidList"/>
    <dgm:cxn modelId="{5830DA79-4F0D-4D20-99DA-54B186D7108D}" type="presParOf" srcId="{2AAF4B12-C400-4020-8702-A3FE5EA166AF}" destId="{F116FD2F-CBD5-44F2-902C-57D374D53F7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A8002C-D90A-4451-A183-B2F8EC4BCF3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9C47E8B-04B6-463F-BBC8-58F1085C1563}">
      <dgm:prSet/>
      <dgm:spPr/>
      <dgm:t>
        <a:bodyPr/>
        <a:lstStyle/>
        <a:p>
          <a:r>
            <a:rPr lang="en-US"/>
            <a:t>RISETECH, a research unit within the computer engineering department at NUST college of EME, concentrates on academic research, prototyping embedded systems, developing iot solutions, and integrating hardware and software. </a:t>
          </a:r>
        </a:p>
      </dgm:t>
    </dgm:pt>
    <dgm:pt modelId="{8230A837-538B-404C-8954-086377BDFE1A}" type="parTrans" cxnId="{16CA5680-6DAE-40A6-B1E5-C429827977DF}">
      <dgm:prSet/>
      <dgm:spPr/>
      <dgm:t>
        <a:bodyPr/>
        <a:lstStyle/>
        <a:p>
          <a:endParaRPr lang="en-US"/>
        </a:p>
      </dgm:t>
    </dgm:pt>
    <dgm:pt modelId="{39DDB67D-2858-4A1E-927A-2D4B02A3B0F5}" type="sibTrans" cxnId="{16CA5680-6DAE-40A6-B1E5-C429827977DF}">
      <dgm:prSet/>
      <dgm:spPr/>
      <dgm:t>
        <a:bodyPr/>
        <a:lstStyle/>
        <a:p>
          <a:endParaRPr lang="en-US"/>
        </a:p>
      </dgm:t>
    </dgm:pt>
    <dgm:pt modelId="{FD32B99D-C7C6-419B-979E-A4F9E0644199}">
      <dgm:prSet/>
      <dgm:spPr/>
      <dgm:t>
        <a:bodyPr/>
        <a:lstStyle/>
        <a:p>
          <a:r>
            <a:rPr lang="en-US" b="1"/>
            <a:t>PURPOSE OF THE AUDIT</a:t>
          </a:r>
          <a:endParaRPr lang="en-US"/>
        </a:p>
      </dgm:t>
    </dgm:pt>
    <dgm:pt modelId="{A9431D00-327A-4340-AD84-951A31C03A6D}" type="parTrans" cxnId="{35FA5175-97DB-45D9-ABA5-E9C87137322D}">
      <dgm:prSet/>
      <dgm:spPr/>
      <dgm:t>
        <a:bodyPr/>
        <a:lstStyle/>
        <a:p>
          <a:endParaRPr lang="en-US"/>
        </a:p>
      </dgm:t>
    </dgm:pt>
    <dgm:pt modelId="{4B7385AD-0437-43E5-9B3E-51EE6EDA783B}" type="sibTrans" cxnId="{35FA5175-97DB-45D9-ABA5-E9C87137322D}">
      <dgm:prSet/>
      <dgm:spPr/>
      <dgm:t>
        <a:bodyPr/>
        <a:lstStyle/>
        <a:p>
          <a:endParaRPr lang="en-US"/>
        </a:p>
      </dgm:t>
    </dgm:pt>
    <dgm:pt modelId="{508EF2BD-0B92-40D2-A499-CFFFDC872321}">
      <dgm:prSet/>
      <dgm:spPr/>
      <dgm:t>
        <a:bodyPr/>
        <a:lstStyle/>
        <a:p>
          <a:r>
            <a:rPr lang="en-US"/>
            <a:t>The health, safety, and environment (HSE) audit evaluate RISETECH workplace safety practices and environmental compliance, identifying potential hazards, assessing risks, and recommending mitigation strategies in accordance with iso 45001:2018 and iso 14001:2015 standards, ensuring personnel safety and sustainable environmental practices.</a:t>
          </a:r>
        </a:p>
      </dgm:t>
    </dgm:pt>
    <dgm:pt modelId="{2C61834F-4E94-48CD-9305-155F0426ED83}" type="parTrans" cxnId="{384B26B7-4E78-4559-9B31-EFC48A66D698}">
      <dgm:prSet/>
      <dgm:spPr/>
      <dgm:t>
        <a:bodyPr/>
        <a:lstStyle/>
        <a:p>
          <a:endParaRPr lang="en-US"/>
        </a:p>
      </dgm:t>
    </dgm:pt>
    <dgm:pt modelId="{BF2A25FF-91B4-4685-9E9E-1BA651225ABF}" type="sibTrans" cxnId="{384B26B7-4E78-4559-9B31-EFC48A66D698}">
      <dgm:prSet/>
      <dgm:spPr/>
      <dgm:t>
        <a:bodyPr/>
        <a:lstStyle/>
        <a:p>
          <a:endParaRPr lang="en-US"/>
        </a:p>
      </dgm:t>
    </dgm:pt>
    <dgm:pt modelId="{5464D800-CB3C-4A56-A775-1BB3580DD1D7}" type="pres">
      <dgm:prSet presAssocID="{BFA8002C-D90A-4451-A183-B2F8EC4BCF3B}" presName="linear" presStyleCnt="0">
        <dgm:presLayoutVars>
          <dgm:animLvl val="lvl"/>
          <dgm:resizeHandles val="exact"/>
        </dgm:presLayoutVars>
      </dgm:prSet>
      <dgm:spPr/>
    </dgm:pt>
    <dgm:pt modelId="{8F7C28EB-E8C4-4C0C-8EAF-9873ABFF70AF}" type="pres">
      <dgm:prSet presAssocID="{09C47E8B-04B6-463F-BBC8-58F1085C1563}" presName="parentText" presStyleLbl="node1" presStyleIdx="0" presStyleCnt="3">
        <dgm:presLayoutVars>
          <dgm:chMax val="0"/>
          <dgm:bulletEnabled val="1"/>
        </dgm:presLayoutVars>
      </dgm:prSet>
      <dgm:spPr/>
    </dgm:pt>
    <dgm:pt modelId="{A33D4F32-6570-4E3F-938E-194BA4099435}" type="pres">
      <dgm:prSet presAssocID="{39DDB67D-2858-4A1E-927A-2D4B02A3B0F5}" presName="spacer" presStyleCnt="0"/>
      <dgm:spPr/>
    </dgm:pt>
    <dgm:pt modelId="{3305EDF2-A2AD-4EF9-96A0-1ACB6714B4F6}" type="pres">
      <dgm:prSet presAssocID="{FD32B99D-C7C6-419B-979E-A4F9E0644199}" presName="parentText" presStyleLbl="node1" presStyleIdx="1" presStyleCnt="3">
        <dgm:presLayoutVars>
          <dgm:chMax val="0"/>
          <dgm:bulletEnabled val="1"/>
        </dgm:presLayoutVars>
      </dgm:prSet>
      <dgm:spPr/>
    </dgm:pt>
    <dgm:pt modelId="{3329E140-3E0C-4378-81C8-70CB3B7608A0}" type="pres">
      <dgm:prSet presAssocID="{4B7385AD-0437-43E5-9B3E-51EE6EDA783B}" presName="spacer" presStyleCnt="0"/>
      <dgm:spPr/>
    </dgm:pt>
    <dgm:pt modelId="{327CC675-7C4F-421E-925B-1A1A69383D38}" type="pres">
      <dgm:prSet presAssocID="{508EF2BD-0B92-40D2-A499-CFFFDC872321}" presName="parentText" presStyleLbl="node1" presStyleIdx="2" presStyleCnt="3">
        <dgm:presLayoutVars>
          <dgm:chMax val="0"/>
          <dgm:bulletEnabled val="1"/>
        </dgm:presLayoutVars>
      </dgm:prSet>
      <dgm:spPr/>
    </dgm:pt>
  </dgm:ptLst>
  <dgm:cxnLst>
    <dgm:cxn modelId="{56AADA30-2B50-4264-B9EB-517FE179570C}" type="presOf" srcId="{FD32B99D-C7C6-419B-979E-A4F9E0644199}" destId="{3305EDF2-A2AD-4EF9-96A0-1ACB6714B4F6}" srcOrd="0" destOrd="0" presId="urn:microsoft.com/office/officeart/2005/8/layout/vList2"/>
    <dgm:cxn modelId="{5A156251-DF54-40B0-BFB2-9A037FBE47BD}" type="presOf" srcId="{09C47E8B-04B6-463F-BBC8-58F1085C1563}" destId="{8F7C28EB-E8C4-4C0C-8EAF-9873ABFF70AF}" srcOrd="0" destOrd="0" presId="urn:microsoft.com/office/officeart/2005/8/layout/vList2"/>
    <dgm:cxn modelId="{35FA5175-97DB-45D9-ABA5-E9C87137322D}" srcId="{BFA8002C-D90A-4451-A183-B2F8EC4BCF3B}" destId="{FD32B99D-C7C6-419B-979E-A4F9E0644199}" srcOrd="1" destOrd="0" parTransId="{A9431D00-327A-4340-AD84-951A31C03A6D}" sibTransId="{4B7385AD-0437-43E5-9B3E-51EE6EDA783B}"/>
    <dgm:cxn modelId="{FB502E5A-F791-4BE6-9791-E3B475B35628}" type="presOf" srcId="{BFA8002C-D90A-4451-A183-B2F8EC4BCF3B}" destId="{5464D800-CB3C-4A56-A775-1BB3580DD1D7}" srcOrd="0" destOrd="0" presId="urn:microsoft.com/office/officeart/2005/8/layout/vList2"/>
    <dgm:cxn modelId="{16CA5680-6DAE-40A6-B1E5-C429827977DF}" srcId="{BFA8002C-D90A-4451-A183-B2F8EC4BCF3B}" destId="{09C47E8B-04B6-463F-BBC8-58F1085C1563}" srcOrd="0" destOrd="0" parTransId="{8230A837-538B-404C-8954-086377BDFE1A}" sibTransId="{39DDB67D-2858-4A1E-927A-2D4B02A3B0F5}"/>
    <dgm:cxn modelId="{0A588882-95E0-4CF3-840F-E42BD6C6AF9C}" type="presOf" srcId="{508EF2BD-0B92-40D2-A499-CFFFDC872321}" destId="{327CC675-7C4F-421E-925B-1A1A69383D38}" srcOrd="0" destOrd="0" presId="urn:microsoft.com/office/officeart/2005/8/layout/vList2"/>
    <dgm:cxn modelId="{384B26B7-4E78-4559-9B31-EFC48A66D698}" srcId="{BFA8002C-D90A-4451-A183-B2F8EC4BCF3B}" destId="{508EF2BD-0B92-40D2-A499-CFFFDC872321}" srcOrd="2" destOrd="0" parTransId="{2C61834F-4E94-48CD-9305-155F0426ED83}" sibTransId="{BF2A25FF-91B4-4685-9E9E-1BA651225ABF}"/>
    <dgm:cxn modelId="{7D7AADCB-93E2-4DDF-8AE9-B1EAC5CDBD3D}" type="presParOf" srcId="{5464D800-CB3C-4A56-A775-1BB3580DD1D7}" destId="{8F7C28EB-E8C4-4C0C-8EAF-9873ABFF70AF}" srcOrd="0" destOrd="0" presId="urn:microsoft.com/office/officeart/2005/8/layout/vList2"/>
    <dgm:cxn modelId="{88F30012-3104-442F-BDEB-7B8AB899B8AA}" type="presParOf" srcId="{5464D800-CB3C-4A56-A775-1BB3580DD1D7}" destId="{A33D4F32-6570-4E3F-938E-194BA4099435}" srcOrd="1" destOrd="0" presId="urn:microsoft.com/office/officeart/2005/8/layout/vList2"/>
    <dgm:cxn modelId="{4C206FE3-FDF8-45F6-A9C9-F40E3E66DC84}" type="presParOf" srcId="{5464D800-CB3C-4A56-A775-1BB3580DD1D7}" destId="{3305EDF2-A2AD-4EF9-96A0-1ACB6714B4F6}" srcOrd="2" destOrd="0" presId="urn:microsoft.com/office/officeart/2005/8/layout/vList2"/>
    <dgm:cxn modelId="{6F126146-B248-47C6-A951-AF50A04D70E4}" type="presParOf" srcId="{5464D800-CB3C-4A56-A775-1BB3580DD1D7}" destId="{3329E140-3E0C-4378-81C8-70CB3B7608A0}" srcOrd="3" destOrd="0" presId="urn:microsoft.com/office/officeart/2005/8/layout/vList2"/>
    <dgm:cxn modelId="{9E4B5DCE-9530-4C55-AA18-179061B4C46A}" type="presParOf" srcId="{5464D800-CB3C-4A56-A775-1BB3580DD1D7}" destId="{327CC675-7C4F-421E-925B-1A1A69383D3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826AB3-AF18-4FDE-911E-DDDDC7E542C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ED3547A-1301-47D7-AA0C-F50AD90261DC}">
      <dgm:prSet/>
      <dgm:spPr/>
      <dgm:t>
        <a:bodyPr/>
        <a:lstStyle/>
        <a:p>
          <a:r>
            <a:rPr lang="en-US" b="1"/>
            <a:t>OBJECTIVES OF THE AUDIT</a:t>
          </a:r>
          <a:endParaRPr lang="en-US"/>
        </a:p>
      </dgm:t>
    </dgm:pt>
    <dgm:pt modelId="{5E8F5F2C-2CFB-4347-A5A6-39FCA6997BAA}" type="parTrans" cxnId="{9EC88FB3-6288-4E0C-9856-0C079B693E46}">
      <dgm:prSet/>
      <dgm:spPr/>
      <dgm:t>
        <a:bodyPr/>
        <a:lstStyle/>
        <a:p>
          <a:endParaRPr lang="en-US"/>
        </a:p>
      </dgm:t>
    </dgm:pt>
    <dgm:pt modelId="{EC6A6F3E-9D2C-4E35-B601-134BDD0438B1}" type="sibTrans" cxnId="{9EC88FB3-6288-4E0C-9856-0C079B693E46}">
      <dgm:prSet/>
      <dgm:spPr/>
      <dgm:t>
        <a:bodyPr/>
        <a:lstStyle/>
        <a:p>
          <a:endParaRPr lang="en-US"/>
        </a:p>
      </dgm:t>
    </dgm:pt>
    <dgm:pt modelId="{2892A1B0-9466-4017-8A56-395B2CF719C3}">
      <dgm:prSet/>
      <dgm:spPr/>
      <dgm:t>
        <a:bodyPr/>
        <a:lstStyle/>
        <a:p>
          <a:r>
            <a:rPr lang="en-US"/>
            <a:t>Examine the present health, safety, and environmental conditions within the research and development facility. </a:t>
          </a:r>
        </a:p>
      </dgm:t>
    </dgm:pt>
    <dgm:pt modelId="{88BC662C-F61D-4BEC-95F2-6EFD7CE21415}" type="parTrans" cxnId="{2F86BEE6-4320-4778-9B6D-4B7E6E3949E2}">
      <dgm:prSet/>
      <dgm:spPr/>
      <dgm:t>
        <a:bodyPr/>
        <a:lstStyle/>
        <a:p>
          <a:endParaRPr lang="en-US"/>
        </a:p>
      </dgm:t>
    </dgm:pt>
    <dgm:pt modelId="{782B539C-2890-4222-8721-841641E04315}" type="sibTrans" cxnId="{2F86BEE6-4320-4778-9B6D-4B7E6E3949E2}">
      <dgm:prSet/>
      <dgm:spPr/>
      <dgm:t>
        <a:bodyPr/>
        <a:lstStyle/>
        <a:p>
          <a:endParaRPr lang="en-US"/>
        </a:p>
      </dgm:t>
    </dgm:pt>
    <dgm:pt modelId="{87C86EF4-F256-41F9-B2A0-851F4500FF85}">
      <dgm:prSet/>
      <dgm:spPr/>
      <dgm:t>
        <a:bodyPr/>
        <a:lstStyle/>
        <a:p>
          <a:r>
            <a:rPr lang="en-US"/>
            <a:t>Recognize and assess potential risks to health, safety, and the environment that may arise from regular operations, equipment usage, and workspace conditions.</a:t>
          </a:r>
        </a:p>
      </dgm:t>
    </dgm:pt>
    <dgm:pt modelId="{AF21D7E2-32A6-4EB3-B07C-768AE336C8E5}" type="parTrans" cxnId="{71D769C6-A7A9-4EE8-AF2D-B10260BEC11F}">
      <dgm:prSet/>
      <dgm:spPr/>
      <dgm:t>
        <a:bodyPr/>
        <a:lstStyle/>
        <a:p>
          <a:endParaRPr lang="en-US"/>
        </a:p>
      </dgm:t>
    </dgm:pt>
    <dgm:pt modelId="{F7A55662-A5AC-4D91-A5F4-3FDC56836DC4}" type="sibTrans" cxnId="{71D769C6-A7A9-4EE8-AF2D-B10260BEC11F}">
      <dgm:prSet/>
      <dgm:spPr/>
      <dgm:t>
        <a:bodyPr/>
        <a:lstStyle/>
        <a:p>
          <a:endParaRPr lang="en-US"/>
        </a:p>
      </dgm:t>
    </dgm:pt>
    <dgm:pt modelId="{0680575C-D959-475C-81E6-6E38AB63F988}">
      <dgm:prSet/>
      <dgm:spPr/>
      <dgm:t>
        <a:bodyPr/>
        <a:lstStyle/>
        <a:p>
          <a:r>
            <a:rPr lang="en-US"/>
            <a:t>Assess the lab's existing procedures in light of the requirements outlined in ISO 45001 and ISO 14001, identifying both its strengths and areas that require enhancement.  </a:t>
          </a:r>
        </a:p>
      </dgm:t>
    </dgm:pt>
    <dgm:pt modelId="{DD08FEBA-2992-4D6D-8BE5-DA490B621CE9}" type="parTrans" cxnId="{AD475AA6-533A-4BB4-AD3F-E6480391D4E8}">
      <dgm:prSet/>
      <dgm:spPr/>
      <dgm:t>
        <a:bodyPr/>
        <a:lstStyle/>
        <a:p>
          <a:endParaRPr lang="en-US"/>
        </a:p>
      </dgm:t>
    </dgm:pt>
    <dgm:pt modelId="{1C063816-A7FC-458C-903F-B11B512367D2}" type="sibTrans" cxnId="{AD475AA6-533A-4BB4-AD3F-E6480391D4E8}">
      <dgm:prSet/>
      <dgm:spPr/>
      <dgm:t>
        <a:bodyPr/>
        <a:lstStyle/>
        <a:p>
          <a:endParaRPr lang="en-US"/>
        </a:p>
      </dgm:t>
    </dgm:pt>
    <dgm:pt modelId="{36B296EC-0484-4FEE-AE4C-41785A84B577}">
      <dgm:prSet/>
      <dgm:spPr/>
      <dgm:t>
        <a:bodyPr/>
        <a:lstStyle/>
        <a:p>
          <a:r>
            <a:rPr lang="en-US"/>
            <a:t>Suggest practical, affordable measures to mitigate or eliminate hazards, ensuring enhanced safety, reduced environmental impact, and long-term sustainability.</a:t>
          </a:r>
        </a:p>
      </dgm:t>
    </dgm:pt>
    <dgm:pt modelId="{E5243191-88AB-48D4-8294-7B9F1C008E9C}" type="parTrans" cxnId="{7A8202D0-D330-415B-929A-2D5B339DBB5F}">
      <dgm:prSet/>
      <dgm:spPr/>
      <dgm:t>
        <a:bodyPr/>
        <a:lstStyle/>
        <a:p>
          <a:endParaRPr lang="en-US"/>
        </a:p>
      </dgm:t>
    </dgm:pt>
    <dgm:pt modelId="{5BF10627-79D9-4E2F-AA13-2C077DB14FD7}" type="sibTrans" cxnId="{7A8202D0-D330-415B-929A-2D5B339DBB5F}">
      <dgm:prSet/>
      <dgm:spPr/>
      <dgm:t>
        <a:bodyPr/>
        <a:lstStyle/>
        <a:p>
          <a:endParaRPr lang="en-US"/>
        </a:p>
      </dgm:t>
    </dgm:pt>
    <dgm:pt modelId="{5DDFFBE7-9690-4F7E-8866-8DDC5005A792}" type="pres">
      <dgm:prSet presAssocID="{21826AB3-AF18-4FDE-911E-DDDDC7E542C8}" presName="linear" presStyleCnt="0">
        <dgm:presLayoutVars>
          <dgm:animLvl val="lvl"/>
          <dgm:resizeHandles val="exact"/>
        </dgm:presLayoutVars>
      </dgm:prSet>
      <dgm:spPr/>
    </dgm:pt>
    <dgm:pt modelId="{C59A66EB-5502-4FC8-AD7B-F99819F1416F}" type="pres">
      <dgm:prSet presAssocID="{6ED3547A-1301-47D7-AA0C-F50AD90261DC}" presName="parentText" presStyleLbl="node1" presStyleIdx="0" presStyleCnt="5">
        <dgm:presLayoutVars>
          <dgm:chMax val="0"/>
          <dgm:bulletEnabled val="1"/>
        </dgm:presLayoutVars>
      </dgm:prSet>
      <dgm:spPr/>
    </dgm:pt>
    <dgm:pt modelId="{F9E040FD-879D-4D66-ACA1-1B487C836E54}" type="pres">
      <dgm:prSet presAssocID="{EC6A6F3E-9D2C-4E35-B601-134BDD0438B1}" presName="spacer" presStyleCnt="0"/>
      <dgm:spPr/>
    </dgm:pt>
    <dgm:pt modelId="{458578C2-CF4E-4FAE-A05C-749EE7C71DCA}" type="pres">
      <dgm:prSet presAssocID="{2892A1B0-9466-4017-8A56-395B2CF719C3}" presName="parentText" presStyleLbl="node1" presStyleIdx="1" presStyleCnt="5">
        <dgm:presLayoutVars>
          <dgm:chMax val="0"/>
          <dgm:bulletEnabled val="1"/>
        </dgm:presLayoutVars>
      </dgm:prSet>
      <dgm:spPr/>
    </dgm:pt>
    <dgm:pt modelId="{3179AEC4-6D44-4923-9F36-DE2A3CF1184F}" type="pres">
      <dgm:prSet presAssocID="{782B539C-2890-4222-8721-841641E04315}" presName="spacer" presStyleCnt="0"/>
      <dgm:spPr/>
    </dgm:pt>
    <dgm:pt modelId="{5081AA7B-F018-4726-AB2A-9E11AA38BA1E}" type="pres">
      <dgm:prSet presAssocID="{87C86EF4-F256-41F9-B2A0-851F4500FF85}" presName="parentText" presStyleLbl="node1" presStyleIdx="2" presStyleCnt="5">
        <dgm:presLayoutVars>
          <dgm:chMax val="0"/>
          <dgm:bulletEnabled val="1"/>
        </dgm:presLayoutVars>
      </dgm:prSet>
      <dgm:spPr/>
    </dgm:pt>
    <dgm:pt modelId="{5B85F749-9B3A-4B9A-B6D2-832DE01DDCD3}" type="pres">
      <dgm:prSet presAssocID="{F7A55662-A5AC-4D91-A5F4-3FDC56836DC4}" presName="spacer" presStyleCnt="0"/>
      <dgm:spPr/>
    </dgm:pt>
    <dgm:pt modelId="{54E8D651-DCC4-4C78-9FCC-A7915F49ED0A}" type="pres">
      <dgm:prSet presAssocID="{0680575C-D959-475C-81E6-6E38AB63F988}" presName="parentText" presStyleLbl="node1" presStyleIdx="3" presStyleCnt="5">
        <dgm:presLayoutVars>
          <dgm:chMax val="0"/>
          <dgm:bulletEnabled val="1"/>
        </dgm:presLayoutVars>
      </dgm:prSet>
      <dgm:spPr/>
    </dgm:pt>
    <dgm:pt modelId="{757DBE8B-1D2C-49CC-9579-DA09B06D9976}" type="pres">
      <dgm:prSet presAssocID="{1C063816-A7FC-458C-903F-B11B512367D2}" presName="spacer" presStyleCnt="0"/>
      <dgm:spPr/>
    </dgm:pt>
    <dgm:pt modelId="{0B1ACF72-AF04-449F-8382-47FDF326047B}" type="pres">
      <dgm:prSet presAssocID="{36B296EC-0484-4FEE-AE4C-41785A84B577}" presName="parentText" presStyleLbl="node1" presStyleIdx="4" presStyleCnt="5">
        <dgm:presLayoutVars>
          <dgm:chMax val="0"/>
          <dgm:bulletEnabled val="1"/>
        </dgm:presLayoutVars>
      </dgm:prSet>
      <dgm:spPr/>
    </dgm:pt>
  </dgm:ptLst>
  <dgm:cxnLst>
    <dgm:cxn modelId="{2862D827-7047-4105-9137-AEE2E8B692FE}" type="presOf" srcId="{0680575C-D959-475C-81E6-6E38AB63F988}" destId="{54E8D651-DCC4-4C78-9FCC-A7915F49ED0A}" srcOrd="0" destOrd="0" presId="urn:microsoft.com/office/officeart/2005/8/layout/vList2"/>
    <dgm:cxn modelId="{CAAE8235-2A9E-400A-BD82-C3849D40C102}" type="presOf" srcId="{36B296EC-0484-4FEE-AE4C-41785A84B577}" destId="{0B1ACF72-AF04-449F-8382-47FDF326047B}" srcOrd="0" destOrd="0" presId="urn:microsoft.com/office/officeart/2005/8/layout/vList2"/>
    <dgm:cxn modelId="{FD54167E-0DF9-4FB4-91D3-60CDAE82379C}" type="presOf" srcId="{2892A1B0-9466-4017-8A56-395B2CF719C3}" destId="{458578C2-CF4E-4FAE-A05C-749EE7C71DCA}" srcOrd="0" destOrd="0" presId="urn:microsoft.com/office/officeart/2005/8/layout/vList2"/>
    <dgm:cxn modelId="{C804B67E-88E8-4BFC-B25F-30C30BB600D4}" type="presOf" srcId="{21826AB3-AF18-4FDE-911E-DDDDC7E542C8}" destId="{5DDFFBE7-9690-4F7E-8866-8DDC5005A792}" srcOrd="0" destOrd="0" presId="urn:microsoft.com/office/officeart/2005/8/layout/vList2"/>
    <dgm:cxn modelId="{5884A094-F064-47CC-939E-CC15225ABCAD}" type="presOf" srcId="{6ED3547A-1301-47D7-AA0C-F50AD90261DC}" destId="{C59A66EB-5502-4FC8-AD7B-F99819F1416F}" srcOrd="0" destOrd="0" presId="urn:microsoft.com/office/officeart/2005/8/layout/vList2"/>
    <dgm:cxn modelId="{AD475AA6-533A-4BB4-AD3F-E6480391D4E8}" srcId="{21826AB3-AF18-4FDE-911E-DDDDC7E542C8}" destId="{0680575C-D959-475C-81E6-6E38AB63F988}" srcOrd="3" destOrd="0" parTransId="{DD08FEBA-2992-4D6D-8BE5-DA490B621CE9}" sibTransId="{1C063816-A7FC-458C-903F-B11B512367D2}"/>
    <dgm:cxn modelId="{9EC88FB3-6288-4E0C-9856-0C079B693E46}" srcId="{21826AB3-AF18-4FDE-911E-DDDDC7E542C8}" destId="{6ED3547A-1301-47D7-AA0C-F50AD90261DC}" srcOrd="0" destOrd="0" parTransId="{5E8F5F2C-2CFB-4347-A5A6-39FCA6997BAA}" sibTransId="{EC6A6F3E-9D2C-4E35-B601-134BDD0438B1}"/>
    <dgm:cxn modelId="{71D769C6-A7A9-4EE8-AF2D-B10260BEC11F}" srcId="{21826AB3-AF18-4FDE-911E-DDDDC7E542C8}" destId="{87C86EF4-F256-41F9-B2A0-851F4500FF85}" srcOrd="2" destOrd="0" parTransId="{AF21D7E2-32A6-4EB3-B07C-768AE336C8E5}" sibTransId="{F7A55662-A5AC-4D91-A5F4-3FDC56836DC4}"/>
    <dgm:cxn modelId="{7A8202D0-D330-415B-929A-2D5B339DBB5F}" srcId="{21826AB3-AF18-4FDE-911E-DDDDC7E542C8}" destId="{36B296EC-0484-4FEE-AE4C-41785A84B577}" srcOrd="4" destOrd="0" parTransId="{E5243191-88AB-48D4-8294-7B9F1C008E9C}" sibTransId="{5BF10627-79D9-4E2F-AA13-2C077DB14FD7}"/>
    <dgm:cxn modelId="{2F86BEE6-4320-4778-9B6D-4B7E6E3949E2}" srcId="{21826AB3-AF18-4FDE-911E-DDDDC7E542C8}" destId="{2892A1B0-9466-4017-8A56-395B2CF719C3}" srcOrd="1" destOrd="0" parTransId="{88BC662C-F61D-4BEC-95F2-6EFD7CE21415}" sibTransId="{782B539C-2890-4222-8721-841641E04315}"/>
    <dgm:cxn modelId="{EAA4F2ED-5C82-42D0-8E47-089D1F90490E}" type="presOf" srcId="{87C86EF4-F256-41F9-B2A0-851F4500FF85}" destId="{5081AA7B-F018-4726-AB2A-9E11AA38BA1E}" srcOrd="0" destOrd="0" presId="urn:microsoft.com/office/officeart/2005/8/layout/vList2"/>
    <dgm:cxn modelId="{64F4C44A-832B-4C43-A8EE-294ADE7BFDA8}" type="presParOf" srcId="{5DDFFBE7-9690-4F7E-8866-8DDC5005A792}" destId="{C59A66EB-5502-4FC8-AD7B-F99819F1416F}" srcOrd="0" destOrd="0" presId="urn:microsoft.com/office/officeart/2005/8/layout/vList2"/>
    <dgm:cxn modelId="{CD19A63A-8F1B-4357-B19B-8AF05B060381}" type="presParOf" srcId="{5DDFFBE7-9690-4F7E-8866-8DDC5005A792}" destId="{F9E040FD-879D-4D66-ACA1-1B487C836E54}" srcOrd="1" destOrd="0" presId="urn:microsoft.com/office/officeart/2005/8/layout/vList2"/>
    <dgm:cxn modelId="{02CC4E81-03B4-4CD6-BE15-028DF49E0F52}" type="presParOf" srcId="{5DDFFBE7-9690-4F7E-8866-8DDC5005A792}" destId="{458578C2-CF4E-4FAE-A05C-749EE7C71DCA}" srcOrd="2" destOrd="0" presId="urn:microsoft.com/office/officeart/2005/8/layout/vList2"/>
    <dgm:cxn modelId="{F89860CD-C213-4594-91A8-03ECF90A0641}" type="presParOf" srcId="{5DDFFBE7-9690-4F7E-8866-8DDC5005A792}" destId="{3179AEC4-6D44-4923-9F36-DE2A3CF1184F}" srcOrd="3" destOrd="0" presId="urn:microsoft.com/office/officeart/2005/8/layout/vList2"/>
    <dgm:cxn modelId="{3AE25C14-E04D-4C2E-934B-B5B019EABAE7}" type="presParOf" srcId="{5DDFFBE7-9690-4F7E-8866-8DDC5005A792}" destId="{5081AA7B-F018-4726-AB2A-9E11AA38BA1E}" srcOrd="4" destOrd="0" presId="urn:microsoft.com/office/officeart/2005/8/layout/vList2"/>
    <dgm:cxn modelId="{C109FDBE-8AC5-4504-96E6-80C56BAC5EAE}" type="presParOf" srcId="{5DDFFBE7-9690-4F7E-8866-8DDC5005A792}" destId="{5B85F749-9B3A-4B9A-B6D2-832DE01DDCD3}" srcOrd="5" destOrd="0" presId="urn:microsoft.com/office/officeart/2005/8/layout/vList2"/>
    <dgm:cxn modelId="{4E21A18F-D3A8-4934-8372-0A4F95B49A1E}" type="presParOf" srcId="{5DDFFBE7-9690-4F7E-8866-8DDC5005A792}" destId="{54E8D651-DCC4-4C78-9FCC-A7915F49ED0A}" srcOrd="6" destOrd="0" presId="urn:microsoft.com/office/officeart/2005/8/layout/vList2"/>
    <dgm:cxn modelId="{21B01137-AE9B-45AD-9691-9B523C927C25}" type="presParOf" srcId="{5DDFFBE7-9690-4F7E-8866-8DDC5005A792}" destId="{757DBE8B-1D2C-49CC-9579-DA09B06D9976}" srcOrd="7" destOrd="0" presId="urn:microsoft.com/office/officeart/2005/8/layout/vList2"/>
    <dgm:cxn modelId="{108E14BB-7F57-431D-9ECD-11567C4A3AB3}" type="presParOf" srcId="{5DDFFBE7-9690-4F7E-8866-8DDC5005A792}" destId="{0B1ACF72-AF04-449F-8382-47FDF326047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D9053F1-F8FD-4D18-A3F2-3F6BC3DFB96F}"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7B414474-70BD-4EDA-A6F0-BA3AC92A3272}">
      <dgm:prSet/>
      <dgm:spPr/>
      <dgm:t>
        <a:bodyPr/>
        <a:lstStyle/>
        <a:p>
          <a:r>
            <a:rPr lang="en-US" b="1"/>
            <a:t>SCOPE OF THE AUDIT</a:t>
          </a:r>
          <a:endParaRPr lang="en-US"/>
        </a:p>
      </dgm:t>
    </dgm:pt>
    <dgm:pt modelId="{4BF04348-DFEC-4F7E-8E59-2B6BF73E93DF}" type="parTrans" cxnId="{04427C89-254F-40F2-B460-0896130FFC50}">
      <dgm:prSet/>
      <dgm:spPr/>
      <dgm:t>
        <a:bodyPr/>
        <a:lstStyle/>
        <a:p>
          <a:endParaRPr lang="en-US"/>
        </a:p>
      </dgm:t>
    </dgm:pt>
    <dgm:pt modelId="{3D91FA6C-B1A0-4FCE-8488-3B6F57DFBE7B}" type="sibTrans" cxnId="{04427C89-254F-40F2-B460-0896130FFC50}">
      <dgm:prSet/>
      <dgm:spPr/>
      <dgm:t>
        <a:bodyPr/>
        <a:lstStyle/>
        <a:p>
          <a:endParaRPr lang="en-US"/>
        </a:p>
      </dgm:t>
    </dgm:pt>
    <dgm:pt modelId="{6F7362A1-302E-42FC-8D34-5DA412786522}">
      <dgm:prSet/>
      <dgm:spPr/>
      <dgm:t>
        <a:bodyPr/>
        <a:lstStyle/>
        <a:p>
          <a:r>
            <a:rPr lang="en-US"/>
            <a:t>Workplaces and administrative areas. </a:t>
          </a:r>
        </a:p>
      </dgm:t>
    </dgm:pt>
    <dgm:pt modelId="{81420FF7-F370-44FD-9FDF-69502A731E31}" type="parTrans" cxnId="{F45822C0-A707-4A67-8C73-55D986E00997}">
      <dgm:prSet/>
      <dgm:spPr/>
      <dgm:t>
        <a:bodyPr/>
        <a:lstStyle/>
        <a:p>
          <a:endParaRPr lang="en-US"/>
        </a:p>
      </dgm:t>
    </dgm:pt>
    <dgm:pt modelId="{E310476C-2E72-4177-80E8-E1F1794719E8}" type="sibTrans" cxnId="{F45822C0-A707-4A67-8C73-55D986E00997}">
      <dgm:prSet/>
      <dgm:spPr/>
      <dgm:t>
        <a:bodyPr/>
        <a:lstStyle/>
        <a:p>
          <a:endParaRPr lang="en-US"/>
        </a:p>
      </dgm:t>
    </dgm:pt>
    <dgm:pt modelId="{FC936D50-2BD8-4458-9C6C-85E1E85C0305}">
      <dgm:prSet/>
      <dgm:spPr/>
      <dgm:t>
        <a:bodyPr/>
        <a:lstStyle/>
        <a:p>
          <a:r>
            <a:rPr lang="en-US"/>
            <a:t>Server rooms and its infrastructure zones. </a:t>
          </a:r>
        </a:p>
      </dgm:t>
    </dgm:pt>
    <dgm:pt modelId="{E9B6461A-DDFB-4B9A-BA90-1D42FFB2BB18}" type="parTrans" cxnId="{E5D11274-D8FD-4C14-9D57-DAF1FB25843A}">
      <dgm:prSet/>
      <dgm:spPr/>
      <dgm:t>
        <a:bodyPr/>
        <a:lstStyle/>
        <a:p>
          <a:endParaRPr lang="en-US"/>
        </a:p>
      </dgm:t>
    </dgm:pt>
    <dgm:pt modelId="{6026F4EF-781D-4908-8567-1BD77253C219}" type="sibTrans" cxnId="{E5D11274-D8FD-4C14-9D57-DAF1FB25843A}">
      <dgm:prSet/>
      <dgm:spPr/>
      <dgm:t>
        <a:bodyPr/>
        <a:lstStyle/>
        <a:p>
          <a:endParaRPr lang="en-US"/>
        </a:p>
      </dgm:t>
    </dgm:pt>
    <dgm:pt modelId="{BB115862-8E7E-422E-B7B7-8B47B682A1C1}">
      <dgm:prSet/>
      <dgm:spPr/>
      <dgm:t>
        <a:bodyPr/>
        <a:lstStyle/>
        <a:p>
          <a:r>
            <a:rPr lang="en-US"/>
            <a:t>Research facilities. </a:t>
          </a:r>
        </a:p>
      </dgm:t>
    </dgm:pt>
    <dgm:pt modelId="{97D8236E-5AEA-4092-8CC6-407B5E63DB2A}" type="parTrans" cxnId="{AECAEE70-DC99-4FAF-B281-7E47479CA2F2}">
      <dgm:prSet/>
      <dgm:spPr/>
      <dgm:t>
        <a:bodyPr/>
        <a:lstStyle/>
        <a:p>
          <a:endParaRPr lang="en-US"/>
        </a:p>
      </dgm:t>
    </dgm:pt>
    <dgm:pt modelId="{627D8B3A-6B03-4383-86DF-E8EDB68BFACE}" type="sibTrans" cxnId="{AECAEE70-DC99-4FAF-B281-7E47479CA2F2}">
      <dgm:prSet/>
      <dgm:spPr/>
      <dgm:t>
        <a:bodyPr/>
        <a:lstStyle/>
        <a:p>
          <a:endParaRPr lang="en-US"/>
        </a:p>
      </dgm:t>
    </dgm:pt>
    <dgm:pt modelId="{03A66AB8-4B68-44FD-8A65-B48CF8C53534}">
      <dgm:prSet/>
      <dgm:spPr/>
      <dgm:t>
        <a:bodyPr/>
        <a:lstStyle/>
        <a:p>
          <a:r>
            <a:rPr lang="en-US"/>
            <a:t>Workshops and equipment storage locations. </a:t>
          </a:r>
        </a:p>
      </dgm:t>
    </dgm:pt>
    <dgm:pt modelId="{FE0DEEF6-95A8-4635-BB28-218A62A57EFC}" type="parTrans" cxnId="{6DCA8099-73C0-4B72-B27A-43F0CDD52F82}">
      <dgm:prSet/>
      <dgm:spPr/>
      <dgm:t>
        <a:bodyPr/>
        <a:lstStyle/>
        <a:p>
          <a:endParaRPr lang="en-US"/>
        </a:p>
      </dgm:t>
    </dgm:pt>
    <dgm:pt modelId="{E35AC336-A480-4C5B-B388-DD7D52635D58}" type="sibTrans" cxnId="{6DCA8099-73C0-4B72-B27A-43F0CDD52F82}">
      <dgm:prSet/>
      <dgm:spPr/>
      <dgm:t>
        <a:bodyPr/>
        <a:lstStyle/>
        <a:p>
          <a:endParaRPr lang="en-US"/>
        </a:p>
      </dgm:t>
    </dgm:pt>
    <dgm:pt modelId="{6FE30AB6-92F1-4B19-A17F-914BB39E090C}">
      <dgm:prSet/>
      <dgm:spPr/>
      <dgm:t>
        <a:bodyPr/>
        <a:lstStyle/>
        <a:p>
          <a:r>
            <a:rPr lang="en-US"/>
            <a:t>These regions are evaluated for potential risks, compliance gaps, emergency readiness, and overall adherence to HSE best practices.</a:t>
          </a:r>
        </a:p>
      </dgm:t>
    </dgm:pt>
    <dgm:pt modelId="{86D3E1DC-547F-4317-8717-1F960B221248}" type="parTrans" cxnId="{F0554A74-6251-45D5-AC74-587B2438E9E9}">
      <dgm:prSet/>
      <dgm:spPr/>
      <dgm:t>
        <a:bodyPr/>
        <a:lstStyle/>
        <a:p>
          <a:endParaRPr lang="en-US"/>
        </a:p>
      </dgm:t>
    </dgm:pt>
    <dgm:pt modelId="{50FA254C-7C1A-4DEE-9B55-0D922218829C}" type="sibTrans" cxnId="{F0554A74-6251-45D5-AC74-587B2438E9E9}">
      <dgm:prSet/>
      <dgm:spPr/>
      <dgm:t>
        <a:bodyPr/>
        <a:lstStyle/>
        <a:p>
          <a:endParaRPr lang="en-US"/>
        </a:p>
      </dgm:t>
    </dgm:pt>
    <dgm:pt modelId="{90876DE9-29F7-4BE5-97B4-4332A47B33EA}" type="pres">
      <dgm:prSet presAssocID="{0D9053F1-F8FD-4D18-A3F2-3F6BC3DFB96F}" presName="Name0" presStyleCnt="0">
        <dgm:presLayoutVars>
          <dgm:dir/>
          <dgm:resizeHandles val="exact"/>
        </dgm:presLayoutVars>
      </dgm:prSet>
      <dgm:spPr/>
    </dgm:pt>
    <dgm:pt modelId="{46767EC0-2175-4859-9661-B829DA9C2CBF}" type="pres">
      <dgm:prSet presAssocID="{7B414474-70BD-4EDA-A6F0-BA3AC92A3272}" presName="node" presStyleLbl="node1" presStyleIdx="0" presStyleCnt="6">
        <dgm:presLayoutVars>
          <dgm:bulletEnabled val="1"/>
        </dgm:presLayoutVars>
      </dgm:prSet>
      <dgm:spPr/>
    </dgm:pt>
    <dgm:pt modelId="{51D087B4-DAAA-40A4-BEC2-CDEC192E70DE}" type="pres">
      <dgm:prSet presAssocID="{3D91FA6C-B1A0-4FCE-8488-3B6F57DFBE7B}" presName="sibTrans" presStyleLbl="sibTrans1D1" presStyleIdx="0" presStyleCnt="5"/>
      <dgm:spPr/>
    </dgm:pt>
    <dgm:pt modelId="{BC3CAFE5-9B74-4370-9F1A-E13194DBDD59}" type="pres">
      <dgm:prSet presAssocID="{3D91FA6C-B1A0-4FCE-8488-3B6F57DFBE7B}" presName="connectorText" presStyleLbl="sibTrans1D1" presStyleIdx="0" presStyleCnt="5"/>
      <dgm:spPr/>
    </dgm:pt>
    <dgm:pt modelId="{4DF192F3-1C25-4FEE-95AD-331884BD8B40}" type="pres">
      <dgm:prSet presAssocID="{6F7362A1-302E-42FC-8D34-5DA412786522}" presName="node" presStyleLbl="node1" presStyleIdx="1" presStyleCnt="6">
        <dgm:presLayoutVars>
          <dgm:bulletEnabled val="1"/>
        </dgm:presLayoutVars>
      </dgm:prSet>
      <dgm:spPr/>
    </dgm:pt>
    <dgm:pt modelId="{A41B32BD-A9DA-42DF-AEDB-7FB9D471FCB6}" type="pres">
      <dgm:prSet presAssocID="{E310476C-2E72-4177-80E8-E1F1794719E8}" presName="sibTrans" presStyleLbl="sibTrans1D1" presStyleIdx="1" presStyleCnt="5"/>
      <dgm:spPr/>
    </dgm:pt>
    <dgm:pt modelId="{B7B55F19-E6F5-4A50-86C4-47E64FEFBD32}" type="pres">
      <dgm:prSet presAssocID="{E310476C-2E72-4177-80E8-E1F1794719E8}" presName="connectorText" presStyleLbl="sibTrans1D1" presStyleIdx="1" presStyleCnt="5"/>
      <dgm:spPr/>
    </dgm:pt>
    <dgm:pt modelId="{C9AA3084-6433-4657-A7D9-B4EA8F11986F}" type="pres">
      <dgm:prSet presAssocID="{FC936D50-2BD8-4458-9C6C-85E1E85C0305}" presName="node" presStyleLbl="node1" presStyleIdx="2" presStyleCnt="6">
        <dgm:presLayoutVars>
          <dgm:bulletEnabled val="1"/>
        </dgm:presLayoutVars>
      </dgm:prSet>
      <dgm:spPr/>
    </dgm:pt>
    <dgm:pt modelId="{EA83F035-9C62-4670-B271-7E3388C4CAB3}" type="pres">
      <dgm:prSet presAssocID="{6026F4EF-781D-4908-8567-1BD77253C219}" presName="sibTrans" presStyleLbl="sibTrans1D1" presStyleIdx="2" presStyleCnt="5"/>
      <dgm:spPr/>
    </dgm:pt>
    <dgm:pt modelId="{ECA86B21-676A-49CE-8B67-6A38E9DC7A43}" type="pres">
      <dgm:prSet presAssocID="{6026F4EF-781D-4908-8567-1BD77253C219}" presName="connectorText" presStyleLbl="sibTrans1D1" presStyleIdx="2" presStyleCnt="5"/>
      <dgm:spPr/>
    </dgm:pt>
    <dgm:pt modelId="{0EA4BA66-9B07-473A-9102-FB9D7B06A133}" type="pres">
      <dgm:prSet presAssocID="{BB115862-8E7E-422E-B7B7-8B47B682A1C1}" presName="node" presStyleLbl="node1" presStyleIdx="3" presStyleCnt="6">
        <dgm:presLayoutVars>
          <dgm:bulletEnabled val="1"/>
        </dgm:presLayoutVars>
      </dgm:prSet>
      <dgm:spPr/>
    </dgm:pt>
    <dgm:pt modelId="{CF8F9FE5-9DB7-4E1D-B5FD-B1BC27E7A438}" type="pres">
      <dgm:prSet presAssocID="{627D8B3A-6B03-4383-86DF-E8EDB68BFACE}" presName="sibTrans" presStyleLbl="sibTrans1D1" presStyleIdx="3" presStyleCnt="5"/>
      <dgm:spPr/>
    </dgm:pt>
    <dgm:pt modelId="{16C74DB3-F4DE-4E0E-A815-05A38262CA04}" type="pres">
      <dgm:prSet presAssocID="{627D8B3A-6B03-4383-86DF-E8EDB68BFACE}" presName="connectorText" presStyleLbl="sibTrans1D1" presStyleIdx="3" presStyleCnt="5"/>
      <dgm:spPr/>
    </dgm:pt>
    <dgm:pt modelId="{C2BC1ED1-287C-4126-A21A-92AAC25C85E8}" type="pres">
      <dgm:prSet presAssocID="{03A66AB8-4B68-44FD-8A65-B48CF8C53534}" presName="node" presStyleLbl="node1" presStyleIdx="4" presStyleCnt="6">
        <dgm:presLayoutVars>
          <dgm:bulletEnabled val="1"/>
        </dgm:presLayoutVars>
      </dgm:prSet>
      <dgm:spPr/>
    </dgm:pt>
    <dgm:pt modelId="{3351BAD7-435A-47CC-AB3A-2012E29F36EE}" type="pres">
      <dgm:prSet presAssocID="{E35AC336-A480-4C5B-B388-DD7D52635D58}" presName="sibTrans" presStyleLbl="sibTrans1D1" presStyleIdx="4" presStyleCnt="5"/>
      <dgm:spPr/>
    </dgm:pt>
    <dgm:pt modelId="{07CE7860-6393-447B-B53E-30373607D4C1}" type="pres">
      <dgm:prSet presAssocID="{E35AC336-A480-4C5B-B388-DD7D52635D58}" presName="connectorText" presStyleLbl="sibTrans1D1" presStyleIdx="4" presStyleCnt="5"/>
      <dgm:spPr/>
    </dgm:pt>
    <dgm:pt modelId="{BB085A72-9DF2-4275-ACF0-B244534964E0}" type="pres">
      <dgm:prSet presAssocID="{6FE30AB6-92F1-4B19-A17F-914BB39E090C}" presName="node" presStyleLbl="node1" presStyleIdx="5" presStyleCnt="6">
        <dgm:presLayoutVars>
          <dgm:bulletEnabled val="1"/>
        </dgm:presLayoutVars>
      </dgm:prSet>
      <dgm:spPr/>
    </dgm:pt>
  </dgm:ptLst>
  <dgm:cxnLst>
    <dgm:cxn modelId="{D9BBDB07-CFDA-4BEB-A7E4-DF3F8F697365}" type="presOf" srcId="{627D8B3A-6B03-4383-86DF-E8EDB68BFACE}" destId="{CF8F9FE5-9DB7-4E1D-B5FD-B1BC27E7A438}" srcOrd="0" destOrd="0" presId="urn:microsoft.com/office/officeart/2016/7/layout/RepeatingBendingProcessNew"/>
    <dgm:cxn modelId="{7B36DC1B-372A-4C24-9B6C-3B9707A030E2}" type="presOf" srcId="{E35AC336-A480-4C5B-B388-DD7D52635D58}" destId="{3351BAD7-435A-47CC-AB3A-2012E29F36EE}" srcOrd="0" destOrd="0" presId="urn:microsoft.com/office/officeart/2016/7/layout/RepeatingBendingProcessNew"/>
    <dgm:cxn modelId="{ED940C34-A70B-44ED-8838-75D2BCBEB2ED}" type="presOf" srcId="{E35AC336-A480-4C5B-B388-DD7D52635D58}" destId="{07CE7860-6393-447B-B53E-30373607D4C1}" srcOrd="1" destOrd="0" presId="urn:microsoft.com/office/officeart/2016/7/layout/RepeatingBendingProcessNew"/>
    <dgm:cxn modelId="{E7514A5C-9C0A-4775-9848-DAD2700BB6B5}" type="presOf" srcId="{7B414474-70BD-4EDA-A6F0-BA3AC92A3272}" destId="{46767EC0-2175-4859-9661-B829DA9C2CBF}" srcOrd="0" destOrd="0" presId="urn:microsoft.com/office/officeart/2016/7/layout/RepeatingBendingProcessNew"/>
    <dgm:cxn modelId="{193D6160-225A-4C36-A944-F3335628C1FC}" type="presOf" srcId="{E310476C-2E72-4177-80E8-E1F1794719E8}" destId="{A41B32BD-A9DA-42DF-AEDB-7FB9D471FCB6}" srcOrd="0" destOrd="0" presId="urn:microsoft.com/office/officeart/2016/7/layout/RepeatingBendingProcessNew"/>
    <dgm:cxn modelId="{0B38AB49-3DC6-4AF1-995B-2499D0A40D27}" type="presOf" srcId="{3D91FA6C-B1A0-4FCE-8488-3B6F57DFBE7B}" destId="{BC3CAFE5-9B74-4370-9F1A-E13194DBDD59}" srcOrd="1" destOrd="0" presId="urn:microsoft.com/office/officeart/2016/7/layout/RepeatingBendingProcessNew"/>
    <dgm:cxn modelId="{0853164A-E48B-4F5F-9F71-1669EAEB8756}" type="presOf" srcId="{BB115862-8E7E-422E-B7B7-8B47B682A1C1}" destId="{0EA4BA66-9B07-473A-9102-FB9D7B06A133}" srcOrd="0" destOrd="0" presId="urn:microsoft.com/office/officeart/2016/7/layout/RepeatingBendingProcessNew"/>
    <dgm:cxn modelId="{8804994F-5BBC-4B3B-A712-3C1FFC0556DA}" type="presOf" srcId="{0D9053F1-F8FD-4D18-A3F2-3F6BC3DFB96F}" destId="{90876DE9-29F7-4BE5-97B4-4332A47B33EA}" srcOrd="0" destOrd="0" presId="urn:microsoft.com/office/officeart/2016/7/layout/RepeatingBendingProcessNew"/>
    <dgm:cxn modelId="{AECAEE70-DC99-4FAF-B281-7E47479CA2F2}" srcId="{0D9053F1-F8FD-4D18-A3F2-3F6BC3DFB96F}" destId="{BB115862-8E7E-422E-B7B7-8B47B682A1C1}" srcOrd="3" destOrd="0" parTransId="{97D8236E-5AEA-4092-8CC6-407B5E63DB2A}" sibTransId="{627D8B3A-6B03-4383-86DF-E8EDB68BFACE}"/>
    <dgm:cxn modelId="{E5D11274-D8FD-4C14-9D57-DAF1FB25843A}" srcId="{0D9053F1-F8FD-4D18-A3F2-3F6BC3DFB96F}" destId="{FC936D50-2BD8-4458-9C6C-85E1E85C0305}" srcOrd="2" destOrd="0" parTransId="{E9B6461A-DDFB-4B9A-BA90-1D42FFB2BB18}" sibTransId="{6026F4EF-781D-4908-8567-1BD77253C219}"/>
    <dgm:cxn modelId="{F0554A74-6251-45D5-AC74-587B2438E9E9}" srcId="{0D9053F1-F8FD-4D18-A3F2-3F6BC3DFB96F}" destId="{6FE30AB6-92F1-4B19-A17F-914BB39E090C}" srcOrd="5" destOrd="0" parTransId="{86D3E1DC-547F-4317-8717-1F960B221248}" sibTransId="{50FA254C-7C1A-4DEE-9B55-0D922218829C}"/>
    <dgm:cxn modelId="{236C2C7E-3326-4B9F-BBF6-AAEE58C912A1}" type="presOf" srcId="{6026F4EF-781D-4908-8567-1BD77253C219}" destId="{EA83F035-9C62-4670-B271-7E3388C4CAB3}" srcOrd="0" destOrd="0" presId="urn:microsoft.com/office/officeart/2016/7/layout/RepeatingBendingProcessNew"/>
    <dgm:cxn modelId="{04427C89-254F-40F2-B460-0896130FFC50}" srcId="{0D9053F1-F8FD-4D18-A3F2-3F6BC3DFB96F}" destId="{7B414474-70BD-4EDA-A6F0-BA3AC92A3272}" srcOrd="0" destOrd="0" parTransId="{4BF04348-DFEC-4F7E-8E59-2B6BF73E93DF}" sibTransId="{3D91FA6C-B1A0-4FCE-8488-3B6F57DFBE7B}"/>
    <dgm:cxn modelId="{6DCA8099-73C0-4B72-B27A-43F0CDD52F82}" srcId="{0D9053F1-F8FD-4D18-A3F2-3F6BC3DFB96F}" destId="{03A66AB8-4B68-44FD-8A65-B48CF8C53534}" srcOrd="4" destOrd="0" parTransId="{FE0DEEF6-95A8-4635-BB28-218A62A57EFC}" sibTransId="{E35AC336-A480-4C5B-B388-DD7D52635D58}"/>
    <dgm:cxn modelId="{3A6E999E-E87B-4CE7-8035-F8626EA109EF}" type="presOf" srcId="{6026F4EF-781D-4908-8567-1BD77253C219}" destId="{ECA86B21-676A-49CE-8B67-6A38E9DC7A43}" srcOrd="1" destOrd="0" presId="urn:microsoft.com/office/officeart/2016/7/layout/RepeatingBendingProcessNew"/>
    <dgm:cxn modelId="{025D58B2-7D91-4DC3-B715-CE311F58288A}" type="presOf" srcId="{E310476C-2E72-4177-80E8-E1F1794719E8}" destId="{B7B55F19-E6F5-4A50-86C4-47E64FEFBD32}" srcOrd="1" destOrd="0" presId="urn:microsoft.com/office/officeart/2016/7/layout/RepeatingBendingProcessNew"/>
    <dgm:cxn modelId="{74CD4EBE-53D7-4B2B-854E-D1D2E8CD3543}" type="presOf" srcId="{3D91FA6C-B1A0-4FCE-8488-3B6F57DFBE7B}" destId="{51D087B4-DAAA-40A4-BEC2-CDEC192E70DE}" srcOrd="0" destOrd="0" presId="urn:microsoft.com/office/officeart/2016/7/layout/RepeatingBendingProcessNew"/>
    <dgm:cxn modelId="{F45822C0-A707-4A67-8C73-55D986E00997}" srcId="{0D9053F1-F8FD-4D18-A3F2-3F6BC3DFB96F}" destId="{6F7362A1-302E-42FC-8D34-5DA412786522}" srcOrd="1" destOrd="0" parTransId="{81420FF7-F370-44FD-9FDF-69502A731E31}" sibTransId="{E310476C-2E72-4177-80E8-E1F1794719E8}"/>
    <dgm:cxn modelId="{F71073C4-FAE4-4EA4-A6A0-62F318E2B28B}" type="presOf" srcId="{6F7362A1-302E-42FC-8D34-5DA412786522}" destId="{4DF192F3-1C25-4FEE-95AD-331884BD8B40}" srcOrd="0" destOrd="0" presId="urn:microsoft.com/office/officeart/2016/7/layout/RepeatingBendingProcessNew"/>
    <dgm:cxn modelId="{8A01B2C6-99EE-4377-88CC-B3721A8166CC}" type="presOf" srcId="{FC936D50-2BD8-4458-9C6C-85E1E85C0305}" destId="{C9AA3084-6433-4657-A7D9-B4EA8F11986F}" srcOrd="0" destOrd="0" presId="urn:microsoft.com/office/officeart/2016/7/layout/RepeatingBendingProcessNew"/>
    <dgm:cxn modelId="{085D24D6-6EEA-4613-A67F-56101232758C}" type="presOf" srcId="{627D8B3A-6B03-4383-86DF-E8EDB68BFACE}" destId="{16C74DB3-F4DE-4E0E-A815-05A38262CA04}" srcOrd="1" destOrd="0" presId="urn:microsoft.com/office/officeart/2016/7/layout/RepeatingBendingProcessNew"/>
    <dgm:cxn modelId="{D8C3DCF5-0696-4091-BBCF-661A8CEAA11A}" type="presOf" srcId="{03A66AB8-4B68-44FD-8A65-B48CF8C53534}" destId="{C2BC1ED1-287C-4126-A21A-92AAC25C85E8}" srcOrd="0" destOrd="0" presId="urn:microsoft.com/office/officeart/2016/7/layout/RepeatingBendingProcessNew"/>
    <dgm:cxn modelId="{1051A4FE-78B5-4BEC-A596-BC930A946E8B}" type="presOf" srcId="{6FE30AB6-92F1-4B19-A17F-914BB39E090C}" destId="{BB085A72-9DF2-4275-ACF0-B244534964E0}" srcOrd="0" destOrd="0" presId="urn:microsoft.com/office/officeart/2016/7/layout/RepeatingBendingProcessNew"/>
    <dgm:cxn modelId="{587AAE17-C106-4CBD-AC41-4BC05213C09B}" type="presParOf" srcId="{90876DE9-29F7-4BE5-97B4-4332A47B33EA}" destId="{46767EC0-2175-4859-9661-B829DA9C2CBF}" srcOrd="0" destOrd="0" presId="urn:microsoft.com/office/officeart/2016/7/layout/RepeatingBendingProcessNew"/>
    <dgm:cxn modelId="{5D6632F9-0076-4414-B509-FE8D6877B135}" type="presParOf" srcId="{90876DE9-29F7-4BE5-97B4-4332A47B33EA}" destId="{51D087B4-DAAA-40A4-BEC2-CDEC192E70DE}" srcOrd="1" destOrd="0" presId="urn:microsoft.com/office/officeart/2016/7/layout/RepeatingBendingProcessNew"/>
    <dgm:cxn modelId="{1B9B2C4A-E994-498B-B62F-CAE66D8EF227}" type="presParOf" srcId="{51D087B4-DAAA-40A4-BEC2-CDEC192E70DE}" destId="{BC3CAFE5-9B74-4370-9F1A-E13194DBDD59}" srcOrd="0" destOrd="0" presId="urn:microsoft.com/office/officeart/2016/7/layout/RepeatingBendingProcessNew"/>
    <dgm:cxn modelId="{2C7EFC33-5F25-4878-BB32-D58C4F0B188B}" type="presParOf" srcId="{90876DE9-29F7-4BE5-97B4-4332A47B33EA}" destId="{4DF192F3-1C25-4FEE-95AD-331884BD8B40}" srcOrd="2" destOrd="0" presId="urn:microsoft.com/office/officeart/2016/7/layout/RepeatingBendingProcessNew"/>
    <dgm:cxn modelId="{E6F6B0FA-C6C1-4B58-9C03-265C8D0A23BF}" type="presParOf" srcId="{90876DE9-29F7-4BE5-97B4-4332A47B33EA}" destId="{A41B32BD-A9DA-42DF-AEDB-7FB9D471FCB6}" srcOrd="3" destOrd="0" presId="urn:microsoft.com/office/officeart/2016/7/layout/RepeatingBendingProcessNew"/>
    <dgm:cxn modelId="{5EEDD954-8B8E-48A3-9E51-E23138174DCD}" type="presParOf" srcId="{A41B32BD-A9DA-42DF-AEDB-7FB9D471FCB6}" destId="{B7B55F19-E6F5-4A50-86C4-47E64FEFBD32}" srcOrd="0" destOrd="0" presId="urn:microsoft.com/office/officeart/2016/7/layout/RepeatingBendingProcessNew"/>
    <dgm:cxn modelId="{C9C687B1-2426-4308-BDA0-50E786A3C698}" type="presParOf" srcId="{90876DE9-29F7-4BE5-97B4-4332A47B33EA}" destId="{C9AA3084-6433-4657-A7D9-B4EA8F11986F}" srcOrd="4" destOrd="0" presId="urn:microsoft.com/office/officeart/2016/7/layout/RepeatingBendingProcessNew"/>
    <dgm:cxn modelId="{2D697BA8-78C4-46E1-9578-A1B62F3EB394}" type="presParOf" srcId="{90876DE9-29F7-4BE5-97B4-4332A47B33EA}" destId="{EA83F035-9C62-4670-B271-7E3388C4CAB3}" srcOrd="5" destOrd="0" presId="urn:microsoft.com/office/officeart/2016/7/layout/RepeatingBendingProcessNew"/>
    <dgm:cxn modelId="{18B0278A-E559-40FF-956F-BC3E91537C05}" type="presParOf" srcId="{EA83F035-9C62-4670-B271-7E3388C4CAB3}" destId="{ECA86B21-676A-49CE-8B67-6A38E9DC7A43}" srcOrd="0" destOrd="0" presId="urn:microsoft.com/office/officeart/2016/7/layout/RepeatingBendingProcessNew"/>
    <dgm:cxn modelId="{ED59331C-6210-4D47-B458-6F880F5D2FAA}" type="presParOf" srcId="{90876DE9-29F7-4BE5-97B4-4332A47B33EA}" destId="{0EA4BA66-9B07-473A-9102-FB9D7B06A133}" srcOrd="6" destOrd="0" presId="urn:microsoft.com/office/officeart/2016/7/layout/RepeatingBendingProcessNew"/>
    <dgm:cxn modelId="{662DDF9D-3A72-454B-A84B-9B826E818A97}" type="presParOf" srcId="{90876DE9-29F7-4BE5-97B4-4332A47B33EA}" destId="{CF8F9FE5-9DB7-4E1D-B5FD-B1BC27E7A438}" srcOrd="7" destOrd="0" presId="urn:microsoft.com/office/officeart/2016/7/layout/RepeatingBendingProcessNew"/>
    <dgm:cxn modelId="{C5138652-62E9-4149-A43F-41DF20CAC56A}" type="presParOf" srcId="{CF8F9FE5-9DB7-4E1D-B5FD-B1BC27E7A438}" destId="{16C74DB3-F4DE-4E0E-A815-05A38262CA04}" srcOrd="0" destOrd="0" presId="urn:microsoft.com/office/officeart/2016/7/layout/RepeatingBendingProcessNew"/>
    <dgm:cxn modelId="{B428F15D-3979-4A78-8674-F95E2EA75C66}" type="presParOf" srcId="{90876DE9-29F7-4BE5-97B4-4332A47B33EA}" destId="{C2BC1ED1-287C-4126-A21A-92AAC25C85E8}" srcOrd="8" destOrd="0" presId="urn:microsoft.com/office/officeart/2016/7/layout/RepeatingBendingProcessNew"/>
    <dgm:cxn modelId="{BE7F3648-591E-47B4-AB7A-DA250E4EEA00}" type="presParOf" srcId="{90876DE9-29F7-4BE5-97B4-4332A47B33EA}" destId="{3351BAD7-435A-47CC-AB3A-2012E29F36EE}" srcOrd="9" destOrd="0" presId="urn:microsoft.com/office/officeart/2016/7/layout/RepeatingBendingProcessNew"/>
    <dgm:cxn modelId="{884096C0-1CE3-4D87-9EE8-BF455DC25869}" type="presParOf" srcId="{3351BAD7-435A-47CC-AB3A-2012E29F36EE}" destId="{07CE7860-6393-447B-B53E-30373607D4C1}" srcOrd="0" destOrd="0" presId="urn:microsoft.com/office/officeart/2016/7/layout/RepeatingBendingProcessNew"/>
    <dgm:cxn modelId="{FB935533-498E-482E-B990-39BC8E6E7D7F}" type="presParOf" srcId="{90876DE9-29F7-4BE5-97B4-4332A47B33EA}" destId="{BB085A72-9DF2-4275-ACF0-B244534964E0}"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2309067-E79A-4143-A0F7-1AF4F4962231}"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BD5E2A5-9925-482E-B7C0-5B87BF5B228E}">
      <dgm:prSet custT="1"/>
      <dgm:spPr/>
      <dgm:t>
        <a:bodyPr/>
        <a:lstStyle/>
        <a:p>
          <a:pPr>
            <a:defRPr cap="all"/>
          </a:pPr>
          <a:r>
            <a:rPr lang="en-US" sz="1800" dirty="0">
              <a:solidFill>
                <a:schemeClr val="tx1"/>
              </a:solidFill>
            </a:rPr>
            <a:t>The HSE audit of RISETECH highlights both the strengths and weaknesses in the existing environmental and safety practices.</a:t>
          </a:r>
        </a:p>
      </dgm:t>
    </dgm:pt>
    <dgm:pt modelId="{2243D8FA-E349-47EC-BD17-57F53EF7CC49}" type="parTrans" cxnId="{354156BB-E63A-4BF3-B1AA-1C9A8347C257}">
      <dgm:prSet/>
      <dgm:spPr/>
      <dgm:t>
        <a:bodyPr/>
        <a:lstStyle/>
        <a:p>
          <a:endParaRPr lang="en-US"/>
        </a:p>
      </dgm:t>
    </dgm:pt>
    <dgm:pt modelId="{ED87485F-128D-4511-9021-9B45D1E5D311}" type="sibTrans" cxnId="{354156BB-E63A-4BF3-B1AA-1C9A8347C257}">
      <dgm:prSet/>
      <dgm:spPr/>
      <dgm:t>
        <a:bodyPr/>
        <a:lstStyle/>
        <a:p>
          <a:endParaRPr lang="en-US"/>
        </a:p>
      </dgm:t>
    </dgm:pt>
    <dgm:pt modelId="{C7B5137A-B085-47BE-8AA1-D8BC1AB407B7}">
      <dgm:prSet custT="1"/>
      <dgm:spPr/>
      <dgm:t>
        <a:bodyPr/>
        <a:lstStyle/>
        <a:p>
          <a:pPr>
            <a:defRPr cap="all"/>
          </a:pPr>
          <a:r>
            <a:rPr lang="en-US" sz="1400" dirty="0">
              <a:solidFill>
                <a:schemeClr val="tx1"/>
              </a:solidFill>
            </a:rPr>
            <a:t>While there is a decent level of compliance with ISO 45001 and ISO 14001, there is still room for improvement in terms of documentation, conducting regular internal audits, and formalizing procedures.</a:t>
          </a:r>
        </a:p>
      </dgm:t>
    </dgm:pt>
    <dgm:pt modelId="{4D7084D4-3E6E-47FA-8DFC-0F6EDEDC2EA2}" type="parTrans" cxnId="{833A767E-5583-4CAE-B762-CE22FFF5ACB2}">
      <dgm:prSet/>
      <dgm:spPr/>
      <dgm:t>
        <a:bodyPr/>
        <a:lstStyle/>
        <a:p>
          <a:endParaRPr lang="en-US"/>
        </a:p>
      </dgm:t>
    </dgm:pt>
    <dgm:pt modelId="{EAA3C883-E07A-402F-874F-A9F61D78D67E}" type="sibTrans" cxnId="{833A767E-5583-4CAE-B762-CE22FFF5ACB2}">
      <dgm:prSet/>
      <dgm:spPr/>
      <dgm:t>
        <a:bodyPr/>
        <a:lstStyle/>
        <a:p>
          <a:endParaRPr lang="en-US"/>
        </a:p>
      </dgm:t>
    </dgm:pt>
    <dgm:pt modelId="{EE23DF6E-BC6B-41DD-8999-ABA0A1B905B1}">
      <dgm:prSet custT="1"/>
      <dgm:spPr/>
      <dgm:t>
        <a:bodyPr/>
        <a:lstStyle/>
        <a:p>
          <a:pPr>
            <a:defRPr cap="all"/>
          </a:pPr>
          <a:r>
            <a:rPr lang="en-US" sz="1400" dirty="0">
              <a:solidFill>
                <a:schemeClr val="tx1"/>
              </a:solidFill>
            </a:rPr>
            <a:t>The organization's safety culture and environmental integrity will be significantly improved through the implementation of performance reviews, formalized training, and waste documentation.</a:t>
          </a:r>
        </a:p>
      </dgm:t>
    </dgm:pt>
    <dgm:pt modelId="{593E8FD5-BBD0-4DAB-ADF3-44ACBC70287E}" type="parTrans" cxnId="{8AB043C9-F5C4-468F-86A2-9E64D3AB9097}">
      <dgm:prSet/>
      <dgm:spPr/>
      <dgm:t>
        <a:bodyPr/>
        <a:lstStyle/>
        <a:p>
          <a:endParaRPr lang="en-US"/>
        </a:p>
      </dgm:t>
    </dgm:pt>
    <dgm:pt modelId="{EB9B951C-B2FB-43D5-8DA2-DD6117A1E25C}" type="sibTrans" cxnId="{8AB043C9-F5C4-468F-86A2-9E64D3AB9097}">
      <dgm:prSet/>
      <dgm:spPr/>
      <dgm:t>
        <a:bodyPr/>
        <a:lstStyle/>
        <a:p>
          <a:endParaRPr lang="en-US"/>
        </a:p>
      </dgm:t>
    </dgm:pt>
    <dgm:pt modelId="{53D75425-21F9-4197-9DE1-E8D8D85AC79F}">
      <dgm:prSet custT="1"/>
      <dgm:spPr/>
      <dgm:t>
        <a:bodyPr/>
        <a:lstStyle/>
        <a:p>
          <a:pPr>
            <a:defRPr cap="all"/>
          </a:pPr>
          <a:r>
            <a:rPr lang="en-US" sz="1600" dirty="0">
              <a:solidFill>
                <a:schemeClr val="tx1"/>
              </a:solidFill>
            </a:rPr>
            <a:t>By adhering to these global guidelines, RISETECH can create a secure and eco-friendly workplace that fosters creativity and scientific exploration.</a:t>
          </a:r>
        </a:p>
      </dgm:t>
    </dgm:pt>
    <dgm:pt modelId="{41A5BC42-EC23-4F1F-81F9-3FEC1B867D6A}" type="parTrans" cxnId="{558DCA49-F2AC-4CBA-8711-6B51A3DE454A}">
      <dgm:prSet/>
      <dgm:spPr/>
      <dgm:t>
        <a:bodyPr/>
        <a:lstStyle/>
        <a:p>
          <a:endParaRPr lang="en-US"/>
        </a:p>
      </dgm:t>
    </dgm:pt>
    <dgm:pt modelId="{38E56AA6-7695-45A9-A9DE-7DA51E9464B6}" type="sibTrans" cxnId="{558DCA49-F2AC-4CBA-8711-6B51A3DE454A}">
      <dgm:prSet/>
      <dgm:spPr/>
      <dgm:t>
        <a:bodyPr/>
        <a:lstStyle/>
        <a:p>
          <a:endParaRPr lang="en-US"/>
        </a:p>
      </dgm:t>
    </dgm:pt>
    <dgm:pt modelId="{1C6EAE48-9825-4D60-AD8B-54AE6BBC2635}" type="pres">
      <dgm:prSet presAssocID="{12309067-E79A-4143-A0F7-1AF4F4962231}" presName="root" presStyleCnt="0">
        <dgm:presLayoutVars>
          <dgm:dir/>
          <dgm:resizeHandles val="exact"/>
        </dgm:presLayoutVars>
      </dgm:prSet>
      <dgm:spPr/>
    </dgm:pt>
    <dgm:pt modelId="{66E498E9-11C6-4FE2-B7D9-5AFD6A86C2FA}" type="pres">
      <dgm:prSet presAssocID="{3BD5E2A5-9925-482E-B7C0-5B87BF5B228E}" presName="compNode" presStyleCnt="0"/>
      <dgm:spPr/>
    </dgm:pt>
    <dgm:pt modelId="{24F92745-DA34-451C-B59F-D1FA7B0819DF}" type="pres">
      <dgm:prSet presAssocID="{3BD5E2A5-9925-482E-B7C0-5B87BF5B228E}" presName="iconBgRect" presStyleLbl="bgShp" presStyleIdx="0" presStyleCnt="4"/>
      <dgm:spPr/>
    </dgm:pt>
    <dgm:pt modelId="{6C36EB86-0CDA-4B12-92EC-37FFCFE3E971}" type="pres">
      <dgm:prSet presAssocID="{3BD5E2A5-9925-482E-B7C0-5B87BF5B228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E8FDBE31-17D5-4B9C-94BE-847C190940A8}" type="pres">
      <dgm:prSet presAssocID="{3BD5E2A5-9925-482E-B7C0-5B87BF5B228E}" presName="spaceRect" presStyleCnt="0"/>
      <dgm:spPr/>
    </dgm:pt>
    <dgm:pt modelId="{41AB143E-280E-4D0E-9DCB-9DBD0B50FF2A}" type="pres">
      <dgm:prSet presAssocID="{3BD5E2A5-9925-482E-B7C0-5B87BF5B228E}" presName="textRect" presStyleLbl="revTx" presStyleIdx="0" presStyleCnt="4">
        <dgm:presLayoutVars>
          <dgm:chMax val="1"/>
          <dgm:chPref val="1"/>
        </dgm:presLayoutVars>
      </dgm:prSet>
      <dgm:spPr/>
    </dgm:pt>
    <dgm:pt modelId="{D45CFC97-B018-46C0-8899-9E04C05629AE}" type="pres">
      <dgm:prSet presAssocID="{ED87485F-128D-4511-9021-9B45D1E5D311}" presName="sibTrans" presStyleCnt="0"/>
      <dgm:spPr/>
    </dgm:pt>
    <dgm:pt modelId="{5ADFFA9B-3BCF-432D-B2DA-F376A1E06E2A}" type="pres">
      <dgm:prSet presAssocID="{C7B5137A-B085-47BE-8AA1-D8BC1AB407B7}" presName="compNode" presStyleCnt="0"/>
      <dgm:spPr/>
    </dgm:pt>
    <dgm:pt modelId="{D7430A97-357F-41F5-AA23-A15B6ADDD0BB}" type="pres">
      <dgm:prSet presAssocID="{C7B5137A-B085-47BE-8AA1-D8BC1AB407B7}" presName="iconBgRect" presStyleLbl="bgShp" presStyleIdx="1" presStyleCnt="4"/>
      <dgm:spPr/>
    </dgm:pt>
    <dgm:pt modelId="{B83743AE-048F-44DD-B421-2D686D0E10FE}" type="pres">
      <dgm:prSet presAssocID="{C7B5137A-B085-47BE-8AA1-D8BC1AB407B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D12A9BC1-1524-4AE4-9A3D-61128DD1CF48}" type="pres">
      <dgm:prSet presAssocID="{C7B5137A-B085-47BE-8AA1-D8BC1AB407B7}" presName="spaceRect" presStyleCnt="0"/>
      <dgm:spPr/>
    </dgm:pt>
    <dgm:pt modelId="{767594AA-F85E-4DBA-851C-1AD17433107B}" type="pres">
      <dgm:prSet presAssocID="{C7B5137A-B085-47BE-8AA1-D8BC1AB407B7}" presName="textRect" presStyleLbl="revTx" presStyleIdx="1" presStyleCnt="4">
        <dgm:presLayoutVars>
          <dgm:chMax val="1"/>
          <dgm:chPref val="1"/>
        </dgm:presLayoutVars>
      </dgm:prSet>
      <dgm:spPr/>
    </dgm:pt>
    <dgm:pt modelId="{543D45B3-C786-4584-BA55-A392C30756E8}" type="pres">
      <dgm:prSet presAssocID="{EAA3C883-E07A-402F-874F-A9F61D78D67E}" presName="sibTrans" presStyleCnt="0"/>
      <dgm:spPr/>
    </dgm:pt>
    <dgm:pt modelId="{7615DAD7-5FDE-497E-A297-17D1E553E1FE}" type="pres">
      <dgm:prSet presAssocID="{EE23DF6E-BC6B-41DD-8999-ABA0A1B905B1}" presName="compNode" presStyleCnt="0"/>
      <dgm:spPr/>
    </dgm:pt>
    <dgm:pt modelId="{E896FF3D-E31D-4E7B-9192-D922E3366D27}" type="pres">
      <dgm:prSet presAssocID="{EE23DF6E-BC6B-41DD-8999-ABA0A1B905B1}" presName="iconBgRect" presStyleLbl="bgShp" presStyleIdx="2" presStyleCnt="4"/>
      <dgm:spPr/>
    </dgm:pt>
    <dgm:pt modelId="{1C37B2C8-07C3-478A-AD83-59507BEC412B}" type="pres">
      <dgm:prSet presAssocID="{EE23DF6E-BC6B-41DD-8999-ABA0A1B905B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ABC9F34-4EF9-42C4-BA8D-657D91EEA267}" type="pres">
      <dgm:prSet presAssocID="{EE23DF6E-BC6B-41DD-8999-ABA0A1B905B1}" presName="spaceRect" presStyleCnt="0"/>
      <dgm:spPr/>
    </dgm:pt>
    <dgm:pt modelId="{269ED06C-64E0-45A6-95F0-85278E1370E1}" type="pres">
      <dgm:prSet presAssocID="{EE23DF6E-BC6B-41DD-8999-ABA0A1B905B1}" presName="textRect" presStyleLbl="revTx" presStyleIdx="2" presStyleCnt="4">
        <dgm:presLayoutVars>
          <dgm:chMax val="1"/>
          <dgm:chPref val="1"/>
        </dgm:presLayoutVars>
      </dgm:prSet>
      <dgm:spPr/>
    </dgm:pt>
    <dgm:pt modelId="{BC8599E0-1A46-4CEF-B4EC-70EBD5B9DD46}" type="pres">
      <dgm:prSet presAssocID="{EB9B951C-B2FB-43D5-8DA2-DD6117A1E25C}" presName="sibTrans" presStyleCnt="0"/>
      <dgm:spPr/>
    </dgm:pt>
    <dgm:pt modelId="{BF568FC0-8952-419F-B4A1-7766C9959324}" type="pres">
      <dgm:prSet presAssocID="{53D75425-21F9-4197-9DE1-E8D8D85AC79F}" presName="compNode" presStyleCnt="0"/>
      <dgm:spPr/>
    </dgm:pt>
    <dgm:pt modelId="{599B2DAA-04D1-47D5-9889-A389F07B9248}" type="pres">
      <dgm:prSet presAssocID="{53D75425-21F9-4197-9DE1-E8D8D85AC79F}" presName="iconBgRect" presStyleLbl="bgShp" presStyleIdx="3" presStyleCnt="4"/>
      <dgm:spPr/>
    </dgm:pt>
    <dgm:pt modelId="{1D45AFF1-C200-4EA7-82ED-FB5AF38874A4}" type="pres">
      <dgm:prSet presAssocID="{53D75425-21F9-4197-9DE1-E8D8D85AC79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s"/>
        </a:ext>
      </dgm:extLst>
    </dgm:pt>
    <dgm:pt modelId="{823C4BD7-46FF-4937-8EFA-DCA0FAC6F9CB}" type="pres">
      <dgm:prSet presAssocID="{53D75425-21F9-4197-9DE1-E8D8D85AC79F}" presName="spaceRect" presStyleCnt="0"/>
      <dgm:spPr/>
    </dgm:pt>
    <dgm:pt modelId="{3462A318-2FA3-41AF-9F01-F4D9039C91AB}" type="pres">
      <dgm:prSet presAssocID="{53D75425-21F9-4197-9DE1-E8D8D85AC79F}" presName="textRect" presStyleLbl="revTx" presStyleIdx="3" presStyleCnt="4">
        <dgm:presLayoutVars>
          <dgm:chMax val="1"/>
          <dgm:chPref val="1"/>
        </dgm:presLayoutVars>
      </dgm:prSet>
      <dgm:spPr/>
    </dgm:pt>
  </dgm:ptLst>
  <dgm:cxnLst>
    <dgm:cxn modelId="{2497B223-4FCF-4B67-8CD8-658AC133EFB1}" type="presOf" srcId="{C7B5137A-B085-47BE-8AA1-D8BC1AB407B7}" destId="{767594AA-F85E-4DBA-851C-1AD17433107B}" srcOrd="0" destOrd="0" presId="urn:microsoft.com/office/officeart/2018/5/layout/IconCircleLabelList"/>
    <dgm:cxn modelId="{F81CC739-D641-498C-94D9-7984EA60923D}" type="presOf" srcId="{EE23DF6E-BC6B-41DD-8999-ABA0A1B905B1}" destId="{269ED06C-64E0-45A6-95F0-85278E1370E1}" srcOrd="0" destOrd="0" presId="urn:microsoft.com/office/officeart/2018/5/layout/IconCircleLabelList"/>
    <dgm:cxn modelId="{558DCA49-F2AC-4CBA-8711-6B51A3DE454A}" srcId="{12309067-E79A-4143-A0F7-1AF4F4962231}" destId="{53D75425-21F9-4197-9DE1-E8D8D85AC79F}" srcOrd="3" destOrd="0" parTransId="{41A5BC42-EC23-4F1F-81F9-3FEC1B867D6A}" sibTransId="{38E56AA6-7695-45A9-A9DE-7DA51E9464B6}"/>
    <dgm:cxn modelId="{8CD6BF4F-FB1A-4E88-839C-D3AA116C399D}" type="presOf" srcId="{12309067-E79A-4143-A0F7-1AF4F4962231}" destId="{1C6EAE48-9825-4D60-AD8B-54AE6BBC2635}" srcOrd="0" destOrd="0" presId="urn:microsoft.com/office/officeart/2018/5/layout/IconCircleLabelList"/>
    <dgm:cxn modelId="{833A767E-5583-4CAE-B762-CE22FFF5ACB2}" srcId="{12309067-E79A-4143-A0F7-1AF4F4962231}" destId="{C7B5137A-B085-47BE-8AA1-D8BC1AB407B7}" srcOrd="1" destOrd="0" parTransId="{4D7084D4-3E6E-47FA-8DFC-0F6EDEDC2EA2}" sibTransId="{EAA3C883-E07A-402F-874F-A9F61D78D67E}"/>
    <dgm:cxn modelId="{41FD7D8D-BBC8-4ECB-B140-A5D2A8E8C49E}" type="presOf" srcId="{53D75425-21F9-4197-9DE1-E8D8D85AC79F}" destId="{3462A318-2FA3-41AF-9F01-F4D9039C91AB}" srcOrd="0" destOrd="0" presId="urn:microsoft.com/office/officeart/2018/5/layout/IconCircleLabelList"/>
    <dgm:cxn modelId="{CDAC8CB2-3C23-4D2B-999A-CF22A58AC194}" type="presOf" srcId="{3BD5E2A5-9925-482E-B7C0-5B87BF5B228E}" destId="{41AB143E-280E-4D0E-9DCB-9DBD0B50FF2A}" srcOrd="0" destOrd="0" presId="urn:microsoft.com/office/officeart/2018/5/layout/IconCircleLabelList"/>
    <dgm:cxn modelId="{354156BB-E63A-4BF3-B1AA-1C9A8347C257}" srcId="{12309067-E79A-4143-A0F7-1AF4F4962231}" destId="{3BD5E2A5-9925-482E-B7C0-5B87BF5B228E}" srcOrd="0" destOrd="0" parTransId="{2243D8FA-E349-47EC-BD17-57F53EF7CC49}" sibTransId="{ED87485F-128D-4511-9021-9B45D1E5D311}"/>
    <dgm:cxn modelId="{8AB043C9-F5C4-468F-86A2-9E64D3AB9097}" srcId="{12309067-E79A-4143-A0F7-1AF4F4962231}" destId="{EE23DF6E-BC6B-41DD-8999-ABA0A1B905B1}" srcOrd="2" destOrd="0" parTransId="{593E8FD5-BBD0-4DAB-ADF3-44ACBC70287E}" sibTransId="{EB9B951C-B2FB-43D5-8DA2-DD6117A1E25C}"/>
    <dgm:cxn modelId="{014C220C-2159-431D-ACF5-EB94FE75CAB8}" type="presParOf" srcId="{1C6EAE48-9825-4D60-AD8B-54AE6BBC2635}" destId="{66E498E9-11C6-4FE2-B7D9-5AFD6A86C2FA}" srcOrd="0" destOrd="0" presId="urn:microsoft.com/office/officeart/2018/5/layout/IconCircleLabelList"/>
    <dgm:cxn modelId="{4C8EBDBB-7B31-4046-B8ED-2D12A5E6A2AF}" type="presParOf" srcId="{66E498E9-11C6-4FE2-B7D9-5AFD6A86C2FA}" destId="{24F92745-DA34-451C-B59F-D1FA7B0819DF}" srcOrd="0" destOrd="0" presId="urn:microsoft.com/office/officeart/2018/5/layout/IconCircleLabelList"/>
    <dgm:cxn modelId="{08D0441C-4133-498B-965B-A7856E12F8F1}" type="presParOf" srcId="{66E498E9-11C6-4FE2-B7D9-5AFD6A86C2FA}" destId="{6C36EB86-0CDA-4B12-92EC-37FFCFE3E971}" srcOrd="1" destOrd="0" presId="urn:microsoft.com/office/officeart/2018/5/layout/IconCircleLabelList"/>
    <dgm:cxn modelId="{510C4B1D-D1AA-4CD4-A557-C92C1CD08C29}" type="presParOf" srcId="{66E498E9-11C6-4FE2-B7D9-5AFD6A86C2FA}" destId="{E8FDBE31-17D5-4B9C-94BE-847C190940A8}" srcOrd="2" destOrd="0" presId="urn:microsoft.com/office/officeart/2018/5/layout/IconCircleLabelList"/>
    <dgm:cxn modelId="{52BE782E-AEF5-433A-8FE1-0704FF977DFA}" type="presParOf" srcId="{66E498E9-11C6-4FE2-B7D9-5AFD6A86C2FA}" destId="{41AB143E-280E-4D0E-9DCB-9DBD0B50FF2A}" srcOrd="3" destOrd="0" presId="urn:microsoft.com/office/officeart/2018/5/layout/IconCircleLabelList"/>
    <dgm:cxn modelId="{9FD0145A-A6D0-4657-9B6C-4A1D4EFFB02F}" type="presParOf" srcId="{1C6EAE48-9825-4D60-AD8B-54AE6BBC2635}" destId="{D45CFC97-B018-46C0-8899-9E04C05629AE}" srcOrd="1" destOrd="0" presId="urn:microsoft.com/office/officeart/2018/5/layout/IconCircleLabelList"/>
    <dgm:cxn modelId="{4431FE5E-0242-416A-B20A-F6BDCDA03ADB}" type="presParOf" srcId="{1C6EAE48-9825-4D60-AD8B-54AE6BBC2635}" destId="{5ADFFA9B-3BCF-432D-B2DA-F376A1E06E2A}" srcOrd="2" destOrd="0" presId="urn:microsoft.com/office/officeart/2018/5/layout/IconCircleLabelList"/>
    <dgm:cxn modelId="{4B44E57A-1B40-4601-859C-C74456B8E8B8}" type="presParOf" srcId="{5ADFFA9B-3BCF-432D-B2DA-F376A1E06E2A}" destId="{D7430A97-357F-41F5-AA23-A15B6ADDD0BB}" srcOrd="0" destOrd="0" presId="urn:microsoft.com/office/officeart/2018/5/layout/IconCircleLabelList"/>
    <dgm:cxn modelId="{C91E0D64-36FC-4E19-8F69-34841DB4DFE5}" type="presParOf" srcId="{5ADFFA9B-3BCF-432D-B2DA-F376A1E06E2A}" destId="{B83743AE-048F-44DD-B421-2D686D0E10FE}" srcOrd="1" destOrd="0" presId="urn:microsoft.com/office/officeart/2018/5/layout/IconCircleLabelList"/>
    <dgm:cxn modelId="{E6CF1957-BA58-43AB-93A1-5050DBBD7CAC}" type="presParOf" srcId="{5ADFFA9B-3BCF-432D-B2DA-F376A1E06E2A}" destId="{D12A9BC1-1524-4AE4-9A3D-61128DD1CF48}" srcOrd="2" destOrd="0" presId="urn:microsoft.com/office/officeart/2018/5/layout/IconCircleLabelList"/>
    <dgm:cxn modelId="{DDBC0B13-1B26-483B-863D-AB436EB04771}" type="presParOf" srcId="{5ADFFA9B-3BCF-432D-B2DA-F376A1E06E2A}" destId="{767594AA-F85E-4DBA-851C-1AD17433107B}" srcOrd="3" destOrd="0" presId="urn:microsoft.com/office/officeart/2018/5/layout/IconCircleLabelList"/>
    <dgm:cxn modelId="{43ACDDF7-4A52-420C-B5A2-52176CF678F7}" type="presParOf" srcId="{1C6EAE48-9825-4D60-AD8B-54AE6BBC2635}" destId="{543D45B3-C786-4584-BA55-A392C30756E8}" srcOrd="3" destOrd="0" presId="urn:microsoft.com/office/officeart/2018/5/layout/IconCircleLabelList"/>
    <dgm:cxn modelId="{26881E87-A804-43AE-9005-EA8570711405}" type="presParOf" srcId="{1C6EAE48-9825-4D60-AD8B-54AE6BBC2635}" destId="{7615DAD7-5FDE-497E-A297-17D1E553E1FE}" srcOrd="4" destOrd="0" presId="urn:microsoft.com/office/officeart/2018/5/layout/IconCircleLabelList"/>
    <dgm:cxn modelId="{10BA9345-CD75-4971-A0D0-18E2CC3F94F4}" type="presParOf" srcId="{7615DAD7-5FDE-497E-A297-17D1E553E1FE}" destId="{E896FF3D-E31D-4E7B-9192-D922E3366D27}" srcOrd="0" destOrd="0" presId="urn:microsoft.com/office/officeart/2018/5/layout/IconCircleLabelList"/>
    <dgm:cxn modelId="{89B51C2E-E4D3-40DD-B87A-EC488949FD3D}" type="presParOf" srcId="{7615DAD7-5FDE-497E-A297-17D1E553E1FE}" destId="{1C37B2C8-07C3-478A-AD83-59507BEC412B}" srcOrd="1" destOrd="0" presId="urn:microsoft.com/office/officeart/2018/5/layout/IconCircleLabelList"/>
    <dgm:cxn modelId="{F060FEF6-BE5A-4BE3-9229-8F36E56C6FAC}" type="presParOf" srcId="{7615DAD7-5FDE-497E-A297-17D1E553E1FE}" destId="{3ABC9F34-4EF9-42C4-BA8D-657D91EEA267}" srcOrd="2" destOrd="0" presId="urn:microsoft.com/office/officeart/2018/5/layout/IconCircleLabelList"/>
    <dgm:cxn modelId="{CDC30B10-496E-4199-8FE3-768D21D3BF46}" type="presParOf" srcId="{7615DAD7-5FDE-497E-A297-17D1E553E1FE}" destId="{269ED06C-64E0-45A6-95F0-85278E1370E1}" srcOrd="3" destOrd="0" presId="urn:microsoft.com/office/officeart/2018/5/layout/IconCircleLabelList"/>
    <dgm:cxn modelId="{68156264-8A86-4B97-B188-B816210C7D9C}" type="presParOf" srcId="{1C6EAE48-9825-4D60-AD8B-54AE6BBC2635}" destId="{BC8599E0-1A46-4CEF-B4EC-70EBD5B9DD46}" srcOrd="5" destOrd="0" presId="urn:microsoft.com/office/officeart/2018/5/layout/IconCircleLabelList"/>
    <dgm:cxn modelId="{31AB38E3-C03E-4D5B-9584-16DEBC50D2D2}" type="presParOf" srcId="{1C6EAE48-9825-4D60-AD8B-54AE6BBC2635}" destId="{BF568FC0-8952-419F-B4A1-7766C9959324}" srcOrd="6" destOrd="0" presId="urn:microsoft.com/office/officeart/2018/5/layout/IconCircleLabelList"/>
    <dgm:cxn modelId="{0D57D9A8-035B-4F86-B369-D0BCDFD88852}" type="presParOf" srcId="{BF568FC0-8952-419F-B4A1-7766C9959324}" destId="{599B2DAA-04D1-47D5-9889-A389F07B9248}" srcOrd="0" destOrd="0" presId="urn:microsoft.com/office/officeart/2018/5/layout/IconCircleLabelList"/>
    <dgm:cxn modelId="{73A74A2C-6D87-4637-BE7C-568DE8CFC748}" type="presParOf" srcId="{BF568FC0-8952-419F-B4A1-7766C9959324}" destId="{1D45AFF1-C200-4EA7-82ED-FB5AF38874A4}" srcOrd="1" destOrd="0" presId="urn:microsoft.com/office/officeart/2018/5/layout/IconCircleLabelList"/>
    <dgm:cxn modelId="{A7B2422D-ADEC-4EEF-8AF0-BD5255BAE84D}" type="presParOf" srcId="{BF568FC0-8952-419F-B4A1-7766C9959324}" destId="{823C4BD7-46FF-4937-8EFA-DCA0FAC6F9CB}" srcOrd="2" destOrd="0" presId="urn:microsoft.com/office/officeart/2018/5/layout/IconCircleLabelList"/>
    <dgm:cxn modelId="{4268AE59-E5E9-4B47-B7C7-FCBB501E7B87}" type="presParOf" srcId="{BF568FC0-8952-419F-B4A1-7766C9959324}" destId="{3462A318-2FA3-41AF-9F01-F4D9039C91A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B32A50-7675-45A2-AC74-0901812D212D}">
      <dsp:nvSpPr>
        <dsp:cNvPr id="0" name=""/>
        <dsp:cNvSpPr/>
      </dsp:nvSpPr>
      <dsp:spPr>
        <a:xfrm>
          <a:off x="3080" y="109734"/>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ABSTRACT</a:t>
          </a:r>
        </a:p>
      </dsp:txBody>
      <dsp:txXfrm>
        <a:off x="3080" y="109734"/>
        <a:ext cx="2444055" cy="1466433"/>
      </dsp:txXfrm>
    </dsp:sp>
    <dsp:sp modelId="{3314FFAA-9913-465B-BB6E-CA06A3624F3F}">
      <dsp:nvSpPr>
        <dsp:cNvPr id="0" name=""/>
        <dsp:cNvSpPr/>
      </dsp:nvSpPr>
      <dsp:spPr>
        <a:xfrm>
          <a:off x="2691541" y="109734"/>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INTRODUCTION OF THE ORGANIZATION</a:t>
          </a:r>
        </a:p>
      </dsp:txBody>
      <dsp:txXfrm>
        <a:off x="2691541" y="109734"/>
        <a:ext cx="2444055" cy="1466433"/>
      </dsp:txXfrm>
    </dsp:sp>
    <dsp:sp modelId="{D0746428-E365-4E32-9E9F-30668ABC7F97}">
      <dsp:nvSpPr>
        <dsp:cNvPr id="0" name=""/>
        <dsp:cNvSpPr/>
      </dsp:nvSpPr>
      <dsp:spPr>
        <a:xfrm>
          <a:off x="5380002" y="109734"/>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GENERAL OPERATIONAL COMPONENTS</a:t>
          </a:r>
        </a:p>
      </dsp:txBody>
      <dsp:txXfrm>
        <a:off x="5380002" y="109734"/>
        <a:ext cx="2444055" cy="1466433"/>
      </dsp:txXfrm>
    </dsp:sp>
    <dsp:sp modelId="{AA437395-0BBC-475E-8FD0-23E81EFF99A5}">
      <dsp:nvSpPr>
        <dsp:cNvPr id="0" name=""/>
        <dsp:cNvSpPr/>
      </dsp:nvSpPr>
      <dsp:spPr>
        <a:xfrm>
          <a:off x="8068463" y="109734"/>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WORKPLACE-WISE HAZARDS  IDENTIFICATION AND RISK ASSESSMENT</a:t>
          </a:r>
        </a:p>
      </dsp:txBody>
      <dsp:txXfrm>
        <a:off x="8068463" y="109734"/>
        <a:ext cx="2444055" cy="1466433"/>
      </dsp:txXfrm>
    </dsp:sp>
    <dsp:sp modelId="{4783AEE2-1B2F-423D-BE4B-D77335CDCA33}">
      <dsp:nvSpPr>
        <dsp:cNvPr id="0" name=""/>
        <dsp:cNvSpPr/>
      </dsp:nvSpPr>
      <dsp:spPr>
        <a:xfrm>
          <a:off x="3080" y="1820572"/>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MITIGATION/ELIMINATION STRATEGY(ISO 45001 AND ISO 14001 COMPLIANT)</a:t>
          </a:r>
        </a:p>
      </dsp:txBody>
      <dsp:txXfrm>
        <a:off x="3080" y="1820572"/>
        <a:ext cx="2444055" cy="1466433"/>
      </dsp:txXfrm>
    </dsp:sp>
    <dsp:sp modelId="{1E0DAD49-111D-4A71-9257-787296E92E8D}">
      <dsp:nvSpPr>
        <dsp:cNvPr id="0" name=""/>
        <dsp:cNvSpPr/>
      </dsp:nvSpPr>
      <dsp:spPr>
        <a:xfrm>
          <a:off x="2691541" y="1820572"/>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ISO 45001 COMPLIANCE CHECKLISTS</a:t>
          </a:r>
        </a:p>
      </dsp:txBody>
      <dsp:txXfrm>
        <a:off x="2691541" y="1820572"/>
        <a:ext cx="2444055" cy="1466433"/>
      </dsp:txXfrm>
    </dsp:sp>
    <dsp:sp modelId="{EC7659B3-E067-4215-9305-E7A88264EF50}">
      <dsp:nvSpPr>
        <dsp:cNvPr id="0" name=""/>
        <dsp:cNvSpPr/>
      </dsp:nvSpPr>
      <dsp:spPr>
        <a:xfrm>
          <a:off x="5380002" y="1820572"/>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ISO 14001 COMPLIANCE CHECKLISTS</a:t>
          </a:r>
        </a:p>
      </dsp:txBody>
      <dsp:txXfrm>
        <a:off x="5380002" y="1820572"/>
        <a:ext cx="2444055" cy="1466433"/>
      </dsp:txXfrm>
    </dsp:sp>
    <dsp:sp modelId="{BD4EBAE5-D593-46E2-B4BC-C3F13B59B0AF}">
      <dsp:nvSpPr>
        <dsp:cNvPr id="0" name=""/>
        <dsp:cNvSpPr/>
      </dsp:nvSpPr>
      <dsp:spPr>
        <a:xfrm>
          <a:off x="8068463" y="1820572"/>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ISO 45001:HAZARDS AND SAFETY REQUIREMENTS</a:t>
          </a:r>
        </a:p>
      </dsp:txBody>
      <dsp:txXfrm>
        <a:off x="8068463" y="1820572"/>
        <a:ext cx="2444055" cy="1466433"/>
      </dsp:txXfrm>
    </dsp:sp>
    <dsp:sp modelId="{9D3866F5-1406-46FD-807F-68B8A5F1BE06}">
      <dsp:nvSpPr>
        <dsp:cNvPr id="0" name=""/>
        <dsp:cNvSpPr/>
      </dsp:nvSpPr>
      <dsp:spPr>
        <a:xfrm>
          <a:off x="1347311" y="3531411"/>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ISO 14001:HAZARDS AND SAFETY REQUIREMENTS</a:t>
          </a:r>
        </a:p>
      </dsp:txBody>
      <dsp:txXfrm>
        <a:off x="1347311" y="3531411"/>
        <a:ext cx="2444055" cy="1466433"/>
      </dsp:txXfrm>
    </dsp:sp>
    <dsp:sp modelId="{C20ED665-CA83-43EA-B37F-62D53CA55379}">
      <dsp:nvSpPr>
        <dsp:cNvPr id="0" name=""/>
        <dsp:cNvSpPr/>
      </dsp:nvSpPr>
      <dsp:spPr>
        <a:xfrm>
          <a:off x="4035772" y="3531411"/>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CONCLUSION</a:t>
          </a:r>
        </a:p>
      </dsp:txBody>
      <dsp:txXfrm>
        <a:off x="4035772" y="3531411"/>
        <a:ext cx="2444055" cy="1466433"/>
      </dsp:txXfrm>
    </dsp:sp>
    <dsp:sp modelId="{244379B3-0CB2-47DE-9A40-D8E2CB18DE78}">
      <dsp:nvSpPr>
        <dsp:cNvPr id="0" name=""/>
        <dsp:cNvSpPr/>
      </dsp:nvSpPr>
      <dsp:spPr>
        <a:xfrm>
          <a:off x="6724233" y="3531411"/>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REFERNCES</a:t>
          </a:r>
        </a:p>
      </dsp:txBody>
      <dsp:txXfrm>
        <a:off x="6724233" y="3531411"/>
        <a:ext cx="2444055" cy="1466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97F355-ED47-4058-A1B0-C6572963BBBA}">
      <dsp:nvSpPr>
        <dsp:cNvPr id="0" name=""/>
        <dsp:cNvSpPr/>
      </dsp:nvSpPr>
      <dsp:spPr>
        <a:xfrm>
          <a:off x="0" y="531"/>
          <a:ext cx="105156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912F51-9D20-4D75-887A-CB5EC7A87383}">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B62BCF-1A23-4F31-B721-7C8C7189BDD5}">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622300">
            <a:lnSpc>
              <a:spcPct val="90000"/>
            </a:lnSpc>
            <a:spcBef>
              <a:spcPct val="0"/>
            </a:spcBef>
            <a:spcAft>
              <a:spcPct val="35000"/>
            </a:spcAft>
            <a:buNone/>
          </a:pPr>
          <a:r>
            <a:rPr lang="en-US" sz="1400" kern="1200"/>
            <a:t>In this semester project our organization </a:t>
          </a:r>
          <a:r>
            <a:rPr lang="en-US" sz="1400" b="1" kern="1200"/>
            <a:t>RISETECH COMPUTER ENGINERRING DEPARTMENT NUST EME COLLEGE.</a:t>
          </a:r>
          <a:endParaRPr lang="en-US" sz="1400" kern="1200"/>
        </a:p>
      </dsp:txBody>
      <dsp:txXfrm>
        <a:off x="1435590" y="531"/>
        <a:ext cx="9080009" cy="1242935"/>
      </dsp:txXfrm>
    </dsp:sp>
    <dsp:sp modelId="{62778FCB-143E-4550-8737-DC1867A228DA}">
      <dsp:nvSpPr>
        <dsp:cNvPr id="0" name=""/>
        <dsp:cNvSpPr/>
      </dsp:nvSpPr>
      <dsp:spPr>
        <a:xfrm>
          <a:off x="0" y="1554201"/>
          <a:ext cx="105156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D33A6A-40F6-443E-BC6E-A4077E0F3491}">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A179CB-A743-42E4-A3FC-485D0D4E2A16}">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622300">
            <a:lnSpc>
              <a:spcPct val="90000"/>
            </a:lnSpc>
            <a:spcBef>
              <a:spcPct val="0"/>
            </a:spcBef>
            <a:spcAft>
              <a:spcPct val="35000"/>
            </a:spcAft>
            <a:buNone/>
          </a:pPr>
          <a:r>
            <a:rPr lang="en-US" sz="1400" kern="1200"/>
            <a:t>Under the dispensation of the HSE development program of the college of electrical and mechanical engineering-national university of sciences and technology, this group audit for RISETECH is cross-sectional and aimed at auditing the health, safety, and environmental practices within the organization.</a:t>
          </a:r>
        </a:p>
      </dsp:txBody>
      <dsp:txXfrm>
        <a:off x="1435590" y="1554201"/>
        <a:ext cx="9080009" cy="1242935"/>
      </dsp:txXfrm>
    </dsp:sp>
    <dsp:sp modelId="{BF48FC82-CF86-484F-B676-5617694F1656}">
      <dsp:nvSpPr>
        <dsp:cNvPr id="0" name=""/>
        <dsp:cNvSpPr/>
      </dsp:nvSpPr>
      <dsp:spPr>
        <a:xfrm>
          <a:off x="0" y="3107870"/>
          <a:ext cx="105156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D1DF2E-2F23-477F-8435-FEA9E083B409}">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6FD2F-CBD5-44F2-902C-57D374D53F78}">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622300">
            <a:lnSpc>
              <a:spcPct val="90000"/>
            </a:lnSpc>
            <a:spcBef>
              <a:spcPct val="0"/>
            </a:spcBef>
            <a:spcAft>
              <a:spcPct val="35000"/>
            </a:spcAft>
            <a:buNone/>
          </a:pPr>
          <a:r>
            <a:rPr lang="en-US" sz="1400" kern="1200"/>
            <a:t>Compliance to international best practice by way of the iso 45001:2018 occupational health and safety management systems (OHSMS) and iso 14001:2015 environmental management systems (EMS) standards is strictly followed during the audit, which also touches compliance with other key area audits that will include identifying hazards in the workplace, assessing risks, and legal and regulatory compliance, along with a review of existing safety and environmental controls.</a:t>
          </a:r>
        </a:p>
      </dsp:txBody>
      <dsp:txXfrm>
        <a:off x="1435590" y="3107870"/>
        <a:ext cx="9080009" cy="1242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C28EB-E8C4-4C0C-8EAF-9873ABFF70AF}">
      <dsp:nvSpPr>
        <dsp:cNvPr id="0" name=""/>
        <dsp:cNvSpPr/>
      </dsp:nvSpPr>
      <dsp:spPr>
        <a:xfrm>
          <a:off x="0" y="7483"/>
          <a:ext cx="10515600" cy="1409118"/>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RISETECH, a research unit within the computer engineering department at NUST college of EME, concentrates on academic research, prototyping embedded systems, developing iot solutions, and integrating hardware and software. </a:t>
          </a:r>
        </a:p>
      </dsp:txBody>
      <dsp:txXfrm>
        <a:off x="68787" y="76270"/>
        <a:ext cx="10378026" cy="1271544"/>
      </dsp:txXfrm>
    </dsp:sp>
    <dsp:sp modelId="{3305EDF2-A2AD-4EF9-96A0-1ACB6714B4F6}">
      <dsp:nvSpPr>
        <dsp:cNvPr id="0" name=""/>
        <dsp:cNvSpPr/>
      </dsp:nvSpPr>
      <dsp:spPr>
        <a:xfrm>
          <a:off x="0" y="1474202"/>
          <a:ext cx="10515600" cy="1409118"/>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PURPOSE OF THE AUDIT</a:t>
          </a:r>
          <a:endParaRPr lang="en-US" sz="2000" kern="1200"/>
        </a:p>
      </dsp:txBody>
      <dsp:txXfrm>
        <a:off x="68787" y="1542989"/>
        <a:ext cx="10378026" cy="1271544"/>
      </dsp:txXfrm>
    </dsp:sp>
    <dsp:sp modelId="{327CC675-7C4F-421E-925B-1A1A69383D38}">
      <dsp:nvSpPr>
        <dsp:cNvPr id="0" name=""/>
        <dsp:cNvSpPr/>
      </dsp:nvSpPr>
      <dsp:spPr>
        <a:xfrm>
          <a:off x="0" y="2940921"/>
          <a:ext cx="10515600" cy="1409118"/>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health, safety, and environment (HSE) audit evaluate RISETECH workplace safety practices and environmental compliance, identifying potential hazards, assessing risks, and recommending mitigation strategies in accordance with iso 45001:2018 and iso 14001:2015 standards, ensuring personnel safety and sustainable environmental practices.</a:t>
          </a:r>
        </a:p>
      </dsp:txBody>
      <dsp:txXfrm>
        <a:off x="68787" y="3009708"/>
        <a:ext cx="10378026" cy="12715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9A66EB-5502-4FC8-AD7B-F99819F1416F}">
      <dsp:nvSpPr>
        <dsp:cNvPr id="0" name=""/>
        <dsp:cNvSpPr/>
      </dsp:nvSpPr>
      <dsp:spPr>
        <a:xfrm>
          <a:off x="0" y="192380"/>
          <a:ext cx="10515600" cy="87837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OBJECTIVES OF THE AUDIT</a:t>
          </a:r>
          <a:endParaRPr lang="en-US" sz="2200" kern="1200"/>
        </a:p>
      </dsp:txBody>
      <dsp:txXfrm>
        <a:off x="42879" y="235259"/>
        <a:ext cx="10429842" cy="792619"/>
      </dsp:txXfrm>
    </dsp:sp>
    <dsp:sp modelId="{458578C2-CF4E-4FAE-A05C-749EE7C71DCA}">
      <dsp:nvSpPr>
        <dsp:cNvPr id="0" name=""/>
        <dsp:cNvSpPr/>
      </dsp:nvSpPr>
      <dsp:spPr>
        <a:xfrm>
          <a:off x="0" y="1134117"/>
          <a:ext cx="10515600" cy="87837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Examine the present health, safety, and environmental conditions within the research and development facility. </a:t>
          </a:r>
        </a:p>
      </dsp:txBody>
      <dsp:txXfrm>
        <a:off x="42879" y="1176996"/>
        <a:ext cx="10429842" cy="792619"/>
      </dsp:txXfrm>
    </dsp:sp>
    <dsp:sp modelId="{5081AA7B-F018-4726-AB2A-9E11AA38BA1E}">
      <dsp:nvSpPr>
        <dsp:cNvPr id="0" name=""/>
        <dsp:cNvSpPr/>
      </dsp:nvSpPr>
      <dsp:spPr>
        <a:xfrm>
          <a:off x="0" y="2075855"/>
          <a:ext cx="10515600" cy="87837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Recognize and assess potential risks to health, safety, and the environment that may arise from regular operations, equipment usage, and workspace conditions.</a:t>
          </a:r>
        </a:p>
      </dsp:txBody>
      <dsp:txXfrm>
        <a:off x="42879" y="2118734"/>
        <a:ext cx="10429842" cy="792619"/>
      </dsp:txXfrm>
    </dsp:sp>
    <dsp:sp modelId="{54E8D651-DCC4-4C78-9FCC-A7915F49ED0A}">
      <dsp:nvSpPr>
        <dsp:cNvPr id="0" name=""/>
        <dsp:cNvSpPr/>
      </dsp:nvSpPr>
      <dsp:spPr>
        <a:xfrm>
          <a:off x="0" y="3017592"/>
          <a:ext cx="10515600" cy="87837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Assess the lab's existing procedures in light of the requirements outlined in ISO 45001 and ISO 14001, identifying both its strengths and areas that require enhancement.  </a:t>
          </a:r>
        </a:p>
      </dsp:txBody>
      <dsp:txXfrm>
        <a:off x="42879" y="3060471"/>
        <a:ext cx="10429842" cy="792619"/>
      </dsp:txXfrm>
    </dsp:sp>
    <dsp:sp modelId="{0B1ACF72-AF04-449F-8382-47FDF326047B}">
      <dsp:nvSpPr>
        <dsp:cNvPr id="0" name=""/>
        <dsp:cNvSpPr/>
      </dsp:nvSpPr>
      <dsp:spPr>
        <a:xfrm>
          <a:off x="0" y="3959330"/>
          <a:ext cx="10515600" cy="87837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Suggest practical, affordable measures to mitigate or eliminate hazards, ensuring enhanced safety, reduced environmental impact, and long-term sustainability.</a:t>
          </a:r>
        </a:p>
      </dsp:txBody>
      <dsp:txXfrm>
        <a:off x="42879" y="4002209"/>
        <a:ext cx="10429842" cy="7926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D087B4-DAAA-40A4-BEC2-CDEC192E70DE}">
      <dsp:nvSpPr>
        <dsp:cNvPr id="0" name=""/>
        <dsp:cNvSpPr/>
      </dsp:nvSpPr>
      <dsp:spPr>
        <a:xfrm>
          <a:off x="2614981" y="709129"/>
          <a:ext cx="546965" cy="91440"/>
        </a:xfrm>
        <a:custGeom>
          <a:avLst/>
          <a:gdLst/>
          <a:ahLst/>
          <a:cxnLst/>
          <a:rect l="0" t="0" r="0" b="0"/>
          <a:pathLst>
            <a:path>
              <a:moveTo>
                <a:pt x="0" y="45720"/>
              </a:moveTo>
              <a:lnTo>
                <a:pt x="546965"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74024" y="751961"/>
        <a:ext cx="28878" cy="5775"/>
      </dsp:txXfrm>
    </dsp:sp>
    <dsp:sp modelId="{46767EC0-2175-4859-9661-B829DA9C2CBF}">
      <dsp:nvSpPr>
        <dsp:cNvPr id="0" name=""/>
        <dsp:cNvSpPr/>
      </dsp:nvSpPr>
      <dsp:spPr>
        <a:xfrm>
          <a:off x="105624" y="1502"/>
          <a:ext cx="2511156" cy="150669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622300">
            <a:lnSpc>
              <a:spcPct val="90000"/>
            </a:lnSpc>
            <a:spcBef>
              <a:spcPct val="0"/>
            </a:spcBef>
            <a:spcAft>
              <a:spcPct val="35000"/>
            </a:spcAft>
            <a:buNone/>
          </a:pPr>
          <a:r>
            <a:rPr lang="en-US" sz="1400" b="1" kern="1200"/>
            <a:t>SCOPE OF THE AUDIT</a:t>
          </a:r>
          <a:endParaRPr lang="en-US" sz="1400" kern="1200"/>
        </a:p>
      </dsp:txBody>
      <dsp:txXfrm>
        <a:off x="105624" y="1502"/>
        <a:ext cx="2511156" cy="1506693"/>
      </dsp:txXfrm>
    </dsp:sp>
    <dsp:sp modelId="{A41B32BD-A9DA-42DF-AEDB-7FB9D471FCB6}">
      <dsp:nvSpPr>
        <dsp:cNvPr id="0" name=""/>
        <dsp:cNvSpPr/>
      </dsp:nvSpPr>
      <dsp:spPr>
        <a:xfrm>
          <a:off x="1361202" y="1506396"/>
          <a:ext cx="3088722" cy="546965"/>
        </a:xfrm>
        <a:custGeom>
          <a:avLst/>
          <a:gdLst/>
          <a:ahLst/>
          <a:cxnLst/>
          <a:rect l="0" t="0" r="0" b="0"/>
          <a:pathLst>
            <a:path>
              <a:moveTo>
                <a:pt x="3088722" y="0"/>
              </a:moveTo>
              <a:lnTo>
                <a:pt x="3088722" y="290582"/>
              </a:lnTo>
              <a:lnTo>
                <a:pt x="0" y="290582"/>
              </a:lnTo>
              <a:lnTo>
                <a:pt x="0" y="546965"/>
              </a:lnTo>
            </a:path>
          </a:pathLst>
        </a:custGeom>
        <a:noFill/>
        <a:ln w="12700" cap="flat" cmpd="sng" algn="ctr">
          <a:solidFill>
            <a:schemeClr val="accent5">
              <a:hueOff val="-3038037"/>
              <a:satOff val="-207"/>
              <a:lumOff val="4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27007" y="1776991"/>
        <a:ext cx="157112" cy="5775"/>
      </dsp:txXfrm>
    </dsp:sp>
    <dsp:sp modelId="{4DF192F3-1C25-4FEE-95AD-331884BD8B40}">
      <dsp:nvSpPr>
        <dsp:cNvPr id="0" name=""/>
        <dsp:cNvSpPr/>
      </dsp:nvSpPr>
      <dsp:spPr>
        <a:xfrm>
          <a:off x="3194346" y="1502"/>
          <a:ext cx="2511156" cy="1506693"/>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622300">
            <a:lnSpc>
              <a:spcPct val="90000"/>
            </a:lnSpc>
            <a:spcBef>
              <a:spcPct val="0"/>
            </a:spcBef>
            <a:spcAft>
              <a:spcPct val="35000"/>
            </a:spcAft>
            <a:buNone/>
          </a:pPr>
          <a:r>
            <a:rPr lang="en-US" sz="1400" kern="1200"/>
            <a:t>Workplaces and administrative areas. </a:t>
          </a:r>
        </a:p>
      </dsp:txBody>
      <dsp:txXfrm>
        <a:off x="3194346" y="1502"/>
        <a:ext cx="2511156" cy="1506693"/>
      </dsp:txXfrm>
    </dsp:sp>
    <dsp:sp modelId="{EA83F035-9C62-4670-B271-7E3388C4CAB3}">
      <dsp:nvSpPr>
        <dsp:cNvPr id="0" name=""/>
        <dsp:cNvSpPr/>
      </dsp:nvSpPr>
      <dsp:spPr>
        <a:xfrm>
          <a:off x="2614981" y="2793389"/>
          <a:ext cx="546965" cy="91440"/>
        </a:xfrm>
        <a:custGeom>
          <a:avLst/>
          <a:gdLst/>
          <a:ahLst/>
          <a:cxnLst/>
          <a:rect l="0" t="0" r="0" b="0"/>
          <a:pathLst>
            <a:path>
              <a:moveTo>
                <a:pt x="0" y="45720"/>
              </a:moveTo>
              <a:lnTo>
                <a:pt x="546965" y="45720"/>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74024" y="2836221"/>
        <a:ext cx="28878" cy="5775"/>
      </dsp:txXfrm>
    </dsp:sp>
    <dsp:sp modelId="{C9AA3084-6433-4657-A7D9-B4EA8F11986F}">
      <dsp:nvSpPr>
        <dsp:cNvPr id="0" name=""/>
        <dsp:cNvSpPr/>
      </dsp:nvSpPr>
      <dsp:spPr>
        <a:xfrm>
          <a:off x="105624" y="2085762"/>
          <a:ext cx="2511156" cy="1506693"/>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622300">
            <a:lnSpc>
              <a:spcPct val="90000"/>
            </a:lnSpc>
            <a:spcBef>
              <a:spcPct val="0"/>
            </a:spcBef>
            <a:spcAft>
              <a:spcPct val="35000"/>
            </a:spcAft>
            <a:buNone/>
          </a:pPr>
          <a:r>
            <a:rPr lang="en-US" sz="1400" kern="1200"/>
            <a:t>Server rooms and its infrastructure zones. </a:t>
          </a:r>
        </a:p>
      </dsp:txBody>
      <dsp:txXfrm>
        <a:off x="105624" y="2085762"/>
        <a:ext cx="2511156" cy="1506693"/>
      </dsp:txXfrm>
    </dsp:sp>
    <dsp:sp modelId="{CF8F9FE5-9DB7-4E1D-B5FD-B1BC27E7A438}">
      <dsp:nvSpPr>
        <dsp:cNvPr id="0" name=""/>
        <dsp:cNvSpPr/>
      </dsp:nvSpPr>
      <dsp:spPr>
        <a:xfrm>
          <a:off x="1361202" y="3590656"/>
          <a:ext cx="3088722" cy="546965"/>
        </a:xfrm>
        <a:custGeom>
          <a:avLst/>
          <a:gdLst/>
          <a:ahLst/>
          <a:cxnLst/>
          <a:rect l="0" t="0" r="0" b="0"/>
          <a:pathLst>
            <a:path>
              <a:moveTo>
                <a:pt x="3088722" y="0"/>
              </a:moveTo>
              <a:lnTo>
                <a:pt x="3088722" y="290582"/>
              </a:lnTo>
              <a:lnTo>
                <a:pt x="0" y="290582"/>
              </a:lnTo>
              <a:lnTo>
                <a:pt x="0" y="546965"/>
              </a:lnTo>
            </a:path>
          </a:pathLst>
        </a:custGeom>
        <a:noFill/>
        <a:ln w="12700" cap="flat" cmpd="sng" algn="ctr">
          <a:solidFill>
            <a:schemeClr val="accent5">
              <a:hueOff val="-9114112"/>
              <a:satOff val="-620"/>
              <a:lumOff val="1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27007" y="3861251"/>
        <a:ext cx="157112" cy="5775"/>
      </dsp:txXfrm>
    </dsp:sp>
    <dsp:sp modelId="{0EA4BA66-9B07-473A-9102-FB9D7B06A133}">
      <dsp:nvSpPr>
        <dsp:cNvPr id="0" name=""/>
        <dsp:cNvSpPr/>
      </dsp:nvSpPr>
      <dsp:spPr>
        <a:xfrm>
          <a:off x="3194346" y="2085762"/>
          <a:ext cx="2511156" cy="1506693"/>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622300">
            <a:lnSpc>
              <a:spcPct val="90000"/>
            </a:lnSpc>
            <a:spcBef>
              <a:spcPct val="0"/>
            </a:spcBef>
            <a:spcAft>
              <a:spcPct val="35000"/>
            </a:spcAft>
            <a:buNone/>
          </a:pPr>
          <a:r>
            <a:rPr lang="en-US" sz="1400" kern="1200"/>
            <a:t>Research facilities. </a:t>
          </a:r>
        </a:p>
      </dsp:txBody>
      <dsp:txXfrm>
        <a:off x="3194346" y="2085762"/>
        <a:ext cx="2511156" cy="1506693"/>
      </dsp:txXfrm>
    </dsp:sp>
    <dsp:sp modelId="{3351BAD7-435A-47CC-AB3A-2012E29F36EE}">
      <dsp:nvSpPr>
        <dsp:cNvPr id="0" name=""/>
        <dsp:cNvSpPr/>
      </dsp:nvSpPr>
      <dsp:spPr>
        <a:xfrm>
          <a:off x="2614981" y="4877649"/>
          <a:ext cx="546965" cy="91440"/>
        </a:xfrm>
        <a:custGeom>
          <a:avLst/>
          <a:gdLst/>
          <a:ahLst/>
          <a:cxnLst/>
          <a:rect l="0" t="0" r="0" b="0"/>
          <a:pathLst>
            <a:path>
              <a:moveTo>
                <a:pt x="0" y="45720"/>
              </a:moveTo>
              <a:lnTo>
                <a:pt x="546965"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74024" y="4920481"/>
        <a:ext cx="28878" cy="5775"/>
      </dsp:txXfrm>
    </dsp:sp>
    <dsp:sp modelId="{C2BC1ED1-287C-4126-A21A-92AAC25C85E8}">
      <dsp:nvSpPr>
        <dsp:cNvPr id="0" name=""/>
        <dsp:cNvSpPr/>
      </dsp:nvSpPr>
      <dsp:spPr>
        <a:xfrm>
          <a:off x="105624" y="4170022"/>
          <a:ext cx="2511156" cy="1506693"/>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622300">
            <a:lnSpc>
              <a:spcPct val="90000"/>
            </a:lnSpc>
            <a:spcBef>
              <a:spcPct val="0"/>
            </a:spcBef>
            <a:spcAft>
              <a:spcPct val="35000"/>
            </a:spcAft>
            <a:buNone/>
          </a:pPr>
          <a:r>
            <a:rPr lang="en-US" sz="1400" kern="1200"/>
            <a:t>Workshops and equipment storage locations. </a:t>
          </a:r>
        </a:p>
      </dsp:txBody>
      <dsp:txXfrm>
        <a:off x="105624" y="4170022"/>
        <a:ext cx="2511156" cy="1506693"/>
      </dsp:txXfrm>
    </dsp:sp>
    <dsp:sp modelId="{BB085A72-9DF2-4275-ACF0-B244534964E0}">
      <dsp:nvSpPr>
        <dsp:cNvPr id="0" name=""/>
        <dsp:cNvSpPr/>
      </dsp:nvSpPr>
      <dsp:spPr>
        <a:xfrm>
          <a:off x="3194346" y="4170022"/>
          <a:ext cx="2511156" cy="1506693"/>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049" tIns="129161" rIns="123049" bIns="129161" numCol="1" spcCol="1270" anchor="ctr" anchorCtr="0">
          <a:noAutofit/>
        </a:bodyPr>
        <a:lstStyle/>
        <a:p>
          <a:pPr marL="0" lvl="0" indent="0" algn="ctr" defTabSz="622300">
            <a:lnSpc>
              <a:spcPct val="90000"/>
            </a:lnSpc>
            <a:spcBef>
              <a:spcPct val="0"/>
            </a:spcBef>
            <a:spcAft>
              <a:spcPct val="35000"/>
            </a:spcAft>
            <a:buNone/>
          </a:pPr>
          <a:r>
            <a:rPr lang="en-US" sz="1400" kern="1200"/>
            <a:t>These regions are evaluated for potential risks, compliance gaps, emergency readiness, and overall adherence to HSE best practices.</a:t>
          </a:r>
        </a:p>
      </dsp:txBody>
      <dsp:txXfrm>
        <a:off x="3194346" y="4170022"/>
        <a:ext cx="2511156" cy="15066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F92745-DA34-451C-B59F-D1FA7B0819DF}">
      <dsp:nvSpPr>
        <dsp:cNvPr id="0" name=""/>
        <dsp:cNvSpPr/>
      </dsp:nvSpPr>
      <dsp:spPr>
        <a:xfrm>
          <a:off x="562927" y="51676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36EB86-0CDA-4B12-92EC-37FFCFE3E971}">
      <dsp:nvSpPr>
        <dsp:cNvPr id="0" name=""/>
        <dsp:cNvSpPr/>
      </dsp:nvSpPr>
      <dsp:spPr>
        <a:xfrm>
          <a:off x="871091" y="82493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AB143E-280E-4D0E-9DCB-9DBD0B50FF2A}">
      <dsp:nvSpPr>
        <dsp:cNvPr id="0" name=""/>
        <dsp:cNvSpPr/>
      </dsp:nvSpPr>
      <dsp:spPr>
        <a:xfrm>
          <a:off x="100682" y="2413158"/>
          <a:ext cx="2370489" cy="18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solidFill>
                <a:schemeClr val="tx1"/>
              </a:solidFill>
            </a:rPr>
            <a:t>The HSE audit of RISETECH highlights both the strengths and weaknesses in the existing environmental and safety practices.</a:t>
          </a:r>
        </a:p>
      </dsp:txBody>
      <dsp:txXfrm>
        <a:off x="100682" y="2413158"/>
        <a:ext cx="2370489" cy="1800000"/>
      </dsp:txXfrm>
    </dsp:sp>
    <dsp:sp modelId="{D7430A97-357F-41F5-AA23-A15B6ADDD0BB}">
      <dsp:nvSpPr>
        <dsp:cNvPr id="0" name=""/>
        <dsp:cNvSpPr/>
      </dsp:nvSpPr>
      <dsp:spPr>
        <a:xfrm>
          <a:off x="3348252" y="51676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3743AE-048F-44DD-B421-2D686D0E10FE}">
      <dsp:nvSpPr>
        <dsp:cNvPr id="0" name=""/>
        <dsp:cNvSpPr/>
      </dsp:nvSpPr>
      <dsp:spPr>
        <a:xfrm>
          <a:off x="3656416" y="82493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7594AA-F85E-4DBA-851C-1AD17433107B}">
      <dsp:nvSpPr>
        <dsp:cNvPr id="0" name=""/>
        <dsp:cNvSpPr/>
      </dsp:nvSpPr>
      <dsp:spPr>
        <a:xfrm>
          <a:off x="2886007" y="2413158"/>
          <a:ext cx="2370489" cy="18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dirty="0">
              <a:solidFill>
                <a:schemeClr val="tx1"/>
              </a:solidFill>
            </a:rPr>
            <a:t>While there is a decent level of compliance with ISO 45001 and ISO 14001, there is still room for improvement in terms of documentation, conducting regular internal audits, and formalizing procedures.</a:t>
          </a:r>
        </a:p>
      </dsp:txBody>
      <dsp:txXfrm>
        <a:off x="2886007" y="2413158"/>
        <a:ext cx="2370489" cy="1800000"/>
      </dsp:txXfrm>
    </dsp:sp>
    <dsp:sp modelId="{E896FF3D-E31D-4E7B-9192-D922E3366D27}">
      <dsp:nvSpPr>
        <dsp:cNvPr id="0" name=""/>
        <dsp:cNvSpPr/>
      </dsp:nvSpPr>
      <dsp:spPr>
        <a:xfrm>
          <a:off x="6133577" y="51676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37B2C8-07C3-478A-AD83-59507BEC412B}">
      <dsp:nvSpPr>
        <dsp:cNvPr id="0" name=""/>
        <dsp:cNvSpPr/>
      </dsp:nvSpPr>
      <dsp:spPr>
        <a:xfrm>
          <a:off x="6441741" y="82493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9ED06C-64E0-45A6-95F0-85278E1370E1}">
      <dsp:nvSpPr>
        <dsp:cNvPr id="0" name=""/>
        <dsp:cNvSpPr/>
      </dsp:nvSpPr>
      <dsp:spPr>
        <a:xfrm>
          <a:off x="5671332" y="2413158"/>
          <a:ext cx="2370489" cy="18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dirty="0">
              <a:solidFill>
                <a:schemeClr val="tx1"/>
              </a:solidFill>
            </a:rPr>
            <a:t>The organization's safety culture and environmental integrity will be significantly improved through the implementation of performance reviews, formalized training, and waste documentation.</a:t>
          </a:r>
        </a:p>
      </dsp:txBody>
      <dsp:txXfrm>
        <a:off x="5671332" y="2413158"/>
        <a:ext cx="2370489" cy="1800000"/>
      </dsp:txXfrm>
    </dsp:sp>
    <dsp:sp modelId="{599B2DAA-04D1-47D5-9889-A389F07B9248}">
      <dsp:nvSpPr>
        <dsp:cNvPr id="0" name=""/>
        <dsp:cNvSpPr/>
      </dsp:nvSpPr>
      <dsp:spPr>
        <a:xfrm>
          <a:off x="8918902" y="51676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45AFF1-C200-4EA7-82ED-FB5AF38874A4}">
      <dsp:nvSpPr>
        <dsp:cNvPr id="0" name=""/>
        <dsp:cNvSpPr/>
      </dsp:nvSpPr>
      <dsp:spPr>
        <a:xfrm>
          <a:off x="9227066" y="82493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62A318-2FA3-41AF-9F01-F4D9039C91AB}">
      <dsp:nvSpPr>
        <dsp:cNvPr id="0" name=""/>
        <dsp:cNvSpPr/>
      </dsp:nvSpPr>
      <dsp:spPr>
        <a:xfrm>
          <a:off x="8456657" y="2413158"/>
          <a:ext cx="2370489" cy="18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dirty="0">
              <a:solidFill>
                <a:schemeClr val="tx1"/>
              </a:solidFill>
            </a:rPr>
            <a:t>By adhering to these global guidelines, RISETECH can create a secure and eco-friendly workplace that fosters creativity and scientific exploration.</a:t>
          </a:r>
        </a:p>
      </dsp:txBody>
      <dsp:txXfrm>
        <a:off x="8456657" y="2413158"/>
        <a:ext cx="2370489" cy="18000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5CB67-9D53-464A-833E-8E51F7462C29}" type="datetimeFigureOut">
              <a:rPr lang="en-US" smtClean="0"/>
              <a:t>26-May-25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AF7F7-C556-4F40-8412-25984F522C5E}" type="slidenum">
              <a:rPr lang="en-US" smtClean="0"/>
              <a:t>‹#›</a:t>
            </a:fld>
            <a:endParaRPr lang="en-US"/>
          </a:p>
        </p:txBody>
      </p:sp>
    </p:spTree>
    <p:extLst>
      <p:ext uri="{BB962C8B-B14F-4D97-AF65-F5344CB8AC3E}">
        <p14:creationId xmlns:p14="http://schemas.microsoft.com/office/powerpoint/2010/main" val="1588524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88943-66CA-08C3-3433-CBDABAA00A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D402B3-6AD7-9A40-7CD1-61B1ABF681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74B922-79B3-2F02-BD6D-2DD2550B0D9F}"/>
              </a:ext>
            </a:extLst>
          </p:cNvPr>
          <p:cNvSpPr>
            <a:spLocks noGrp="1"/>
          </p:cNvSpPr>
          <p:nvPr>
            <p:ph type="dt" sz="half" idx="10"/>
          </p:nvPr>
        </p:nvSpPr>
        <p:spPr/>
        <p:txBody>
          <a:bodyPr/>
          <a:lstStyle/>
          <a:p>
            <a:fld id="{D16FDF85-83D5-4644-A8A8-7143E0E3EF5D}" type="datetime1">
              <a:rPr lang="en-US" smtClean="0"/>
              <a:t>26-May-25</a:t>
            </a:fld>
            <a:endParaRPr lang="en-US"/>
          </a:p>
        </p:txBody>
      </p:sp>
      <p:sp>
        <p:nvSpPr>
          <p:cNvPr id="5" name="Footer Placeholder 4">
            <a:extLst>
              <a:ext uri="{FF2B5EF4-FFF2-40B4-BE49-F238E27FC236}">
                <a16:creationId xmlns:a16="http://schemas.microsoft.com/office/drawing/2014/main" id="{8C52133D-ADA9-112B-7554-550D33B272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F0A62-D7E9-D0CC-FBB0-191E241EB6BE}"/>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3523530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864D4-1F5C-5E4A-C4FF-A99ACBB183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3BAFB9-8D2E-7EE3-6120-D9823B83CD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CE269-929B-563F-E334-671CD5A7998A}"/>
              </a:ext>
            </a:extLst>
          </p:cNvPr>
          <p:cNvSpPr>
            <a:spLocks noGrp="1"/>
          </p:cNvSpPr>
          <p:nvPr>
            <p:ph type="dt" sz="half" idx="10"/>
          </p:nvPr>
        </p:nvSpPr>
        <p:spPr/>
        <p:txBody>
          <a:bodyPr/>
          <a:lstStyle/>
          <a:p>
            <a:fld id="{6B2DD2E1-8A64-42F8-A89E-0FE0CD88DD06}" type="datetime1">
              <a:rPr lang="en-US" smtClean="0"/>
              <a:t>26-May-25</a:t>
            </a:fld>
            <a:endParaRPr lang="en-US"/>
          </a:p>
        </p:txBody>
      </p:sp>
      <p:sp>
        <p:nvSpPr>
          <p:cNvPr id="5" name="Footer Placeholder 4">
            <a:extLst>
              <a:ext uri="{FF2B5EF4-FFF2-40B4-BE49-F238E27FC236}">
                <a16:creationId xmlns:a16="http://schemas.microsoft.com/office/drawing/2014/main" id="{69E92CBA-088E-131F-9A21-6ADB9ABDC3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5CCEA8-38FC-E025-8EC0-1C25AD350C0F}"/>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615149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69141-6713-4C4A-53F7-A3121D0B79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2A40AC-D499-9A76-2579-7FACB44F6A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862E11-A455-A763-970E-345D5FF6CCC1}"/>
              </a:ext>
            </a:extLst>
          </p:cNvPr>
          <p:cNvSpPr>
            <a:spLocks noGrp="1"/>
          </p:cNvSpPr>
          <p:nvPr>
            <p:ph type="dt" sz="half" idx="10"/>
          </p:nvPr>
        </p:nvSpPr>
        <p:spPr/>
        <p:txBody>
          <a:bodyPr/>
          <a:lstStyle/>
          <a:p>
            <a:fld id="{6ADD3341-3B27-4860-B83F-E801BE7FA475}" type="datetime1">
              <a:rPr lang="en-US" smtClean="0"/>
              <a:t>26-May-25</a:t>
            </a:fld>
            <a:endParaRPr lang="en-US"/>
          </a:p>
        </p:txBody>
      </p:sp>
      <p:sp>
        <p:nvSpPr>
          <p:cNvPr id="5" name="Footer Placeholder 4">
            <a:extLst>
              <a:ext uri="{FF2B5EF4-FFF2-40B4-BE49-F238E27FC236}">
                <a16:creationId xmlns:a16="http://schemas.microsoft.com/office/drawing/2014/main" id="{D6B69140-C296-2443-050C-0208F1525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987B8-DD19-EE3B-B67F-2D048900BBC6}"/>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1013053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40A33-252D-2FA4-7214-1BB0C3B6D1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069F10-2F08-E97F-ECAF-DF0494E69F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91FF0D-5294-85C4-6D12-5506C5CA86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1FD8BF-26AA-EF7E-71D7-08AA485E00F7}"/>
              </a:ext>
            </a:extLst>
          </p:cNvPr>
          <p:cNvSpPr>
            <a:spLocks noGrp="1"/>
          </p:cNvSpPr>
          <p:nvPr>
            <p:ph type="dt" sz="half" idx="10"/>
          </p:nvPr>
        </p:nvSpPr>
        <p:spPr/>
        <p:txBody>
          <a:bodyPr/>
          <a:lstStyle/>
          <a:p>
            <a:fld id="{2EB82972-AE2A-4681-A884-38C034A93CFA}" type="datetime1">
              <a:rPr lang="en-US" smtClean="0"/>
              <a:t>26-May-25</a:t>
            </a:fld>
            <a:endParaRPr lang="en-US"/>
          </a:p>
        </p:txBody>
      </p:sp>
      <p:sp>
        <p:nvSpPr>
          <p:cNvPr id="6" name="Footer Placeholder 5">
            <a:extLst>
              <a:ext uri="{FF2B5EF4-FFF2-40B4-BE49-F238E27FC236}">
                <a16:creationId xmlns:a16="http://schemas.microsoft.com/office/drawing/2014/main" id="{529F5E46-5682-50FB-69F6-4A54581184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488CAB-2DFC-43F6-867A-5BEAA4E55322}"/>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926712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14142-A103-9012-F2AB-94EC3E2A14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C8918F-CF18-9FF5-E26C-81228821A6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63CCBA-DF01-5FFF-071C-1FA8B69745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5BB9B8-07EF-4C8C-8547-9912A6FE02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B8150F-9A28-2BC1-E296-6327E6F9B2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23553-B353-4A49-46E7-5776EF194F68}"/>
              </a:ext>
            </a:extLst>
          </p:cNvPr>
          <p:cNvSpPr>
            <a:spLocks noGrp="1"/>
          </p:cNvSpPr>
          <p:nvPr>
            <p:ph type="dt" sz="half" idx="10"/>
          </p:nvPr>
        </p:nvSpPr>
        <p:spPr/>
        <p:txBody>
          <a:bodyPr/>
          <a:lstStyle/>
          <a:p>
            <a:fld id="{5476ED45-7E0B-46B5-B5E1-B04FACDB4A63}" type="datetime1">
              <a:rPr lang="en-US" smtClean="0"/>
              <a:t>26-May-25</a:t>
            </a:fld>
            <a:endParaRPr lang="en-US"/>
          </a:p>
        </p:txBody>
      </p:sp>
      <p:sp>
        <p:nvSpPr>
          <p:cNvPr id="8" name="Footer Placeholder 7">
            <a:extLst>
              <a:ext uri="{FF2B5EF4-FFF2-40B4-BE49-F238E27FC236}">
                <a16:creationId xmlns:a16="http://schemas.microsoft.com/office/drawing/2014/main" id="{5FB67E09-333E-7996-1FE0-62916020A8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7034AF-45E6-B895-DC96-ADB747E07494}"/>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2088241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39959-2DC9-8419-E5A1-122D3B1097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DEAA38-83FB-F5AB-31C9-996811C251C6}"/>
              </a:ext>
            </a:extLst>
          </p:cNvPr>
          <p:cNvSpPr>
            <a:spLocks noGrp="1"/>
          </p:cNvSpPr>
          <p:nvPr>
            <p:ph type="dt" sz="half" idx="10"/>
          </p:nvPr>
        </p:nvSpPr>
        <p:spPr/>
        <p:txBody>
          <a:bodyPr/>
          <a:lstStyle/>
          <a:p>
            <a:fld id="{A1427A96-D4BE-4BA1-A8A7-2386EDB75659}" type="datetime1">
              <a:rPr lang="en-US" smtClean="0"/>
              <a:t>26-May-25</a:t>
            </a:fld>
            <a:endParaRPr lang="en-US"/>
          </a:p>
        </p:txBody>
      </p:sp>
      <p:sp>
        <p:nvSpPr>
          <p:cNvPr id="4" name="Footer Placeholder 3">
            <a:extLst>
              <a:ext uri="{FF2B5EF4-FFF2-40B4-BE49-F238E27FC236}">
                <a16:creationId xmlns:a16="http://schemas.microsoft.com/office/drawing/2014/main" id="{962ECC77-0E68-025D-9661-34E9182E13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7B944F-E316-E505-66F7-E756781AFE58}"/>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547910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C7802C-AC18-81AA-A78A-25568BE0AE56}"/>
              </a:ext>
            </a:extLst>
          </p:cNvPr>
          <p:cNvSpPr>
            <a:spLocks noGrp="1"/>
          </p:cNvSpPr>
          <p:nvPr>
            <p:ph type="dt" sz="half" idx="10"/>
          </p:nvPr>
        </p:nvSpPr>
        <p:spPr/>
        <p:txBody>
          <a:bodyPr/>
          <a:lstStyle/>
          <a:p>
            <a:fld id="{1C88A413-C6AA-4331-98C3-4BA239DC0E65}" type="datetime1">
              <a:rPr lang="en-US" smtClean="0"/>
              <a:t>26-May-25</a:t>
            </a:fld>
            <a:endParaRPr lang="en-US"/>
          </a:p>
        </p:txBody>
      </p:sp>
      <p:sp>
        <p:nvSpPr>
          <p:cNvPr id="3" name="Footer Placeholder 2">
            <a:extLst>
              <a:ext uri="{FF2B5EF4-FFF2-40B4-BE49-F238E27FC236}">
                <a16:creationId xmlns:a16="http://schemas.microsoft.com/office/drawing/2014/main" id="{1E182BB3-6583-274D-9C10-1C763FF25C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9372C9-6C03-1EFE-7F62-761954BE092D}"/>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693893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51670-56D4-E25E-FDD8-E2BD7A437D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E91990-C16B-38E5-F596-B0090FC526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163DE7-EE99-C560-0AE4-C9D8CED6E1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B912B7-B43D-9F06-A4BC-ACA21B3244DD}"/>
              </a:ext>
            </a:extLst>
          </p:cNvPr>
          <p:cNvSpPr>
            <a:spLocks noGrp="1"/>
          </p:cNvSpPr>
          <p:nvPr>
            <p:ph type="dt" sz="half" idx="10"/>
          </p:nvPr>
        </p:nvSpPr>
        <p:spPr/>
        <p:txBody>
          <a:bodyPr/>
          <a:lstStyle/>
          <a:p>
            <a:fld id="{0917ADBF-AEA5-4F79-9FAD-606B3ECDB7E3}" type="datetime1">
              <a:rPr lang="en-US" smtClean="0"/>
              <a:t>26-May-25</a:t>
            </a:fld>
            <a:endParaRPr lang="en-US"/>
          </a:p>
        </p:txBody>
      </p:sp>
      <p:sp>
        <p:nvSpPr>
          <p:cNvPr id="6" name="Footer Placeholder 5">
            <a:extLst>
              <a:ext uri="{FF2B5EF4-FFF2-40B4-BE49-F238E27FC236}">
                <a16:creationId xmlns:a16="http://schemas.microsoft.com/office/drawing/2014/main" id="{D66C0684-1E76-D121-5374-976AF8E3F8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FB629-1C03-66AB-4C18-9F63092339F9}"/>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3152986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B2CAE-E0EE-1047-926A-722ADCACE1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B2E053-F1DB-8835-0375-A84B0C5C5B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7005C0-EBEB-C344-4D77-D1290A941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D400CA-9E70-5474-5501-F3CD7DC3EE4C}"/>
              </a:ext>
            </a:extLst>
          </p:cNvPr>
          <p:cNvSpPr>
            <a:spLocks noGrp="1"/>
          </p:cNvSpPr>
          <p:nvPr>
            <p:ph type="dt" sz="half" idx="10"/>
          </p:nvPr>
        </p:nvSpPr>
        <p:spPr/>
        <p:txBody>
          <a:bodyPr/>
          <a:lstStyle/>
          <a:p>
            <a:fld id="{0B77278B-BE2D-46F2-B675-37F675F51068}" type="datetime1">
              <a:rPr lang="en-US" smtClean="0"/>
              <a:t>26-May-25</a:t>
            </a:fld>
            <a:endParaRPr lang="en-US"/>
          </a:p>
        </p:txBody>
      </p:sp>
      <p:sp>
        <p:nvSpPr>
          <p:cNvPr id="6" name="Footer Placeholder 5">
            <a:extLst>
              <a:ext uri="{FF2B5EF4-FFF2-40B4-BE49-F238E27FC236}">
                <a16:creationId xmlns:a16="http://schemas.microsoft.com/office/drawing/2014/main" id="{D85F025A-9DB2-EB83-ABA2-08EC299F30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2375B-024B-8841-BF6F-67945DBD72EE}"/>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2249720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A7F0A-484A-C751-6803-B4632FE694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77E18A-6BF6-DC14-0568-0FB2C525BD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3E1405-223F-9CBD-732D-C1B0FA446B84}"/>
              </a:ext>
            </a:extLst>
          </p:cNvPr>
          <p:cNvSpPr>
            <a:spLocks noGrp="1"/>
          </p:cNvSpPr>
          <p:nvPr>
            <p:ph type="dt" sz="half" idx="10"/>
          </p:nvPr>
        </p:nvSpPr>
        <p:spPr/>
        <p:txBody>
          <a:bodyPr/>
          <a:lstStyle/>
          <a:p>
            <a:fld id="{3935D9F8-0621-4618-AD82-34A8738FE129}" type="datetime1">
              <a:rPr lang="en-US" smtClean="0"/>
              <a:t>26-May-25</a:t>
            </a:fld>
            <a:endParaRPr lang="en-US"/>
          </a:p>
        </p:txBody>
      </p:sp>
      <p:sp>
        <p:nvSpPr>
          <p:cNvPr id="5" name="Footer Placeholder 4">
            <a:extLst>
              <a:ext uri="{FF2B5EF4-FFF2-40B4-BE49-F238E27FC236}">
                <a16:creationId xmlns:a16="http://schemas.microsoft.com/office/drawing/2014/main" id="{543280AB-BE62-72F6-427B-B2667DF466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57C40C-B802-DF50-78F2-FB78EE5A7177}"/>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4013507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54930E-A437-410E-6C45-8FFC0643CE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2BF4A2-497A-541D-2C16-F60DEC83FA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00D0EC-FC46-E221-36D9-B4C31DB3AB5A}"/>
              </a:ext>
            </a:extLst>
          </p:cNvPr>
          <p:cNvSpPr>
            <a:spLocks noGrp="1"/>
          </p:cNvSpPr>
          <p:nvPr>
            <p:ph type="dt" sz="half" idx="10"/>
          </p:nvPr>
        </p:nvSpPr>
        <p:spPr/>
        <p:txBody>
          <a:bodyPr/>
          <a:lstStyle/>
          <a:p>
            <a:fld id="{E1AD56ED-3C15-4DD2-A8B9-61C6D464078E}" type="datetime1">
              <a:rPr lang="en-US" smtClean="0"/>
              <a:t>26-May-25</a:t>
            </a:fld>
            <a:endParaRPr lang="en-US"/>
          </a:p>
        </p:txBody>
      </p:sp>
      <p:sp>
        <p:nvSpPr>
          <p:cNvPr id="5" name="Footer Placeholder 4">
            <a:extLst>
              <a:ext uri="{FF2B5EF4-FFF2-40B4-BE49-F238E27FC236}">
                <a16:creationId xmlns:a16="http://schemas.microsoft.com/office/drawing/2014/main" id="{7E681EA3-A5AC-4A7D-2ED7-AECE49FCF6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BEFC0-3A11-E812-39B1-018D6C1F0967}"/>
              </a:ext>
            </a:extLst>
          </p:cNvPr>
          <p:cNvSpPr>
            <a:spLocks noGrp="1"/>
          </p:cNvSpPr>
          <p:nvPr>
            <p:ph type="sldNum" sz="quarter" idx="12"/>
          </p:nvPr>
        </p:nvSpPr>
        <p:spPr/>
        <p:txBody>
          <a:bodyPr/>
          <a:lstStyle/>
          <a:p>
            <a:fld id="{E5FC8A85-E342-42F9-8CF1-A5B58470B4F7}" type="slidenum">
              <a:rPr lang="en-US" smtClean="0"/>
              <a:t>‹#›</a:t>
            </a:fld>
            <a:endParaRPr lang="en-US"/>
          </a:p>
        </p:txBody>
      </p:sp>
    </p:spTree>
    <p:extLst>
      <p:ext uri="{BB962C8B-B14F-4D97-AF65-F5344CB8AC3E}">
        <p14:creationId xmlns:p14="http://schemas.microsoft.com/office/powerpoint/2010/main" val="307307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70FD06-A5E1-1E55-6A41-E43E00E6C8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5923D4-83EA-01F6-515F-65CA06E11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DD87A0-8015-D914-2B57-650453A2FE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2FDAAA-649A-4630-97C0-5FBF5A71AA66}" type="datetime1">
              <a:rPr lang="en-US" smtClean="0"/>
              <a:t>26-May-25</a:t>
            </a:fld>
            <a:endParaRPr lang="en-US"/>
          </a:p>
        </p:txBody>
      </p:sp>
      <p:sp>
        <p:nvSpPr>
          <p:cNvPr id="5" name="Footer Placeholder 4">
            <a:extLst>
              <a:ext uri="{FF2B5EF4-FFF2-40B4-BE49-F238E27FC236}">
                <a16:creationId xmlns:a16="http://schemas.microsoft.com/office/drawing/2014/main" id="{6C80E32B-D462-438F-31BA-63F5C630B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AB78AC-0F2C-456E-6E91-CDA0106B16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FC8A85-E342-42F9-8CF1-A5B58470B4F7}" type="slidenum">
              <a:rPr lang="en-US" smtClean="0"/>
              <a:t>‹#›</a:t>
            </a:fld>
            <a:endParaRPr lang="en-US"/>
          </a:p>
        </p:txBody>
      </p:sp>
    </p:spTree>
    <p:extLst>
      <p:ext uri="{BB962C8B-B14F-4D97-AF65-F5344CB8AC3E}">
        <p14:creationId xmlns:p14="http://schemas.microsoft.com/office/powerpoint/2010/main" val="1847005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3" Type="http://schemas.openxmlformats.org/officeDocument/2006/relationships/hyperlink" Target="https://www.osha.gov/" TargetMode="External"/><Relationship Id="rId2" Type="http://schemas.openxmlformats.org/officeDocument/2006/relationships/hyperlink" Target="https://www.cdc.gov/niosh/docs/" TargetMode="External"/><Relationship Id="rId1" Type="http://schemas.openxmlformats.org/officeDocument/2006/relationships/slideLayout" Target="../slideLayouts/slideLayout2.xml"/><Relationship Id="rId4" Type="http://schemas.openxmlformats.org/officeDocument/2006/relationships/hyperlink" Target="https://environment.gov.pk/"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BB815-EEBC-CC00-4BD3-F912266105F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03FC59D0-D96A-EB27-07EC-E76223DDE058}"/>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A59A31D0-130C-46AA-B8C2-3EE41EA9A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0" y="5"/>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34B48EB9-3B0C-44C4-0367-5F3772AC0A07}"/>
              </a:ext>
            </a:extLst>
          </p:cNvPr>
          <p:cNvSpPr>
            <a:spLocks noGrp="1"/>
          </p:cNvSpPr>
          <p:nvPr>
            <p:ph type="sldNum" sz="quarter" idx="12"/>
          </p:nvPr>
        </p:nvSpPr>
        <p:spPr/>
        <p:txBody>
          <a:bodyPr/>
          <a:lstStyle/>
          <a:p>
            <a:fld id="{E5FC8A85-E342-42F9-8CF1-A5B58470B4F7}" type="slidenum">
              <a:rPr lang="en-US" smtClean="0"/>
              <a:t>1</a:t>
            </a:fld>
            <a:endParaRPr lang="en-US"/>
          </a:p>
        </p:txBody>
      </p:sp>
    </p:spTree>
    <p:extLst>
      <p:ext uri="{BB962C8B-B14F-4D97-AF65-F5344CB8AC3E}">
        <p14:creationId xmlns:p14="http://schemas.microsoft.com/office/powerpoint/2010/main" val="2502242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F94D5E-4962-2889-22AD-693E383C42D8}"/>
            </a:ext>
          </a:extLst>
        </p:cNvPr>
        <p:cNvGrpSpPr/>
        <p:nvPr/>
      </p:nvGrpSpPr>
      <p:grpSpPr>
        <a:xfrm>
          <a:off x="0" y="0"/>
          <a:ext cx="0" cy="0"/>
          <a:chOff x="0" y="0"/>
          <a:chExt cx="0" cy="0"/>
        </a:xfrm>
      </p:grpSpPr>
      <p:sp>
        <p:nvSpPr>
          <p:cNvPr id="1048" name="Rectangle 1047">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Department of Computer and Software Engineering - CEME">
            <a:extLst>
              <a:ext uri="{FF2B5EF4-FFF2-40B4-BE49-F238E27FC236}">
                <a16:creationId xmlns:a16="http://schemas.microsoft.com/office/drawing/2014/main" id="{729E295B-570F-9D76-2BAB-405FEBEF60B2}"/>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l="16464" r="25773"/>
          <a:stretch>
            <a:fillRect/>
          </a:stretch>
        </p:blipFill>
        <p:spPr bwMode="auto">
          <a:xfrm>
            <a:off x="20" y="10"/>
            <a:ext cx="1218893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6ECE5B3-64A0-88E6-7A73-011C0CCA3365}"/>
              </a:ext>
            </a:extLst>
          </p:cNvPr>
          <p:cNvSpPr>
            <a:spLocks noGrp="1"/>
          </p:cNvSpPr>
          <p:nvPr>
            <p:ph type="ctrTitle"/>
          </p:nvPr>
        </p:nvSpPr>
        <p:spPr>
          <a:xfrm>
            <a:off x="1524000" y="1122363"/>
            <a:ext cx="9144000" cy="2523884"/>
          </a:xfrm>
        </p:spPr>
        <p:txBody>
          <a:bodyPr vert="horz" lIns="91440" tIns="45720" rIns="91440" bIns="45720" rtlCol="0">
            <a:normAutofit fontScale="90000"/>
          </a:bodyPr>
          <a:lstStyle/>
          <a:p>
            <a:r>
              <a:rPr lang="en-US" sz="5100" dirty="0">
                <a:solidFill>
                  <a:schemeClr val="bg1"/>
                </a:solidFill>
              </a:rPr>
              <a:t>RISETECH COMPUTER ENGINEERING DEPARTMENT NUST EME COLLEGE(ORGANIZATION</a:t>
            </a:r>
          </a:p>
        </p:txBody>
      </p:sp>
      <p:sp>
        <p:nvSpPr>
          <p:cNvPr id="3" name="Subtitle 2">
            <a:extLst>
              <a:ext uri="{FF2B5EF4-FFF2-40B4-BE49-F238E27FC236}">
                <a16:creationId xmlns:a16="http://schemas.microsoft.com/office/drawing/2014/main" id="{D2A51C41-DCED-D1E9-6696-B530D525F4E4}"/>
              </a:ext>
            </a:extLst>
          </p:cNvPr>
          <p:cNvSpPr>
            <a:spLocks noGrp="1"/>
          </p:cNvSpPr>
          <p:nvPr>
            <p:ph type="subTitle" idx="1"/>
          </p:nvPr>
        </p:nvSpPr>
        <p:spPr>
          <a:xfrm>
            <a:off x="1527048" y="4368622"/>
            <a:ext cx="9144000" cy="1987728"/>
          </a:xfrm>
        </p:spPr>
        <p:txBody>
          <a:bodyPr vert="horz" lIns="91440" tIns="45720" rIns="91440" bIns="45720" rtlCol="0">
            <a:normAutofit/>
          </a:bodyPr>
          <a:lstStyle/>
          <a:p>
            <a:r>
              <a:rPr lang="en-US" sz="2000" b="1" dirty="0">
                <a:solidFill>
                  <a:schemeClr val="bg1"/>
                </a:solidFill>
              </a:rPr>
              <a:t>PRESENTED BY:</a:t>
            </a:r>
          </a:p>
          <a:p>
            <a:r>
              <a:rPr lang="en-US" sz="2000" dirty="0">
                <a:solidFill>
                  <a:schemeClr val="bg1"/>
                </a:solidFill>
              </a:rPr>
              <a:t>HUZAIFA SHAHBAZ  (21-CE-009)</a:t>
            </a:r>
          </a:p>
          <a:p>
            <a:r>
              <a:rPr lang="en-US" sz="2000" dirty="0">
                <a:solidFill>
                  <a:schemeClr val="bg1"/>
                </a:solidFill>
              </a:rPr>
              <a:t>AQSA SHAH(21-CE-039)</a:t>
            </a:r>
          </a:p>
          <a:p>
            <a:r>
              <a:rPr lang="en-US" sz="2000" b="1" dirty="0">
                <a:solidFill>
                  <a:schemeClr val="bg1"/>
                </a:solidFill>
              </a:rPr>
              <a:t>PRESENTED TO:</a:t>
            </a:r>
          </a:p>
          <a:p>
            <a:r>
              <a:rPr lang="en-US" sz="2000" dirty="0">
                <a:solidFill>
                  <a:schemeClr val="bg1"/>
                </a:solidFill>
              </a:rPr>
              <a:t>Col(R)Abdul Aleem</a:t>
            </a:r>
          </a:p>
          <a:p>
            <a:endParaRPr lang="en-US" sz="1300" dirty="0">
              <a:solidFill>
                <a:schemeClr val="bg1"/>
              </a:solidFill>
            </a:endParaRPr>
          </a:p>
        </p:txBody>
      </p:sp>
      <p:sp>
        <p:nvSpPr>
          <p:cNvPr id="1049"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08D0D114-E768-FC66-86A0-5869B84E9913}"/>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defRPr/>
            </a:pPr>
            <a:fld id="{E5FC8A85-E342-42F9-8CF1-A5B58470B4F7}" type="slidenum">
              <a:rPr lang="en-US" smtClean="0">
                <a:solidFill>
                  <a:srgbClr val="FFFFFF"/>
                </a:solidFill>
                <a:latin typeface="Calibri" panose="020F0502020204030204"/>
              </a:rPr>
              <a:pPr>
                <a:spcAft>
                  <a:spcPts val="600"/>
                </a:spcAft>
                <a:defRPr/>
              </a:pPr>
              <a:t>2</a:t>
            </a:fld>
            <a:endParaRPr lang="en-US">
              <a:solidFill>
                <a:srgbClr val="FFFFFF"/>
              </a:solidFill>
              <a:latin typeface="Calibri" panose="020F0502020204030204"/>
            </a:endParaRPr>
          </a:p>
        </p:txBody>
      </p:sp>
    </p:spTree>
    <p:extLst>
      <p:ext uri="{BB962C8B-B14F-4D97-AF65-F5344CB8AC3E}">
        <p14:creationId xmlns:p14="http://schemas.microsoft.com/office/powerpoint/2010/main" val="40524099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769FB-7F16-8355-6C3B-61E6B3C6A839}"/>
              </a:ext>
            </a:extLst>
          </p:cNvPr>
          <p:cNvSpPr>
            <a:spLocks noGrp="1"/>
          </p:cNvSpPr>
          <p:nvPr>
            <p:ph type="title"/>
          </p:nvPr>
        </p:nvSpPr>
        <p:spPr>
          <a:xfrm>
            <a:off x="838200" y="365126"/>
            <a:ext cx="10515600" cy="704258"/>
          </a:xfrm>
        </p:spPr>
        <p:txBody>
          <a:bodyPr>
            <a:normAutofit/>
          </a:bodyPr>
          <a:lstStyle/>
          <a:p>
            <a:pPr algn="ctr"/>
            <a:r>
              <a:rPr lang="en-US" sz="4000" b="1"/>
              <a:t>OUTLINES</a:t>
            </a:r>
            <a:endParaRPr lang="en-US" sz="4000" b="1" dirty="0"/>
          </a:p>
        </p:txBody>
      </p:sp>
      <p:graphicFrame>
        <p:nvGraphicFramePr>
          <p:cNvPr id="13" name="Content Placeholder 2">
            <a:extLst>
              <a:ext uri="{FF2B5EF4-FFF2-40B4-BE49-F238E27FC236}">
                <a16:creationId xmlns:a16="http://schemas.microsoft.com/office/drawing/2014/main" id="{AB094EAD-A804-CE38-21B6-D6379E9C7972}"/>
              </a:ext>
            </a:extLst>
          </p:cNvPr>
          <p:cNvGraphicFramePr>
            <a:graphicFrameLocks noGrp="1"/>
          </p:cNvGraphicFramePr>
          <p:nvPr>
            <p:ph idx="1"/>
          </p:nvPr>
        </p:nvGraphicFramePr>
        <p:xfrm>
          <a:off x="838200" y="1069384"/>
          <a:ext cx="10515600" cy="5107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06EE88A4-C5BA-EB02-4492-5EA2752416D5}"/>
              </a:ext>
            </a:extLst>
          </p:cNvPr>
          <p:cNvSpPr>
            <a:spLocks noGrp="1"/>
          </p:cNvSpPr>
          <p:nvPr>
            <p:ph type="sldNum" sz="quarter" idx="12"/>
          </p:nvPr>
        </p:nvSpPr>
        <p:spPr/>
        <p:txBody>
          <a:bodyPr/>
          <a:lstStyle/>
          <a:p>
            <a:fld id="{E5FC8A85-E342-42F9-8CF1-A5B58470B4F7}" type="slidenum">
              <a:rPr lang="en-US" smtClean="0"/>
              <a:t>3</a:t>
            </a:fld>
            <a:endParaRPr lang="en-US"/>
          </a:p>
        </p:txBody>
      </p:sp>
    </p:spTree>
    <p:extLst>
      <p:ext uri="{BB962C8B-B14F-4D97-AF65-F5344CB8AC3E}">
        <p14:creationId xmlns:p14="http://schemas.microsoft.com/office/powerpoint/2010/main" val="19013305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C9D080-AC8E-E48C-CE27-4F51E6F4A2CD}"/>
              </a:ext>
            </a:extLst>
          </p:cNvPr>
          <p:cNvSpPr>
            <a:spLocks noGrp="1"/>
          </p:cNvSpPr>
          <p:nvPr>
            <p:ph type="title"/>
          </p:nvPr>
        </p:nvSpPr>
        <p:spPr>
          <a:xfrm>
            <a:off x="838200" y="365125"/>
            <a:ext cx="10515600" cy="1325563"/>
          </a:xfrm>
        </p:spPr>
        <p:txBody>
          <a:bodyPr>
            <a:normAutofit/>
          </a:bodyPr>
          <a:lstStyle/>
          <a:p>
            <a:pPr algn="ctr"/>
            <a:r>
              <a:rPr lang="en-US" b="1"/>
              <a:t>ABSTRACT</a:t>
            </a:r>
          </a:p>
        </p:txBody>
      </p:sp>
      <p:sp>
        <p:nvSpPr>
          <p:cNvPr id="4" name="Slide Number Placeholder 3">
            <a:extLst>
              <a:ext uri="{FF2B5EF4-FFF2-40B4-BE49-F238E27FC236}">
                <a16:creationId xmlns:a16="http://schemas.microsoft.com/office/drawing/2014/main" id="{D564BDCD-3F16-04E8-9CC7-13A48EB5A2B9}"/>
              </a:ext>
            </a:extLst>
          </p:cNvPr>
          <p:cNvSpPr>
            <a:spLocks noGrp="1"/>
          </p:cNvSpPr>
          <p:nvPr>
            <p:ph type="sldNum" sz="quarter" idx="12"/>
          </p:nvPr>
        </p:nvSpPr>
        <p:spPr>
          <a:xfrm>
            <a:off x="8610600" y="6356350"/>
            <a:ext cx="2743200" cy="365125"/>
          </a:xfrm>
        </p:spPr>
        <p:txBody>
          <a:bodyPr>
            <a:normAutofit/>
          </a:bodyPr>
          <a:lstStyle/>
          <a:p>
            <a:pPr>
              <a:spcAft>
                <a:spcPts val="600"/>
              </a:spcAft>
            </a:pPr>
            <a:fld id="{E5FC8A85-E342-42F9-8CF1-A5B58470B4F7}" type="slidenum">
              <a:rPr lang="en-US" smtClean="0"/>
              <a:pPr>
                <a:spcAft>
                  <a:spcPts val="600"/>
                </a:spcAft>
              </a:pPr>
              <a:t>4</a:t>
            </a:fld>
            <a:endParaRPr lang="en-US"/>
          </a:p>
        </p:txBody>
      </p:sp>
      <p:graphicFrame>
        <p:nvGraphicFramePr>
          <p:cNvPr id="23" name="Content Placeholder 2">
            <a:extLst>
              <a:ext uri="{FF2B5EF4-FFF2-40B4-BE49-F238E27FC236}">
                <a16:creationId xmlns:a16="http://schemas.microsoft.com/office/drawing/2014/main" id="{557EC524-51E9-7085-C7CD-85759DEC025A}"/>
              </a:ext>
            </a:extLst>
          </p:cNvPr>
          <p:cNvGraphicFramePr>
            <a:graphicFrameLocks noGrp="1"/>
          </p:cNvGraphicFramePr>
          <p:nvPr>
            <p:ph idx="1"/>
            <p:extLst>
              <p:ext uri="{D42A27DB-BD31-4B8C-83A1-F6EECF244321}">
                <p14:modId xmlns:p14="http://schemas.microsoft.com/office/powerpoint/2010/main" val="293323763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03515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D150D8-BEF0-77B6-D710-404AC19F6B48}"/>
              </a:ext>
            </a:extLst>
          </p:cNvPr>
          <p:cNvSpPr>
            <a:spLocks noGrp="1"/>
          </p:cNvSpPr>
          <p:nvPr>
            <p:ph type="title"/>
          </p:nvPr>
        </p:nvSpPr>
        <p:spPr>
          <a:xfrm>
            <a:off x="841248" y="256032"/>
            <a:ext cx="10506456" cy="1014984"/>
          </a:xfrm>
        </p:spPr>
        <p:txBody>
          <a:bodyPr anchor="b">
            <a:normAutofit/>
          </a:bodyPr>
          <a:lstStyle/>
          <a:p>
            <a:r>
              <a:rPr lang="en-US" b="1"/>
              <a:t>INTRODUCTION TO ORGANIZATION</a:t>
            </a:r>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CE5301AC-2A8C-DFCD-88C3-491A40C5F126}"/>
              </a:ext>
            </a:extLst>
          </p:cNvPr>
          <p:cNvSpPr>
            <a:spLocks noGrp="1"/>
          </p:cNvSpPr>
          <p:nvPr>
            <p:ph type="sldNum" sz="quarter" idx="12"/>
          </p:nvPr>
        </p:nvSpPr>
        <p:spPr>
          <a:xfrm>
            <a:off x="8873254" y="6356350"/>
            <a:ext cx="2477498" cy="365125"/>
          </a:xfrm>
        </p:spPr>
        <p:txBody>
          <a:bodyPr>
            <a:normAutofit/>
          </a:bodyPr>
          <a:lstStyle/>
          <a:p>
            <a:pPr>
              <a:spcAft>
                <a:spcPts val="600"/>
              </a:spcAft>
            </a:pPr>
            <a:fld id="{E5FC8A85-E342-42F9-8CF1-A5B58470B4F7}" type="slidenum">
              <a:rPr lang="en-US">
                <a:solidFill>
                  <a:schemeClr val="tx1">
                    <a:lumMod val="50000"/>
                    <a:lumOff val="50000"/>
                  </a:schemeClr>
                </a:solidFill>
              </a:rPr>
              <a:pPr>
                <a:spcAft>
                  <a:spcPts val="600"/>
                </a:spcAft>
              </a:pPr>
              <a:t>5</a:t>
            </a:fld>
            <a:endParaRPr lang="en-US">
              <a:solidFill>
                <a:schemeClr val="tx1">
                  <a:lumMod val="50000"/>
                  <a:lumOff val="50000"/>
                </a:schemeClr>
              </a:solidFill>
            </a:endParaRPr>
          </a:p>
        </p:txBody>
      </p:sp>
      <p:graphicFrame>
        <p:nvGraphicFramePr>
          <p:cNvPr id="8" name="Content Placeholder 2">
            <a:extLst>
              <a:ext uri="{FF2B5EF4-FFF2-40B4-BE49-F238E27FC236}">
                <a16:creationId xmlns:a16="http://schemas.microsoft.com/office/drawing/2014/main" id="{9A246C95-3BF3-0A1E-5C58-E48FF95084CF}"/>
              </a:ext>
            </a:extLst>
          </p:cNvPr>
          <p:cNvGraphicFramePr>
            <a:graphicFrameLocks noGrp="1"/>
          </p:cNvGraphicFramePr>
          <p:nvPr>
            <p:ph idx="1"/>
            <p:extLst>
              <p:ext uri="{D42A27DB-BD31-4B8C-83A1-F6EECF244321}">
                <p14:modId xmlns:p14="http://schemas.microsoft.com/office/powerpoint/2010/main" val="208165929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99087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58B1-BD0F-3FF7-BE2F-048A92C0C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F6445-7988-E2AD-0184-2CFF41918F98}"/>
              </a:ext>
            </a:extLst>
          </p:cNvPr>
          <p:cNvSpPr>
            <a:spLocks noGrp="1"/>
          </p:cNvSpPr>
          <p:nvPr>
            <p:ph type="title"/>
          </p:nvPr>
        </p:nvSpPr>
        <p:spPr>
          <a:xfrm>
            <a:off x="838200" y="294468"/>
            <a:ext cx="10515600" cy="604434"/>
          </a:xfrm>
        </p:spPr>
        <p:txBody>
          <a:bodyPr>
            <a:normAutofit fontScale="90000"/>
          </a:bodyPr>
          <a:lstStyle/>
          <a:p>
            <a:pPr algn="ctr"/>
            <a:r>
              <a:rPr lang="en-US" sz="4000" b="1" dirty="0"/>
              <a:t>INTRODUCTION TO ORGANIZATION</a:t>
            </a:r>
          </a:p>
        </p:txBody>
      </p:sp>
      <p:graphicFrame>
        <p:nvGraphicFramePr>
          <p:cNvPr id="6" name="Content Placeholder 2">
            <a:extLst>
              <a:ext uri="{FF2B5EF4-FFF2-40B4-BE49-F238E27FC236}">
                <a16:creationId xmlns:a16="http://schemas.microsoft.com/office/drawing/2014/main" id="{4C314F9B-6AE2-BE7C-26F1-38D48CD77E3C}"/>
              </a:ext>
            </a:extLst>
          </p:cNvPr>
          <p:cNvGraphicFramePr>
            <a:graphicFrameLocks noGrp="1"/>
          </p:cNvGraphicFramePr>
          <p:nvPr>
            <p:ph idx="1"/>
          </p:nvPr>
        </p:nvGraphicFramePr>
        <p:xfrm>
          <a:off x="838200" y="1146875"/>
          <a:ext cx="10515600" cy="5030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0E5A448B-6496-4FBC-315F-5D27A01754DA}"/>
              </a:ext>
            </a:extLst>
          </p:cNvPr>
          <p:cNvSpPr>
            <a:spLocks noGrp="1"/>
          </p:cNvSpPr>
          <p:nvPr>
            <p:ph type="sldNum" sz="quarter" idx="12"/>
          </p:nvPr>
        </p:nvSpPr>
        <p:spPr/>
        <p:txBody>
          <a:bodyPr/>
          <a:lstStyle/>
          <a:p>
            <a:fld id="{E5FC8A85-E342-42F9-8CF1-A5B58470B4F7}" type="slidenum">
              <a:rPr lang="en-US" smtClean="0"/>
              <a:t>6</a:t>
            </a:fld>
            <a:endParaRPr lang="en-US"/>
          </a:p>
        </p:txBody>
      </p:sp>
    </p:spTree>
    <p:extLst>
      <p:ext uri="{BB962C8B-B14F-4D97-AF65-F5344CB8AC3E}">
        <p14:creationId xmlns:p14="http://schemas.microsoft.com/office/powerpoint/2010/main" val="11040032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2A16BC-B83B-DDE9-689E-F87CC1549FA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D2DDF1-5E4B-BB08-CCD8-D850EE0AF122}"/>
              </a:ext>
            </a:extLst>
          </p:cNvPr>
          <p:cNvSpPr>
            <a:spLocks noGrp="1"/>
          </p:cNvSpPr>
          <p:nvPr>
            <p:ph type="title"/>
          </p:nvPr>
        </p:nvSpPr>
        <p:spPr>
          <a:xfrm>
            <a:off x="838200" y="673770"/>
            <a:ext cx="3220329" cy="2027227"/>
          </a:xfrm>
        </p:spPr>
        <p:txBody>
          <a:bodyPr anchor="t">
            <a:normAutofit/>
          </a:bodyPr>
          <a:lstStyle/>
          <a:p>
            <a:r>
              <a:rPr lang="en-US" sz="3400" b="1">
                <a:solidFill>
                  <a:srgbClr val="FFFFFF"/>
                </a:solidFill>
              </a:rPr>
              <a:t>INTRODUCTION TO ORGANIZATION</a:t>
            </a:r>
          </a:p>
        </p:txBody>
      </p:sp>
      <p:sp>
        <p:nvSpPr>
          <p:cNvPr id="4" name="Slide Number Placeholder 3">
            <a:extLst>
              <a:ext uri="{FF2B5EF4-FFF2-40B4-BE49-F238E27FC236}">
                <a16:creationId xmlns:a16="http://schemas.microsoft.com/office/drawing/2014/main" id="{53FBAB21-9248-07BC-F805-B373EA0540B9}"/>
              </a:ext>
            </a:extLst>
          </p:cNvPr>
          <p:cNvSpPr>
            <a:spLocks noGrp="1"/>
          </p:cNvSpPr>
          <p:nvPr>
            <p:ph type="sldNum" sz="quarter" idx="12"/>
          </p:nvPr>
        </p:nvSpPr>
        <p:spPr>
          <a:xfrm>
            <a:off x="8610600" y="6356350"/>
            <a:ext cx="2743200" cy="365125"/>
          </a:xfrm>
        </p:spPr>
        <p:txBody>
          <a:bodyPr>
            <a:normAutofit/>
          </a:bodyPr>
          <a:lstStyle/>
          <a:p>
            <a:pPr>
              <a:spcAft>
                <a:spcPts val="600"/>
              </a:spcAft>
            </a:pPr>
            <a:fld id="{E5FC8A85-E342-42F9-8CF1-A5B58470B4F7}" type="slidenum">
              <a:rPr lang="en-US" smtClean="0"/>
              <a:pPr>
                <a:spcAft>
                  <a:spcPts val="600"/>
                </a:spcAft>
              </a:pPr>
              <a:t>7</a:t>
            </a:fld>
            <a:endParaRPr lang="en-US"/>
          </a:p>
        </p:txBody>
      </p:sp>
      <p:graphicFrame>
        <p:nvGraphicFramePr>
          <p:cNvPr id="6" name="Content Placeholder 2">
            <a:extLst>
              <a:ext uri="{FF2B5EF4-FFF2-40B4-BE49-F238E27FC236}">
                <a16:creationId xmlns:a16="http://schemas.microsoft.com/office/drawing/2014/main" id="{78CE829D-D205-F7FC-CD11-C201844C1542}"/>
              </a:ext>
            </a:extLst>
          </p:cNvPr>
          <p:cNvGraphicFramePr>
            <a:graphicFrameLocks noGrp="1"/>
          </p:cNvGraphicFramePr>
          <p:nvPr>
            <p:ph idx="1"/>
            <p:extLst>
              <p:ext uri="{D42A27DB-BD31-4B8C-83A1-F6EECF244321}">
                <p14:modId xmlns:p14="http://schemas.microsoft.com/office/powerpoint/2010/main" val="2864505081"/>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58903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DA8EEC-C0AF-2897-0A3B-A2BD5D992B93}"/>
              </a:ext>
            </a:extLst>
          </p:cNvPr>
          <p:cNvSpPr>
            <a:spLocks noGrp="1"/>
          </p:cNvSpPr>
          <p:nvPr>
            <p:ph type="title"/>
          </p:nvPr>
        </p:nvSpPr>
        <p:spPr>
          <a:xfrm>
            <a:off x="371960" y="216976"/>
            <a:ext cx="5724038" cy="1146875"/>
          </a:xfrm>
        </p:spPr>
        <p:txBody>
          <a:bodyPr anchor="ctr">
            <a:normAutofit fontScale="90000"/>
          </a:bodyPr>
          <a:lstStyle/>
          <a:p>
            <a:pPr algn="ctr"/>
            <a:r>
              <a:rPr lang="en-US" b="1" dirty="0"/>
              <a:t>GENERAL  OPERATIONAL COMPONENTS</a:t>
            </a:r>
          </a:p>
        </p:txBody>
      </p:sp>
      <p:sp>
        <p:nvSpPr>
          <p:cNvPr id="3" name="Content Placeholder 2">
            <a:extLst>
              <a:ext uri="{FF2B5EF4-FFF2-40B4-BE49-F238E27FC236}">
                <a16:creationId xmlns:a16="http://schemas.microsoft.com/office/drawing/2014/main" id="{0E2265CC-AC40-C4CD-B95B-EFF35339F1F8}"/>
              </a:ext>
            </a:extLst>
          </p:cNvPr>
          <p:cNvSpPr>
            <a:spLocks noGrp="1"/>
          </p:cNvSpPr>
          <p:nvPr>
            <p:ph idx="1"/>
          </p:nvPr>
        </p:nvSpPr>
        <p:spPr>
          <a:xfrm>
            <a:off x="371960" y="1374736"/>
            <a:ext cx="5724037" cy="5103555"/>
          </a:xfrm>
        </p:spPr>
        <p:txBody>
          <a:bodyPr anchor="ctr">
            <a:normAutofit fontScale="92500" lnSpcReduction="10000"/>
          </a:bodyPr>
          <a:lstStyle/>
          <a:p>
            <a:r>
              <a:rPr lang="en-US" sz="1600" b="1" dirty="0">
                <a:effectLst/>
                <a:ea typeface="Calibri" panose="020F0502020204030204" pitchFamily="34" charset="0"/>
              </a:rPr>
              <a:t>Labs and Hardware Prototyping Stations  </a:t>
            </a:r>
            <a:r>
              <a:rPr lang="en-US" sz="1600" dirty="0">
                <a:effectLst/>
                <a:ea typeface="Calibri" panose="020F0502020204030204" pitchFamily="34" charset="0"/>
              </a:rPr>
              <a:t>This tool is employed for circuit design, sensor integration, and practical testing of embedded devices.</a:t>
            </a:r>
          </a:p>
          <a:p>
            <a:r>
              <a:rPr lang="en-US" sz="1600" b="1" dirty="0">
                <a:effectLst/>
                <a:ea typeface="Calibri" panose="020F0502020204030204" pitchFamily="34" charset="0"/>
              </a:rPr>
              <a:t>Software Development and Testing Zones  </a:t>
            </a:r>
            <a:r>
              <a:rPr lang="en-US" sz="1600" dirty="0">
                <a:effectLst/>
                <a:ea typeface="Calibri" panose="020F0502020204030204" pitchFamily="34" charset="0"/>
              </a:rPr>
              <a:t>The system is furnished with desktop systems for coding, simulation, and debugging software components.</a:t>
            </a:r>
          </a:p>
          <a:p>
            <a:r>
              <a:rPr lang="en-US" sz="1600" b="1" dirty="0">
                <a:effectLst/>
                <a:ea typeface="Calibri" panose="020F0502020204030204" pitchFamily="34" charset="0"/>
              </a:rPr>
              <a:t>Soldering and PCB Manufacturing Area  </a:t>
            </a:r>
            <a:r>
              <a:rPr lang="en-US" sz="1600" dirty="0">
                <a:effectLst/>
                <a:ea typeface="Calibri" panose="020F0502020204030204" pitchFamily="34" charset="0"/>
              </a:rPr>
              <a:t>The system is furnished with desktop systems for coding, simulation, and debugging software components.</a:t>
            </a:r>
          </a:p>
          <a:p>
            <a:r>
              <a:rPr lang="en-US" sz="1600" b="1" dirty="0">
                <a:effectLst/>
                <a:ea typeface="Calibri" panose="020F0502020204030204" pitchFamily="34" charset="0"/>
              </a:rPr>
              <a:t>Power Supply Units and Test Benches  </a:t>
            </a:r>
            <a:r>
              <a:rPr lang="en-US" sz="1600" dirty="0">
                <a:effectLst/>
                <a:ea typeface="Calibri" panose="020F0502020204030204" pitchFamily="34" charset="0"/>
              </a:rPr>
              <a:t>The product comprises programmable power supplies, multimeters, oscilloscopes, and electronic loads.</a:t>
            </a:r>
          </a:p>
          <a:p>
            <a:r>
              <a:rPr lang="en-US" sz="1600" b="1" dirty="0">
                <a:effectLst/>
                <a:ea typeface="Calibri" panose="020F0502020204030204" pitchFamily="34" charset="0"/>
              </a:rPr>
              <a:t>Storage for Electronic Components and Chemicals  </a:t>
            </a:r>
            <a:r>
              <a:rPr lang="en-US" sz="1600" dirty="0">
                <a:effectLst/>
                <a:ea typeface="Calibri" panose="020F0502020204030204" pitchFamily="34" charset="0"/>
              </a:rPr>
              <a:t>Includes cabinets for microcontrollers, sensors, resistors, and chemical agents utilized in the cleaning of pcb components.</a:t>
            </a:r>
          </a:p>
          <a:p>
            <a:r>
              <a:rPr lang="en-US" sz="1600" b="1" dirty="0">
                <a:effectLst/>
                <a:ea typeface="Calibri" panose="020F0502020204030204" pitchFamily="34" charset="0"/>
              </a:rPr>
              <a:t>Server and Networking Racks </a:t>
            </a:r>
            <a:r>
              <a:rPr lang="en-US" sz="1600" dirty="0">
                <a:effectLst/>
                <a:ea typeface="Calibri" panose="020F0502020204030204" pitchFamily="34" charset="0"/>
              </a:rPr>
              <a:t>It encompasses the provision of backend services, hosting in local areas, and the management of iot cloud platforms.</a:t>
            </a:r>
          </a:p>
          <a:p>
            <a:r>
              <a:rPr lang="en-US" sz="1600" b="1" dirty="0">
                <a:effectLst/>
                <a:ea typeface="Calibri" panose="020F0502020204030204" pitchFamily="34" charset="0"/>
              </a:rPr>
              <a:t>Waste Disposal Area (E-waste and General Waste) </a:t>
            </a:r>
            <a:r>
              <a:rPr lang="en-US" sz="1600" dirty="0">
                <a:effectLst/>
                <a:ea typeface="Calibri" panose="020F0502020204030204" pitchFamily="34" charset="0"/>
              </a:rPr>
              <a:t>The person is accountable for disposing of different lab waste, such as printed circuit boards, resistors, batteries, and general lab waste.</a:t>
            </a:r>
          </a:p>
          <a:p>
            <a:endParaRPr lang="en-US" sz="1600" dirty="0">
              <a:effectLst/>
              <a:ea typeface="Calibri" panose="020F0502020204030204" pitchFamily="34" charset="0"/>
            </a:endParaRPr>
          </a:p>
        </p:txBody>
      </p:sp>
      <p:pic>
        <p:nvPicPr>
          <p:cNvPr id="6" name="Picture 5" descr="Electronics protoboard">
            <a:extLst>
              <a:ext uri="{FF2B5EF4-FFF2-40B4-BE49-F238E27FC236}">
                <a16:creationId xmlns:a16="http://schemas.microsoft.com/office/drawing/2014/main" id="{15B1FD3C-FA2E-5693-4576-F1CC724AD6DA}"/>
              </a:ext>
            </a:extLst>
          </p:cNvPr>
          <p:cNvPicPr>
            <a:picLocks noChangeAspect="1"/>
          </p:cNvPicPr>
          <p:nvPr/>
        </p:nvPicPr>
        <p:blipFill>
          <a:blip r:embed="rId2"/>
          <a:srcRect l="7079" r="41084"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Slide Number Placeholder 3">
            <a:extLst>
              <a:ext uri="{FF2B5EF4-FFF2-40B4-BE49-F238E27FC236}">
                <a16:creationId xmlns:a16="http://schemas.microsoft.com/office/drawing/2014/main" id="{500C0554-2521-192C-A33F-7507824D132E}"/>
              </a:ext>
            </a:extLst>
          </p:cNvPr>
          <p:cNvSpPr>
            <a:spLocks noGrp="1"/>
          </p:cNvSpPr>
          <p:nvPr>
            <p:ph type="sldNum" sz="quarter" idx="12"/>
          </p:nvPr>
        </p:nvSpPr>
        <p:spPr>
          <a:xfrm>
            <a:off x="10167869" y="6356350"/>
            <a:ext cx="1768425" cy="365125"/>
          </a:xfrm>
        </p:spPr>
        <p:txBody>
          <a:bodyPr>
            <a:normAutofit/>
          </a:bodyPr>
          <a:lstStyle/>
          <a:p>
            <a:pPr>
              <a:spcAft>
                <a:spcPts val="600"/>
              </a:spcAft>
            </a:pPr>
            <a:fld id="{E5FC8A85-E342-42F9-8CF1-A5B58470B4F7}" type="slidenum">
              <a:rPr lang="en-US">
                <a:solidFill>
                  <a:srgbClr val="FFFFFF"/>
                </a:solidFill>
              </a:rPr>
              <a:pPr>
                <a:spcAft>
                  <a:spcPts val="600"/>
                </a:spcAft>
              </a:pPr>
              <a:t>8</a:t>
            </a:fld>
            <a:endParaRPr lang="en-US">
              <a:solidFill>
                <a:srgbClr val="FFFFFF"/>
              </a:solidFill>
            </a:endParaRPr>
          </a:p>
        </p:txBody>
      </p:sp>
    </p:spTree>
    <p:extLst>
      <p:ext uri="{BB962C8B-B14F-4D97-AF65-F5344CB8AC3E}">
        <p14:creationId xmlns:p14="http://schemas.microsoft.com/office/powerpoint/2010/main" val="8183354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c 21">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1C4F241-890A-74BC-61A6-EB0CA97B7A99}"/>
              </a:ext>
            </a:extLst>
          </p:cNvPr>
          <p:cNvSpPr>
            <a:spLocks noGrp="1"/>
          </p:cNvSpPr>
          <p:nvPr>
            <p:ph type="title"/>
          </p:nvPr>
        </p:nvSpPr>
        <p:spPr>
          <a:xfrm>
            <a:off x="838200" y="365125"/>
            <a:ext cx="10515600" cy="1325563"/>
          </a:xfrm>
        </p:spPr>
        <p:txBody>
          <a:bodyPr>
            <a:normAutofit/>
          </a:bodyPr>
          <a:lstStyle/>
          <a:p>
            <a:pPr algn="ctr"/>
            <a:r>
              <a:rPr lang="en-US"/>
              <a:t>WORKPLACE WISE-HAZARDS IDENTIFICATION AND RISK ASSESSMENT</a:t>
            </a:r>
          </a:p>
        </p:txBody>
      </p:sp>
      <p:sp>
        <p:nvSpPr>
          <p:cNvPr id="4" name="Slide Number Placeholder 3">
            <a:extLst>
              <a:ext uri="{FF2B5EF4-FFF2-40B4-BE49-F238E27FC236}">
                <a16:creationId xmlns:a16="http://schemas.microsoft.com/office/drawing/2014/main" id="{5401AE35-F847-B67C-C72D-3DBA143B07BE}"/>
              </a:ext>
            </a:extLst>
          </p:cNvPr>
          <p:cNvSpPr>
            <a:spLocks noGrp="1"/>
          </p:cNvSpPr>
          <p:nvPr>
            <p:ph type="sldNum" sz="quarter" idx="12"/>
          </p:nvPr>
        </p:nvSpPr>
        <p:spPr>
          <a:xfrm>
            <a:off x="8610600" y="6356350"/>
            <a:ext cx="2743200" cy="365125"/>
          </a:xfrm>
        </p:spPr>
        <p:txBody>
          <a:bodyPr>
            <a:normAutofit/>
          </a:bodyPr>
          <a:lstStyle/>
          <a:p>
            <a:pPr>
              <a:spcAft>
                <a:spcPts val="600"/>
              </a:spcAft>
            </a:pPr>
            <a:fld id="{E5FC8A85-E342-42F9-8CF1-A5B58470B4F7}" type="slidenum">
              <a:rPr lang="en-US" smtClean="0"/>
              <a:pPr>
                <a:spcAft>
                  <a:spcPts val="600"/>
                </a:spcAft>
              </a:pPr>
              <a:t>9</a:t>
            </a:fld>
            <a:endParaRPr lang="en-US"/>
          </a:p>
        </p:txBody>
      </p:sp>
      <p:graphicFrame>
        <p:nvGraphicFramePr>
          <p:cNvPr id="5" name="Content Placeholder 4">
            <a:extLst>
              <a:ext uri="{FF2B5EF4-FFF2-40B4-BE49-F238E27FC236}">
                <a16:creationId xmlns:a16="http://schemas.microsoft.com/office/drawing/2014/main" id="{95B82641-2609-599E-D379-1C5D1B82246A}"/>
              </a:ext>
            </a:extLst>
          </p:cNvPr>
          <p:cNvGraphicFramePr>
            <a:graphicFrameLocks noGrp="1"/>
          </p:cNvGraphicFramePr>
          <p:nvPr>
            <p:ph idx="1"/>
            <p:extLst>
              <p:ext uri="{D42A27DB-BD31-4B8C-83A1-F6EECF244321}">
                <p14:modId xmlns:p14="http://schemas.microsoft.com/office/powerpoint/2010/main" val="1411578093"/>
              </p:ext>
            </p:extLst>
          </p:nvPr>
        </p:nvGraphicFramePr>
        <p:xfrm>
          <a:off x="838200" y="2126547"/>
          <a:ext cx="10515602" cy="3749498"/>
        </p:xfrm>
        <a:graphic>
          <a:graphicData uri="http://schemas.openxmlformats.org/drawingml/2006/table">
            <a:tbl>
              <a:tblPr firstRow="1" bandRow="1">
                <a:tableStyleId>{21E4AEA4-8DFA-4A89-87EB-49C32662AFE0}</a:tableStyleId>
              </a:tblPr>
              <a:tblGrid>
                <a:gridCol w="1833105">
                  <a:extLst>
                    <a:ext uri="{9D8B030D-6E8A-4147-A177-3AD203B41FA5}">
                      <a16:colId xmlns:a16="http://schemas.microsoft.com/office/drawing/2014/main" val="3040533378"/>
                    </a:ext>
                  </a:extLst>
                </a:gridCol>
                <a:gridCol w="3099989">
                  <a:extLst>
                    <a:ext uri="{9D8B030D-6E8A-4147-A177-3AD203B41FA5}">
                      <a16:colId xmlns:a16="http://schemas.microsoft.com/office/drawing/2014/main" val="1815504088"/>
                    </a:ext>
                  </a:extLst>
                </a:gridCol>
                <a:gridCol w="2613545">
                  <a:extLst>
                    <a:ext uri="{9D8B030D-6E8A-4147-A177-3AD203B41FA5}">
                      <a16:colId xmlns:a16="http://schemas.microsoft.com/office/drawing/2014/main" val="2727928353"/>
                    </a:ext>
                  </a:extLst>
                </a:gridCol>
                <a:gridCol w="2968963">
                  <a:extLst>
                    <a:ext uri="{9D8B030D-6E8A-4147-A177-3AD203B41FA5}">
                      <a16:colId xmlns:a16="http://schemas.microsoft.com/office/drawing/2014/main" val="1661014601"/>
                    </a:ext>
                  </a:extLst>
                </a:gridCol>
              </a:tblGrid>
              <a:tr h="353544">
                <a:tc>
                  <a:txBody>
                    <a:bodyPr/>
                    <a:lstStyle/>
                    <a:p>
                      <a:r>
                        <a:rPr lang="en-US" sz="1600"/>
                        <a:t>WORKPLACE</a:t>
                      </a:r>
                    </a:p>
                  </a:txBody>
                  <a:tcPr marL="78668" marR="78668" marT="39334" marB="39334"/>
                </a:tc>
                <a:tc>
                  <a:txBody>
                    <a:bodyPr/>
                    <a:lstStyle/>
                    <a:p>
                      <a:r>
                        <a:rPr lang="en-US" sz="1600"/>
                        <a:t>HAZARDS IDENTIFIED</a:t>
                      </a:r>
                    </a:p>
                  </a:txBody>
                  <a:tcPr marL="78668" marR="78668" marT="39334" marB="39334"/>
                </a:tc>
                <a:tc>
                  <a:txBody>
                    <a:bodyPr/>
                    <a:lstStyle/>
                    <a:p>
                      <a:r>
                        <a:rPr lang="en-US" sz="1600"/>
                        <a:t>CAUSES</a:t>
                      </a:r>
                    </a:p>
                  </a:txBody>
                  <a:tcPr marL="78668" marR="78668" marT="39334" marB="39334"/>
                </a:tc>
                <a:tc>
                  <a:txBody>
                    <a:bodyPr/>
                    <a:lstStyle/>
                    <a:p>
                      <a:r>
                        <a:rPr lang="en-US" sz="1600"/>
                        <a:t>EFFECTS</a:t>
                      </a:r>
                    </a:p>
                  </a:txBody>
                  <a:tcPr marL="78668" marR="78668" marT="39334" marB="39334"/>
                </a:tc>
                <a:extLst>
                  <a:ext uri="{0D108BD9-81ED-4DB2-BD59-A6C34878D82A}">
                    <a16:rowId xmlns:a16="http://schemas.microsoft.com/office/drawing/2014/main" val="2597514181"/>
                  </a:ext>
                </a:extLst>
              </a:tr>
              <a:tr h="592566">
                <a:tc>
                  <a:txBody>
                    <a:bodyPr/>
                    <a:lstStyle/>
                    <a:p>
                      <a:r>
                        <a:rPr lang="en-US" sz="1600"/>
                        <a:t>Soldering station</a:t>
                      </a:r>
                    </a:p>
                  </a:txBody>
                  <a:tcPr marL="78668" marR="78668" marT="39334" marB="39334"/>
                </a:tc>
                <a:tc>
                  <a:txBody>
                    <a:bodyPr/>
                    <a:lstStyle/>
                    <a:p>
                      <a:r>
                        <a:rPr lang="en-US" sz="1600"/>
                        <a:t>Fume inhalation,  burns, fire hazards</a:t>
                      </a:r>
                    </a:p>
                  </a:txBody>
                  <a:tcPr marL="78668" marR="78668" marT="39334" marB="39334"/>
                </a:tc>
                <a:tc>
                  <a:txBody>
                    <a:bodyPr/>
                    <a:lstStyle/>
                    <a:p>
                      <a:r>
                        <a:rPr lang="en-US" sz="1600"/>
                        <a:t>Poor ventilation , mishandling of hot tools</a:t>
                      </a:r>
                    </a:p>
                  </a:txBody>
                  <a:tcPr marL="78668" marR="78668" marT="39334" marB="39334"/>
                </a:tc>
                <a:tc>
                  <a:txBody>
                    <a:bodyPr/>
                    <a:lstStyle/>
                    <a:p>
                      <a:r>
                        <a:rPr lang="en-US" sz="1600"/>
                        <a:t>Respiratory problems ,  </a:t>
                      </a:r>
                    </a:p>
                    <a:p>
                      <a:r>
                        <a:rPr lang="en-US" sz="1600"/>
                        <a:t>skin injuries ,fire risk</a:t>
                      </a:r>
                    </a:p>
                  </a:txBody>
                  <a:tcPr marL="78668" marR="78668" marT="39334" marB="39334"/>
                </a:tc>
                <a:extLst>
                  <a:ext uri="{0D108BD9-81ED-4DB2-BD59-A6C34878D82A}">
                    <a16:rowId xmlns:a16="http://schemas.microsoft.com/office/drawing/2014/main" val="2124010122"/>
                  </a:ext>
                </a:extLst>
              </a:tr>
              <a:tr h="592566">
                <a:tc>
                  <a:txBody>
                    <a:bodyPr/>
                    <a:lstStyle/>
                    <a:p>
                      <a:r>
                        <a:rPr lang="en-US" sz="1600"/>
                        <a:t>Electrical Bench</a:t>
                      </a:r>
                    </a:p>
                  </a:txBody>
                  <a:tcPr marL="78668" marR="78668" marT="39334" marB="39334"/>
                </a:tc>
                <a:tc>
                  <a:txBody>
                    <a:bodyPr/>
                    <a:lstStyle/>
                    <a:p>
                      <a:r>
                        <a:rPr lang="en-US" sz="1600"/>
                        <a:t>Electrical shock , short circuits , tripping hazards</a:t>
                      </a:r>
                    </a:p>
                  </a:txBody>
                  <a:tcPr marL="78668" marR="78668" marT="39334" marB="39334"/>
                </a:tc>
                <a:tc>
                  <a:txBody>
                    <a:bodyPr/>
                    <a:lstStyle/>
                    <a:p>
                      <a:r>
                        <a:rPr lang="en-US" sz="1600"/>
                        <a:t>Exposed wiring, overload circuits</a:t>
                      </a:r>
                    </a:p>
                  </a:txBody>
                  <a:tcPr marL="78668" marR="78668" marT="39334" marB="39334"/>
                </a:tc>
                <a:tc>
                  <a:txBody>
                    <a:bodyPr/>
                    <a:lstStyle/>
                    <a:p>
                      <a:r>
                        <a:rPr lang="en-US" sz="1600"/>
                        <a:t>Equipment failure, injuries , possible fire</a:t>
                      </a:r>
                    </a:p>
                  </a:txBody>
                  <a:tcPr marL="78668" marR="78668" marT="39334" marB="39334"/>
                </a:tc>
                <a:extLst>
                  <a:ext uri="{0D108BD9-81ED-4DB2-BD59-A6C34878D82A}">
                    <a16:rowId xmlns:a16="http://schemas.microsoft.com/office/drawing/2014/main" val="1986034990"/>
                  </a:ext>
                </a:extLst>
              </a:tr>
              <a:tr h="592566">
                <a:tc>
                  <a:txBody>
                    <a:bodyPr/>
                    <a:lstStyle/>
                    <a:p>
                      <a:r>
                        <a:rPr lang="en-US" sz="1600" kern="1200">
                          <a:solidFill>
                            <a:schemeClr val="dk1"/>
                          </a:solidFill>
                          <a:effectLst/>
                          <a:latin typeface="+mn-lt"/>
                          <a:ea typeface="+mn-ea"/>
                          <a:cs typeface="+mn-cs"/>
                        </a:rPr>
                        <a:t>Software Dev Area</a:t>
                      </a:r>
                      <a:endParaRPr lang="en-US" sz="1600"/>
                    </a:p>
                  </a:txBody>
                  <a:tcPr marL="78668" marR="78668" marT="39334" marB="39334"/>
                </a:tc>
                <a:tc>
                  <a:txBody>
                    <a:bodyPr/>
                    <a:lstStyle/>
                    <a:p>
                      <a:pPr marL="0" marR="0">
                        <a:lnSpc>
                          <a:spcPct val="107000"/>
                        </a:lnSpc>
                        <a:spcAft>
                          <a:spcPts val="800"/>
                        </a:spcAft>
                        <a:buNone/>
                      </a:pPr>
                      <a:r>
                        <a:rPr lang="en-US" sz="1600" kern="100">
                          <a:effectLst/>
                          <a:latin typeface="+mj-lt"/>
                          <a:ea typeface="Calibri" panose="020F0502020204030204" pitchFamily="34" charset="0"/>
                          <a:cs typeface="Times New Roman" panose="02020603050405020304" pitchFamily="18" charset="0"/>
                        </a:rPr>
                        <a:t>Eye strain, ergonomic injuries, fatigue</a:t>
                      </a:r>
                      <a:endParaRPr lang="en-US" sz="1400" kern="100">
                        <a:effectLst/>
                        <a:latin typeface="+mj-lt"/>
                        <a:ea typeface="Calibri" panose="020F0502020204030204" pitchFamily="34" charset="0"/>
                        <a:cs typeface="Times New Roman" panose="02020603050405020304" pitchFamily="18" charset="0"/>
                      </a:endParaRPr>
                    </a:p>
                  </a:txBody>
                  <a:tcPr marL="59002" marR="59002" marT="0" marB="0"/>
                </a:tc>
                <a:tc>
                  <a:txBody>
                    <a:bodyPr/>
                    <a:lstStyle/>
                    <a:p>
                      <a:r>
                        <a:rPr lang="en-US" sz="1600" kern="1200">
                          <a:solidFill>
                            <a:schemeClr val="dk1"/>
                          </a:solidFill>
                          <a:effectLst/>
                          <a:latin typeface="+mn-lt"/>
                          <a:ea typeface="+mn-ea"/>
                          <a:cs typeface="+mn-cs"/>
                        </a:rPr>
                        <a:t>Poor posture, long screen exposure</a:t>
                      </a:r>
                      <a:endParaRPr lang="en-US" sz="1600"/>
                    </a:p>
                  </a:txBody>
                  <a:tcPr marL="78668" marR="78668" marT="39334" marB="39334"/>
                </a:tc>
                <a:tc>
                  <a:txBody>
                    <a:bodyPr/>
                    <a:lstStyle/>
                    <a:p>
                      <a:r>
                        <a:rPr lang="en-US" sz="1600" kern="1200">
                          <a:solidFill>
                            <a:schemeClr val="dk1"/>
                          </a:solidFill>
                          <a:effectLst/>
                          <a:latin typeface="+mn-lt"/>
                          <a:ea typeface="+mn-ea"/>
                          <a:cs typeface="+mn-cs"/>
                        </a:rPr>
                        <a:t>Musculoskeletal disorders, reduced efficiency</a:t>
                      </a:r>
                      <a:endParaRPr lang="en-US" sz="1600"/>
                    </a:p>
                  </a:txBody>
                  <a:tcPr marL="78668" marR="78668" marT="39334" marB="39334"/>
                </a:tc>
                <a:extLst>
                  <a:ext uri="{0D108BD9-81ED-4DB2-BD59-A6C34878D82A}">
                    <a16:rowId xmlns:a16="http://schemas.microsoft.com/office/drawing/2014/main" val="4253035273"/>
                  </a:ext>
                </a:extLst>
              </a:tr>
              <a:tr h="528775">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Chemical Storage Area</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Toxic spill, flammable gas release</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Improper labeling, no ventilation</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Health risks, explosion, environmental damage</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extLst>
                  <a:ext uri="{0D108BD9-81ED-4DB2-BD59-A6C34878D82A}">
                    <a16:rowId xmlns:a16="http://schemas.microsoft.com/office/drawing/2014/main" val="2821448467"/>
                  </a:ext>
                </a:extLst>
              </a:tr>
              <a:tr h="528775">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Server Rack</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EMF exposure, overheating, cable tripping</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Poor thermal management, messy wiring</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System failure, personal injury</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extLst>
                  <a:ext uri="{0D108BD9-81ED-4DB2-BD59-A6C34878D82A}">
                    <a16:rowId xmlns:a16="http://schemas.microsoft.com/office/drawing/2014/main" val="3852171966"/>
                  </a:ext>
                </a:extLst>
              </a:tr>
              <a:tr h="560706">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E-Waste Disposal Zone</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Pollution, injuries from sharp objects</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Inadequate disposal protocol</a:t>
                      </a:r>
                      <a:endParaRPr lang="en-US" sz="1400" kern="100">
                        <a:effectLst/>
                        <a:latin typeface="+mn-lt"/>
                        <a:ea typeface="Calibri" panose="020F0502020204030204" pitchFamily="34" charset="0"/>
                        <a:cs typeface="Times New Roman" panose="02020603050405020304" pitchFamily="18" charset="0"/>
                      </a:endParaRPr>
                    </a:p>
                  </a:txBody>
                  <a:tcPr marL="59002" marR="59002" marT="0" marB="0"/>
                </a:tc>
                <a:tc>
                  <a:txBody>
                    <a:bodyPr/>
                    <a:lstStyle/>
                    <a:p>
                      <a:pPr marL="0" marR="0">
                        <a:lnSpc>
                          <a:spcPct val="107000"/>
                        </a:lnSpc>
                        <a:spcAft>
                          <a:spcPts val="800"/>
                        </a:spcAft>
                        <a:buNone/>
                      </a:pPr>
                      <a:r>
                        <a:rPr lang="en-US" sz="1600" kern="100" dirty="0">
                          <a:effectLst/>
                          <a:latin typeface="+mn-lt"/>
                          <a:ea typeface="Calibri" panose="020F0502020204030204" pitchFamily="34" charset="0"/>
                          <a:cs typeface="Times New Roman" panose="02020603050405020304" pitchFamily="18" charset="0"/>
                        </a:rPr>
                        <a:t>Toxic exposure, </a:t>
                      </a:r>
                      <a:r>
                        <a:rPr lang="en-US" sz="1800" kern="100" dirty="0">
                          <a:effectLst/>
                          <a:latin typeface="+mn-lt"/>
                          <a:ea typeface="Calibri" panose="020F0502020204030204" pitchFamily="34" charset="0"/>
                          <a:cs typeface="Times New Roman" panose="02020603050405020304" pitchFamily="18" charset="0"/>
                        </a:rPr>
                        <a:t>environmental</a:t>
                      </a:r>
                      <a:r>
                        <a:rPr lang="en-US" sz="1600" kern="100" dirty="0">
                          <a:effectLst/>
                          <a:latin typeface="+mn-lt"/>
                          <a:ea typeface="Calibri" panose="020F0502020204030204" pitchFamily="34" charset="0"/>
                          <a:cs typeface="Times New Roman" panose="02020603050405020304" pitchFamily="18" charset="0"/>
                        </a:rPr>
                        <a:t> degradation</a:t>
                      </a:r>
                      <a:endParaRPr lang="en-US" sz="1400" kern="100" dirty="0">
                        <a:effectLst/>
                        <a:latin typeface="+mn-lt"/>
                        <a:ea typeface="Calibri" panose="020F0502020204030204" pitchFamily="34" charset="0"/>
                        <a:cs typeface="Times New Roman" panose="02020603050405020304" pitchFamily="18" charset="0"/>
                      </a:endParaRPr>
                    </a:p>
                  </a:txBody>
                  <a:tcPr marL="59002" marR="59002" marT="0" marB="0"/>
                </a:tc>
                <a:extLst>
                  <a:ext uri="{0D108BD9-81ED-4DB2-BD59-A6C34878D82A}">
                    <a16:rowId xmlns:a16="http://schemas.microsoft.com/office/drawing/2014/main" val="2650060529"/>
                  </a:ext>
                </a:extLst>
              </a:tr>
            </a:tbl>
          </a:graphicData>
        </a:graphic>
      </p:graphicFrame>
    </p:spTree>
    <p:extLst>
      <p:ext uri="{BB962C8B-B14F-4D97-AF65-F5344CB8AC3E}">
        <p14:creationId xmlns:p14="http://schemas.microsoft.com/office/powerpoint/2010/main" val="42654130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CD3B1F-65B1-C81B-DE27-6186BBFC7179}"/>
              </a:ext>
            </a:extLst>
          </p:cNvPr>
          <p:cNvSpPr>
            <a:spLocks noGrp="1"/>
          </p:cNvSpPr>
          <p:nvPr>
            <p:ph type="title"/>
          </p:nvPr>
        </p:nvSpPr>
        <p:spPr>
          <a:xfrm>
            <a:off x="841248" y="251312"/>
            <a:ext cx="10506456" cy="1010264"/>
          </a:xfrm>
        </p:spPr>
        <p:txBody>
          <a:bodyPr anchor="ctr">
            <a:normAutofit/>
          </a:bodyPr>
          <a:lstStyle/>
          <a:p>
            <a:r>
              <a:rPr lang="en-US" sz="3100"/>
              <a:t>MITIGATION/ELIMINATION STARTEGY(ISO 45001 AND ISO 14001 COMPLIANT)</a:t>
            </a:r>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75BD2AE4-7030-7E15-7CCD-8BD07B111888}"/>
              </a:ext>
            </a:extLst>
          </p:cNvPr>
          <p:cNvSpPr>
            <a:spLocks noGrp="1"/>
          </p:cNvSpPr>
          <p:nvPr>
            <p:ph type="sldNum" sz="quarter" idx="12"/>
          </p:nvPr>
        </p:nvSpPr>
        <p:spPr>
          <a:xfrm>
            <a:off x="8860536" y="6356350"/>
            <a:ext cx="2490216" cy="365125"/>
          </a:xfrm>
        </p:spPr>
        <p:txBody>
          <a:bodyPr>
            <a:normAutofit/>
          </a:bodyPr>
          <a:lstStyle/>
          <a:p>
            <a:pPr>
              <a:spcAft>
                <a:spcPts val="600"/>
              </a:spcAft>
            </a:pPr>
            <a:fld id="{E5FC8A85-E342-42F9-8CF1-A5B58470B4F7}" type="slidenum">
              <a:rPr lang="en-US">
                <a:solidFill>
                  <a:schemeClr val="tx1">
                    <a:lumMod val="50000"/>
                    <a:lumOff val="50000"/>
                  </a:schemeClr>
                </a:solidFill>
              </a:rPr>
              <a:pPr>
                <a:spcAft>
                  <a:spcPts val="600"/>
                </a:spcAft>
              </a:pPr>
              <a:t>10</a:t>
            </a:fld>
            <a:endParaRPr lang="en-US">
              <a:solidFill>
                <a:schemeClr val="tx1">
                  <a:lumMod val="50000"/>
                  <a:lumOff val="50000"/>
                </a:schemeClr>
              </a:solidFill>
            </a:endParaRPr>
          </a:p>
        </p:txBody>
      </p:sp>
      <p:graphicFrame>
        <p:nvGraphicFramePr>
          <p:cNvPr id="5" name="Content Placeholder 4">
            <a:extLst>
              <a:ext uri="{FF2B5EF4-FFF2-40B4-BE49-F238E27FC236}">
                <a16:creationId xmlns:a16="http://schemas.microsoft.com/office/drawing/2014/main" id="{BB500487-E02F-5C35-C204-3C0F70092E53}"/>
              </a:ext>
            </a:extLst>
          </p:cNvPr>
          <p:cNvGraphicFramePr>
            <a:graphicFrameLocks noGrp="1"/>
          </p:cNvGraphicFramePr>
          <p:nvPr>
            <p:ph idx="1"/>
            <p:extLst>
              <p:ext uri="{D42A27DB-BD31-4B8C-83A1-F6EECF244321}">
                <p14:modId xmlns:p14="http://schemas.microsoft.com/office/powerpoint/2010/main" val="528066204"/>
              </p:ext>
            </p:extLst>
          </p:nvPr>
        </p:nvGraphicFramePr>
        <p:xfrm>
          <a:off x="1150456" y="1650222"/>
          <a:ext cx="9881943" cy="4584949"/>
        </p:xfrm>
        <a:graphic>
          <a:graphicData uri="http://schemas.openxmlformats.org/drawingml/2006/table">
            <a:tbl>
              <a:tblPr firstRow="1" bandRow="1">
                <a:tableStyleId>{073A0DAA-6AF3-43AB-8588-CEC1D06C72B9}</a:tableStyleId>
              </a:tblPr>
              <a:tblGrid>
                <a:gridCol w="3929353">
                  <a:extLst>
                    <a:ext uri="{9D8B030D-6E8A-4147-A177-3AD203B41FA5}">
                      <a16:colId xmlns:a16="http://schemas.microsoft.com/office/drawing/2014/main" val="1178503729"/>
                    </a:ext>
                  </a:extLst>
                </a:gridCol>
                <a:gridCol w="5952590">
                  <a:extLst>
                    <a:ext uri="{9D8B030D-6E8A-4147-A177-3AD203B41FA5}">
                      <a16:colId xmlns:a16="http://schemas.microsoft.com/office/drawing/2014/main" val="57296689"/>
                    </a:ext>
                  </a:extLst>
                </a:gridCol>
              </a:tblGrid>
              <a:tr h="450972">
                <a:tc>
                  <a:txBody>
                    <a:bodyPr/>
                    <a:lstStyle/>
                    <a:p>
                      <a:r>
                        <a:rPr lang="en-US" sz="2000"/>
                        <a:t>HAZARDS</a:t>
                      </a:r>
                    </a:p>
                  </a:txBody>
                  <a:tcPr marL="102493" marR="102493" marT="51247" marB="51247"/>
                </a:tc>
                <a:tc>
                  <a:txBody>
                    <a:bodyPr/>
                    <a:lstStyle/>
                    <a:p>
                      <a:r>
                        <a:rPr lang="en-US" sz="2000"/>
                        <a:t>MITIGATION/ELIMINATION STARTEGY</a:t>
                      </a:r>
                    </a:p>
                  </a:txBody>
                  <a:tcPr marL="102493" marR="102493" marT="51247" marB="51247"/>
                </a:tc>
                <a:extLst>
                  <a:ext uri="{0D108BD9-81ED-4DB2-BD59-A6C34878D82A}">
                    <a16:rowId xmlns:a16="http://schemas.microsoft.com/office/drawing/2014/main" val="2655264281"/>
                  </a:ext>
                </a:extLst>
              </a:tr>
              <a:tr h="758452">
                <a:tc>
                  <a:txBody>
                    <a:bodyPr/>
                    <a:lstStyle/>
                    <a:p>
                      <a:r>
                        <a:rPr lang="en-US" sz="2000"/>
                        <a:t>Soldering Fumes</a:t>
                      </a:r>
                    </a:p>
                  </a:txBody>
                  <a:tcPr marL="102493" marR="102493" marT="51247" marB="51247"/>
                </a:tc>
                <a:tc>
                  <a:txBody>
                    <a:bodyPr/>
                    <a:lstStyle/>
                    <a:p>
                      <a:r>
                        <a:rPr lang="en-US" sz="2000" kern="1200">
                          <a:solidFill>
                            <a:schemeClr val="dk1"/>
                          </a:solidFill>
                          <a:effectLst/>
                          <a:latin typeface="+mn-lt"/>
                          <a:ea typeface="+mn-ea"/>
                          <a:cs typeface="+mn-cs"/>
                        </a:rPr>
                        <a:t>Install fume extractors, ensure lab PPE (gloves, goggles), and provide safety training.</a:t>
                      </a:r>
                      <a:endParaRPr lang="en-US" sz="2000"/>
                    </a:p>
                  </a:txBody>
                  <a:tcPr marL="102493" marR="102493" marT="51247" marB="51247"/>
                </a:tc>
                <a:extLst>
                  <a:ext uri="{0D108BD9-81ED-4DB2-BD59-A6C34878D82A}">
                    <a16:rowId xmlns:a16="http://schemas.microsoft.com/office/drawing/2014/main" val="161696877"/>
                  </a:ext>
                </a:extLst>
              </a:tr>
              <a:tr h="675105">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Electrical Hazards</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Use RCDs (Residual Current Devices), insulate all wiring, and conduct monthly inspections.</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extLst>
                  <a:ext uri="{0D108BD9-81ED-4DB2-BD59-A6C34878D82A}">
                    <a16:rowId xmlns:a16="http://schemas.microsoft.com/office/drawing/2014/main" val="455007745"/>
                  </a:ext>
                </a:extLst>
              </a:tr>
              <a:tr h="675105">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Ergonomic Issues</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Install ergonomic chairs and desks, promote 60-minute screen breaks, and use monitor risers.</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extLst>
                  <a:ext uri="{0D108BD9-81ED-4DB2-BD59-A6C34878D82A}">
                    <a16:rowId xmlns:a16="http://schemas.microsoft.com/office/drawing/2014/main" val="3523769612"/>
                  </a:ext>
                </a:extLst>
              </a:tr>
              <a:tr h="675105">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Chemical Exposure</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Store chemicals in ventilated, labeled cabinets with MSDS sheets; install fume hoods.</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extLst>
                  <a:ext uri="{0D108BD9-81ED-4DB2-BD59-A6C34878D82A}">
                    <a16:rowId xmlns:a16="http://schemas.microsoft.com/office/drawing/2014/main" val="1507507702"/>
                  </a:ext>
                </a:extLst>
              </a:tr>
              <a:tr h="675105">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Server Room Risks</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Implement cable management systems, temperature sensors, and lockable access control.</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extLst>
                  <a:ext uri="{0D108BD9-81ED-4DB2-BD59-A6C34878D82A}">
                    <a16:rowId xmlns:a16="http://schemas.microsoft.com/office/drawing/2014/main" val="1501568297"/>
                  </a:ext>
                </a:extLst>
              </a:tr>
              <a:tr h="675105">
                <a:tc>
                  <a:txBody>
                    <a:bodyPr/>
                    <a:lstStyle/>
                    <a:p>
                      <a:pPr marL="0" marR="0">
                        <a:lnSpc>
                          <a:spcPct val="107000"/>
                        </a:lnSpc>
                        <a:spcAft>
                          <a:spcPts val="800"/>
                        </a:spcAft>
                        <a:buNone/>
                      </a:pPr>
                      <a:r>
                        <a:rPr lang="en-US" sz="2000" kern="100">
                          <a:effectLst/>
                          <a:latin typeface="+mn-lt"/>
                          <a:ea typeface="Calibri" panose="020F0502020204030204" pitchFamily="34" charset="0"/>
                          <a:cs typeface="Times New Roman" panose="02020603050405020304" pitchFamily="18" charset="0"/>
                        </a:rPr>
                        <a:t>E-Waste Handling</a:t>
                      </a:r>
                      <a:endParaRPr lang="en-US" sz="1800" kern="100">
                        <a:effectLst/>
                        <a:latin typeface="+mn-lt"/>
                        <a:ea typeface="Calibri" panose="020F0502020204030204" pitchFamily="34" charset="0"/>
                        <a:cs typeface="Times New Roman" panose="02020603050405020304" pitchFamily="18" charset="0"/>
                      </a:endParaRPr>
                    </a:p>
                  </a:txBody>
                  <a:tcPr marL="76870" marR="76870" marT="0" marB="0"/>
                </a:tc>
                <a:tc>
                  <a:txBody>
                    <a:bodyPr/>
                    <a:lstStyle/>
                    <a:p>
                      <a:pPr marL="0" marR="0">
                        <a:lnSpc>
                          <a:spcPct val="107000"/>
                        </a:lnSpc>
                        <a:spcAft>
                          <a:spcPts val="800"/>
                        </a:spcAft>
                        <a:buNone/>
                      </a:pPr>
                      <a:r>
                        <a:rPr lang="en-US" sz="2000" kern="100" dirty="0">
                          <a:effectLst/>
                          <a:latin typeface="+mn-lt"/>
                          <a:ea typeface="Calibri" panose="020F0502020204030204" pitchFamily="34" charset="0"/>
                          <a:cs typeface="Times New Roman" panose="02020603050405020304" pitchFamily="18" charset="0"/>
                        </a:rPr>
                        <a:t>Establish labeled bins, partner with e-waste recyclers, conduct regular waste audits.</a:t>
                      </a:r>
                      <a:endParaRPr lang="en-US" sz="1800" kern="100" dirty="0">
                        <a:effectLst/>
                        <a:latin typeface="+mn-lt"/>
                        <a:ea typeface="Calibri" panose="020F0502020204030204" pitchFamily="34" charset="0"/>
                        <a:cs typeface="Times New Roman" panose="02020603050405020304" pitchFamily="18" charset="0"/>
                      </a:endParaRPr>
                    </a:p>
                  </a:txBody>
                  <a:tcPr marL="76870" marR="76870" marT="0" marB="0"/>
                </a:tc>
                <a:extLst>
                  <a:ext uri="{0D108BD9-81ED-4DB2-BD59-A6C34878D82A}">
                    <a16:rowId xmlns:a16="http://schemas.microsoft.com/office/drawing/2014/main" val="2340022237"/>
                  </a:ext>
                </a:extLst>
              </a:tr>
            </a:tbl>
          </a:graphicData>
        </a:graphic>
      </p:graphicFrame>
    </p:spTree>
    <p:extLst>
      <p:ext uri="{BB962C8B-B14F-4D97-AF65-F5344CB8AC3E}">
        <p14:creationId xmlns:p14="http://schemas.microsoft.com/office/powerpoint/2010/main" val="15515490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6A3800-6E44-5E63-4734-B559A3B6F7CF}"/>
              </a:ext>
            </a:extLst>
          </p:cNvPr>
          <p:cNvSpPr>
            <a:spLocks noGrp="1"/>
          </p:cNvSpPr>
          <p:nvPr>
            <p:ph type="title"/>
          </p:nvPr>
        </p:nvSpPr>
        <p:spPr>
          <a:xfrm>
            <a:off x="841248" y="251312"/>
            <a:ext cx="10506456" cy="797721"/>
          </a:xfrm>
        </p:spPr>
        <p:txBody>
          <a:bodyPr anchor="ctr">
            <a:normAutofit/>
          </a:bodyPr>
          <a:lstStyle/>
          <a:p>
            <a:pPr algn="ctr"/>
            <a:r>
              <a:rPr lang="en-US" sz="4000" b="1" dirty="0"/>
              <a:t>ISO 45001 COMPLIANCE CHECKLISTS</a:t>
            </a:r>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2AA40F4B-D075-A202-2149-0FEE3F830813}"/>
              </a:ext>
            </a:extLst>
          </p:cNvPr>
          <p:cNvSpPr>
            <a:spLocks noGrp="1"/>
          </p:cNvSpPr>
          <p:nvPr>
            <p:ph type="sldNum" sz="quarter" idx="12"/>
          </p:nvPr>
        </p:nvSpPr>
        <p:spPr>
          <a:xfrm>
            <a:off x="8860536" y="6356350"/>
            <a:ext cx="2490216" cy="365125"/>
          </a:xfrm>
        </p:spPr>
        <p:txBody>
          <a:bodyPr>
            <a:normAutofit/>
          </a:bodyPr>
          <a:lstStyle/>
          <a:p>
            <a:pPr>
              <a:spcAft>
                <a:spcPts val="600"/>
              </a:spcAft>
            </a:pPr>
            <a:fld id="{E5FC8A85-E342-42F9-8CF1-A5B58470B4F7}" type="slidenum">
              <a:rPr lang="en-US">
                <a:solidFill>
                  <a:schemeClr val="tx1">
                    <a:lumMod val="50000"/>
                    <a:lumOff val="50000"/>
                  </a:schemeClr>
                </a:solidFill>
              </a:rPr>
              <a:pPr>
                <a:spcAft>
                  <a:spcPts val="600"/>
                </a:spcAft>
              </a:pPr>
              <a:t>11</a:t>
            </a:fld>
            <a:endParaRPr lang="en-US">
              <a:solidFill>
                <a:schemeClr val="tx1">
                  <a:lumMod val="50000"/>
                  <a:lumOff val="50000"/>
                </a:schemeClr>
              </a:solidFill>
            </a:endParaRPr>
          </a:p>
        </p:txBody>
      </p:sp>
      <p:graphicFrame>
        <p:nvGraphicFramePr>
          <p:cNvPr id="5" name="Content Placeholder 4">
            <a:extLst>
              <a:ext uri="{FF2B5EF4-FFF2-40B4-BE49-F238E27FC236}">
                <a16:creationId xmlns:a16="http://schemas.microsoft.com/office/drawing/2014/main" id="{1EC774A8-6C2A-482E-9F4B-974ACEF1169C}"/>
              </a:ext>
            </a:extLst>
          </p:cNvPr>
          <p:cNvGraphicFramePr>
            <a:graphicFrameLocks noGrp="1"/>
          </p:cNvGraphicFramePr>
          <p:nvPr>
            <p:ph idx="1"/>
            <p:extLst>
              <p:ext uri="{D42A27DB-BD31-4B8C-83A1-F6EECF244321}">
                <p14:modId xmlns:p14="http://schemas.microsoft.com/office/powerpoint/2010/main" val="1789616709"/>
              </p:ext>
            </p:extLst>
          </p:nvPr>
        </p:nvGraphicFramePr>
        <p:xfrm>
          <a:off x="1699758" y="1650222"/>
          <a:ext cx="8783342" cy="4584950"/>
        </p:xfrm>
        <a:graphic>
          <a:graphicData uri="http://schemas.openxmlformats.org/drawingml/2006/table">
            <a:tbl>
              <a:tblPr firstRow="1" bandRow="1">
                <a:tableStyleId>{5C22544A-7EE6-4342-B048-85BDC9FD1C3A}</a:tableStyleId>
              </a:tblPr>
              <a:tblGrid>
                <a:gridCol w="981631">
                  <a:extLst>
                    <a:ext uri="{9D8B030D-6E8A-4147-A177-3AD203B41FA5}">
                      <a16:colId xmlns:a16="http://schemas.microsoft.com/office/drawing/2014/main" val="4029798995"/>
                    </a:ext>
                  </a:extLst>
                </a:gridCol>
                <a:gridCol w="3230248">
                  <a:extLst>
                    <a:ext uri="{9D8B030D-6E8A-4147-A177-3AD203B41FA5}">
                      <a16:colId xmlns:a16="http://schemas.microsoft.com/office/drawing/2014/main" val="4232873670"/>
                    </a:ext>
                  </a:extLst>
                </a:gridCol>
                <a:gridCol w="1630972">
                  <a:extLst>
                    <a:ext uri="{9D8B030D-6E8A-4147-A177-3AD203B41FA5}">
                      <a16:colId xmlns:a16="http://schemas.microsoft.com/office/drawing/2014/main" val="3308963623"/>
                    </a:ext>
                  </a:extLst>
                </a:gridCol>
                <a:gridCol w="2940491">
                  <a:extLst>
                    <a:ext uri="{9D8B030D-6E8A-4147-A177-3AD203B41FA5}">
                      <a16:colId xmlns:a16="http://schemas.microsoft.com/office/drawing/2014/main" val="3065214149"/>
                    </a:ext>
                  </a:extLst>
                </a:gridCol>
              </a:tblGrid>
              <a:tr h="267583">
                <a:tc>
                  <a:txBody>
                    <a:bodyPr/>
                    <a:lstStyle/>
                    <a:p>
                      <a:pPr marL="0" marR="0">
                        <a:lnSpc>
                          <a:spcPct val="107000"/>
                        </a:lnSpc>
                        <a:spcAft>
                          <a:spcPts val="800"/>
                        </a:spcAft>
                        <a:buNone/>
                      </a:pPr>
                      <a:r>
                        <a:rPr lang="en-US" sz="1600" b="1" kern="100">
                          <a:effectLst/>
                          <a:latin typeface="+mn-lt"/>
                          <a:ea typeface="Calibri" panose="020F0502020204030204" pitchFamily="34" charset="0"/>
                          <a:cs typeface="Times New Roman" panose="02020603050405020304" pitchFamily="18" charset="0"/>
                        </a:rPr>
                        <a:t>Number</a:t>
                      </a:r>
                      <a:endParaRPr lang="en-US" sz="12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b="1" kern="100">
                          <a:effectLst/>
                          <a:latin typeface="+mn-lt"/>
                          <a:ea typeface="Calibri" panose="020F0502020204030204" pitchFamily="34" charset="0"/>
                          <a:cs typeface="Times New Roman" panose="02020603050405020304" pitchFamily="18" charset="0"/>
                        </a:rPr>
                        <a:t>Requirement</a:t>
                      </a:r>
                      <a:endParaRPr lang="en-US" sz="12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b="1" kern="100">
                          <a:effectLst/>
                          <a:latin typeface="+mn-lt"/>
                          <a:ea typeface="Calibri" panose="020F0502020204030204" pitchFamily="34" charset="0"/>
                          <a:cs typeface="Times New Roman" panose="02020603050405020304" pitchFamily="18" charset="0"/>
                        </a:rPr>
                        <a:t>Status(Yes/No)</a:t>
                      </a:r>
                      <a:endParaRPr lang="en-US" sz="12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b="1" kern="100">
                          <a:effectLst/>
                          <a:latin typeface="+mn-lt"/>
                          <a:ea typeface="Calibri" panose="020F0502020204030204" pitchFamily="34" charset="0"/>
                          <a:cs typeface="Times New Roman" panose="02020603050405020304" pitchFamily="18" charset="0"/>
                        </a:rPr>
                        <a:t>Evidence Needed</a:t>
                      </a:r>
                      <a:endParaRPr lang="en-US" sz="1200" kern="100">
                        <a:effectLst/>
                        <a:latin typeface="+mn-lt"/>
                        <a:ea typeface="Calibri" panose="020F0502020204030204" pitchFamily="34" charset="0"/>
                        <a:cs typeface="Times New Roman" panose="02020603050405020304" pitchFamily="18" charset="0"/>
                      </a:endParaRPr>
                    </a:p>
                  </a:txBody>
                  <a:tcPr marL="59426" marR="59426" marT="0" marB="0"/>
                </a:tc>
                <a:extLst>
                  <a:ext uri="{0D108BD9-81ED-4DB2-BD59-A6C34878D82A}">
                    <a16:rowId xmlns:a16="http://schemas.microsoft.com/office/drawing/2014/main" val="2019722622"/>
                  </a:ext>
                </a:extLst>
              </a:tr>
              <a:tr h="586338">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1</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r>
                        <a:rPr lang="en-US" sz="1600" kern="100" dirty="0">
                          <a:effectLst/>
                          <a:latin typeface="Calibri" panose="020F0502020204030204" pitchFamily="34" charset="0"/>
                          <a:cs typeface="Times New Roman" panose="02020603050405020304" pitchFamily="18" charset="0"/>
                        </a:rPr>
                        <a:t>Leadership and worker participations   </a:t>
                      </a:r>
                      <a:endParaRPr lang="en-US" sz="1600" dirty="0"/>
                    </a:p>
                  </a:txBody>
                  <a:tcPr marL="59426" marR="59426" marT="0" marB="0"/>
                </a:tc>
                <a:tc>
                  <a:txBody>
                    <a:bodyPr/>
                    <a:lstStyle/>
                    <a:p>
                      <a:r>
                        <a:rPr lang="en-US" sz="1600" kern="100">
                          <a:effectLst/>
                          <a:latin typeface="Times New Roman" panose="02020603050405020304" pitchFamily="18" charset="0"/>
                          <a:ea typeface="Calibri" panose="020F0502020204030204" pitchFamily="34" charset="0"/>
                          <a:cs typeface="Times New Roman" panose="02020603050405020304" pitchFamily="18" charset="0"/>
                        </a:rPr>
                        <a:t>Yes</a:t>
                      </a:r>
                      <a:endParaRPr lang="en-US" sz="1600"/>
                    </a:p>
                  </a:txBody>
                  <a:tcPr marL="79235" marR="79235" marT="39617" marB="39617"/>
                </a:tc>
                <a:tc>
                  <a:txBody>
                    <a:bodyPr/>
                    <a:lstStyle/>
                    <a:p>
                      <a:r>
                        <a:rPr lang="en-US" sz="1600" kern="100">
                          <a:effectLst/>
                          <a:latin typeface="Times New Roman" panose="02020603050405020304" pitchFamily="18" charset="0"/>
                          <a:ea typeface="Calibri" panose="020F0502020204030204" pitchFamily="34" charset="0"/>
                          <a:cs typeface="Times New Roman" panose="02020603050405020304" pitchFamily="18" charset="0"/>
                        </a:rPr>
                        <a:t>Safety committees and staff training exist</a:t>
                      </a:r>
                      <a:endParaRPr lang="en-US" sz="1600"/>
                    </a:p>
                  </a:txBody>
                  <a:tcPr marL="79235" marR="79235" marT="39617" marB="39617"/>
                </a:tc>
                <a:extLst>
                  <a:ext uri="{0D108BD9-81ED-4DB2-BD59-A6C34878D82A}">
                    <a16:rowId xmlns:a16="http://schemas.microsoft.com/office/drawing/2014/main" val="1154180249"/>
                  </a:ext>
                </a:extLst>
              </a:tr>
              <a:tr h="586338">
                <a:tc>
                  <a:txBody>
                    <a:bodyPr/>
                    <a:lstStyle/>
                    <a:p>
                      <a:r>
                        <a:rPr lang="en-US" sz="1600" kern="100">
                          <a:effectLst/>
                          <a:latin typeface="+mn-lt"/>
                          <a:ea typeface="Calibri" panose="020F0502020204030204" pitchFamily="34" charset="0"/>
                          <a:cs typeface="Times New Roman" panose="02020603050405020304" pitchFamily="18" charset="0"/>
                        </a:rPr>
                        <a:t>2</a:t>
                      </a:r>
                      <a:endParaRPr lang="en-US" sz="1000" kern="100">
                        <a:effectLst/>
                        <a:latin typeface="+mn-lt"/>
                        <a:cs typeface="Times New Roman" panose="02020603050405020304" pitchFamily="18" charset="0"/>
                      </a:endParaRPr>
                    </a:p>
                  </a:txBody>
                  <a:tcPr marL="8254" marR="8254" marT="8254" marB="8254"/>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700" kern="100" dirty="0">
                          <a:effectLst/>
                          <a:latin typeface="+mn-lt"/>
                          <a:ea typeface="Calibri" panose="020F0502020204030204" pitchFamily="34" charset="0"/>
                          <a:cs typeface="Times New Roman" panose="02020603050405020304" pitchFamily="18" charset="0"/>
                        </a:rPr>
                        <a:t>Hazard identification and risk assessment</a:t>
                      </a:r>
                      <a:endParaRPr lang="en-US" sz="1600" kern="100" dirty="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Times New Roman" panose="02020603050405020304" pitchFamily="18" charset="0"/>
                          <a:ea typeface="Calibri" panose="020F0502020204030204" pitchFamily="34" charset="0"/>
                          <a:cs typeface="Times New Roman" panose="02020603050405020304" pitchFamily="18" charset="0"/>
                        </a:rPr>
                        <a:t>Yes</a:t>
                      </a:r>
                      <a:endParaRPr lang="en-US" sz="16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00">
                          <a:effectLst/>
                          <a:latin typeface="Times New Roman" panose="02020603050405020304" pitchFamily="18" charset="0"/>
                          <a:ea typeface="Calibri" panose="020F0502020204030204" pitchFamily="34" charset="0"/>
                          <a:cs typeface="Times New Roman" panose="02020603050405020304" pitchFamily="18" charset="0"/>
                        </a:rPr>
                        <a:t>Lab-specific risk register maintained</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79235" marR="79235" marT="39617" marB="39617"/>
                </a:tc>
                <a:extLst>
                  <a:ext uri="{0D108BD9-81ED-4DB2-BD59-A6C34878D82A}">
                    <a16:rowId xmlns:a16="http://schemas.microsoft.com/office/drawing/2014/main" val="1908967261"/>
                  </a:ext>
                </a:extLst>
              </a:tr>
              <a:tr h="521905">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3</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Emergency preparedness and response</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No</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Fire drill record missing</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extLst>
                  <a:ext uri="{0D108BD9-81ED-4DB2-BD59-A6C34878D82A}">
                    <a16:rowId xmlns:a16="http://schemas.microsoft.com/office/drawing/2014/main" val="477278729"/>
                  </a:ext>
                </a:extLst>
              </a:tr>
              <a:tr h="521905">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4</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Incident investigation and corrective action</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Yes</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Basic incident logbook in use</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extLst>
                  <a:ext uri="{0D108BD9-81ED-4DB2-BD59-A6C34878D82A}">
                    <a16:rowId xmlns:a16="http://schemas.microsoft.com/office/drawing/2014/main" val="4080213396"/>
                  </a:ext>
                </a:extLst>
              </a:tr>
              <a:tr h="521905">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5</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Use of PPE  and controls</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Yes</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Gloves, googles, lab coats provided</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extLst>
                  <a:ext uri="{0D108BD9-81ED-4DB2-BD59-A6C34878D82A}">
                    <a16:rowId xmlns:a16="http://schemas.microsoft.com/office/drawing/2014/main" val="2285224095"/>
                  </a:ext>
                </a:extLst>
              </a:tr>
              <a:tr h="521905">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6</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Internal audit and compliance monitoring</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No</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Periodic audit plan does not form formalized</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extLst>
                  <a:ext uri="{0D108BD9-81ED-4DB2-BD59-A6C34878D82A}">
                    <a16:rowId xmlns:a16="http://schemas.microsoft.com/office/drawing/2014/main" val="2566239759"/>
                  </a:ext>
                </a:extLst>
              </a:tr>
              <a:tr h="267583">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7</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Documentation of procedures</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Yes</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SOPs displayed in labs</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extLst>
                  <a:ext uri="{0D108BD9-81ED-4DB2-BD59-A6C34878D82A}">
                    <a16:rowId xmlns:a16="http://schemas.microsoft.com/office/drawing/2014/main" val="3964786027"/>
                  </a:ext>
                </a:extLst>
              </a:tr>
              <a:tr h="267583">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8</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Training and awareness programs</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Yes</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Annual orientation conducted</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extLst>
                  <a:ext uri="{0D108BD9-81ED-4DB2-BD59-A6C34878D82A}">
                    <a16:rowId xmlns:a16="http://schemas.microsoft.com/office/drawing/2014/main" val="1329453077"/>
                  </a:ext>
                </a:extLst>
              </a:tr>
              <a:tr h="521905">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9</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Review and continual improvement</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a:effectLst/>
                          <a:latin typeface="+mn-lt"/>
                          <a:ea typeface="Calibri" panose="020F0502020204030204" pitchFamily="34" charset="0"/>
                          <a:cs typeface="Times New Roman" panose="02020603050405020304" pitchFamily="18" charset="0"/>
                        </a:rPr>
                        <a:t>No</a:t>
                      </a:r>
                      <a:endParaRPr lang="en-US" sz="1400" kern="100">
                        <a:effectLst/>
                        <a:latin typeface="+mn-lt"/>
                        <a:ea typeface="Calibri" panose="020F0502020204030204" pitchFamily="34" charset="0"/>
                        <a:cs typeface="Times New Roman" panose="02020603050405020304" pitchFamily="18" charset="0"/>
                      </a:endParaRPr>
                    </a:p>
                  </a:txBody>
                  <a:tcPr marL="59426" marR="59426" marT="0" marB="0"/>
                </a:tc>
                <a:tc>
                  <a:txBody>
                    <a:bodyPr/>
                    <a:lstStyle/>
                    <a:p>
                      <a:pPr marL="0" marR="0">
                        <a:lnSpc>
                          <a:spcPct val="107000"/>
                        </a:lnSpc>
                        <a:spcAft>
                          <a:spcPts val="800"/>
                        </a:spcAft>
                        <a:buNone/>
                      </a:pPr>
                      <a:r>
                        <a:rPr lang="en-US" sz="1600" kern="100" dirty="0">
                          <a:effectLst/>
                          <a:latin typeface="+mn-lt"/>
                          <a:ea typeface="Calibri" panose="020F0502020204030204" pitchFamily="34" charset="0"/>
                          <a:cs typeface="Times New Roman" panose="02020603050405020304" pitchFamily="18" charset="0"/>
                        </a:rPr>
                        <a:t>No formal  review mechanisms in place</a:t>
                      </a:r>
                      <a:endParaRPr lang="en-US" sz="1400" kern="100" dirty="0">
                        <a:effectLst/>
                        <a:latin typeface="+mn-lt"/>
                        <a:ea typeface="Calibri" panose="020F0502020204030204" pitchFamily="34" charset="0"/>
                        <a:cs typeface="Times New Roman" panose="02020603050405020304" pitchFamily="18" charset="0"/>
                      </a:endParaRPr>
                    </a:p>
                  </a:txBody>
                  <a:tcPr marL="59426" marR="59426" marT="0" marB="0"/>
                </a:tc>
                <a:extLst>
                  <a:ext uri="{0D108BD9-81ED-4DB2-BD59-A6C34878D82A}">
                    <a16:rowId xmlns:a16="http://schemas.microsoft.com/office/drawing/2014/main" val="2198129875"/>
                  </a:ext>
                </a:extLst>
              </a:tr>
            </a:tbl>
          </a:graphicData>
        </a:graphic>
      </p:graphicFrame>
    </p:spTree>
    <p:extLst>
      <p:ext uri="{BB962C8B-B14F-4D97-AF65-F5344CB8AC3E}">
        <p14:creationId xmlns:p14="http://schemas.microsoft.com/office/powerpoint/2010/main" val="27617325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997E6B-0BA9-D3AC-AF1F-D86FBCB3317A}"/>
              </a:ext>
            </a:extLst>
          </p:cNvPr>
          <p:cNvSpPr>
            <a:spLocks noGrp="1"/>
          </p:cNvSpPr>
          <p:nvPr>
            <p:ph type="title"/>
          </p:nvPr>
        </p:nvSpPr>
        <p:spPr>
          <a:xfrm>
            <a:off x="838200" y="365125"/>
            <a:ext cx="10515600" cy="1325563"/>
          </a:xfrm>
        </p:spPr>
        <p:txBody>
          <a:bodyPr>
            <a:normAutofit/>
          </a:bodyPr>
          <a:lstStyle/>
          <a:p>
            <a:pPr algn="ctr"/>
            <a:r>
              <a:rPr lang="en-US" b="1"/>
              <a:t>ISO 14001 COMPLIANCE CHECKLISTS</a:t>
            </a:r>
            <a:endParaRPr lang="en-US"/>
          </a:p>
        </p:txBody>
      </p:sp>
      <p:sp>
        <p:nvSpPr>
          <p:cNvPr id="4" name="Slide Number Placeholder 3">
            <a:extLst>
              <a:ext uri="{FF2B5EF4-FFF2-40B4-BE49-F238E27FC236}">
                <a16:creationId xmlns:a16="http://schemas.microsoft.com/office/drawing/2014/main" id="{B9385304-EB58-C18B-08C0-AB9DF3B6E9BA}"/>
              </a:ext>
            </a:extLst>
          </p:cNvPr>
          <p:cNvSpPr>
            <a:spLocks noGrp="1"/>
          </p:cNvSpPr>
          <p:nvPr>
            <p:ph type="sldNum" sz="quarter" idx="12"/>
          </p:nvPr>
        </p:nvSpPr>
        <p:spPr>
          <a:xfrm>
            <a:off x="8610600" y="6356350"/>
            <a:ext cx="2743200" cy="365125"/>
          </a:xfrm>
        </p:spPr>
        <p:txBody>
          <a:bodyPr>
            <a:normAutofit/>
          </a:bodyPr>
          <a:lstStyle/>
          <a:p>
            <a:pPr>
              <a:spcAft>
                <a:spcPts val="600"/>
              </a:spcAft>
            </a:pPr>
            <a:fld id="{E5FC8A85-E342-42F9-8CF1-A5B58470B4F7}" type="slidenum">
              <a:rPr lang="en-US" smtClean="0"/>
              <a:pPr>
                <a:spcAft>
                  <a:spcPts val="600"/>
                </a:spcAft>
              </a:pPr>
              <a:t>12</a:t>
            </a:fld>
            <a:endParaRPr lang="en-US"/>
          </a:p>
        </p:txBody>
      </p:sp>
      <p:graphicFrame>
        <p:nvGraphicFramePr>
          <p:cNvPr id="5" name="Content Placeholder 4">
            <a:extLst>
              <a:ext uri="{FF2B5EF4-FFF2-40B4-BE49-F238E27FC236}">
                <a16:creationId xmlns:a16="http://schemas.microsoft.com/office/drawing/2014/main" id="{6DCD6DE0-4966-5CA2-F32F-495AF6210916}"/>
              </a:ext>
            </a:extLst>
          </p:cNvPr>
          <p:cNvGraphicFramePr>
            <a:graphicFrameLocks noGrp="1"/>
          </p:cNvGraphicFramePr>
          <p:nvPr>
            <p:ph idx="1"/>
            <p:extLst>
              <p:ext uri="{D42A27DB-BD31-4B8C-83A1-F6EECF244321}">
                <p14:modId xmlns:p14="http://schemas.microsoft.com/office/powerpoint/2010/main" val="3944044225"/>
              </p:ext>
            </p:extLst>
          </p:nvPr>
        </p:nvGraphicFramePr>
        <p:xfrm>
          <a:off x="2174576" y="1825625"/>
          <a:ext cx="7842849" cy="4351340"/>
        </p:xfrm>
        <a:graphic>
          <a:graphicData uri="http://schemas.openxmlformats.org/drawingml/2006/table">
            <a:tbl>
              <a:tblPr firstRow="1" bandRow="1">
                <a:tableStyleId>{5C22544A-7EE6-4342-B048-85BDC9FD1C3A}</a:tableStyleId>
              </a:tblPr>
              <a:tblGrid>
                <a:gridCol w="860352">
                  <a:extLst>
                    <a:ext uri="{9D8B030D-6E8A-4147-A177-3AD203B41FA5}">
                      <a16:colId xmlns:a16="http://schemas.microsoft.com/office/drawing/2014/main" val="1680807466"/>
                    </a:ext>
                  </a:extLst>
                </a:gridCol>
                <a:gridCol w="2885843">
                  <a:extLst>
                    <a:ext uri="{9D8B030D-6E8A-4147-A177-3AD203B41FA5}">
                      <a16:colId xmlns:a16="http://schemas.microsoft.com/office/drawing/2014/main" val="2244136850"/>
                    </a:ext>
                  </a:extLst>
                </a:gridCol>
                <a:gridCol w="1429467">
                  <a:extLst>
                    <a:ext uri="{9D8B030D-6E8A-4147-A177-3AD203B41FA5}">
                      <a16:colId xmlns:a16="http://schemas.microsoft.com/office/drawing/2014/main" val="1012954626"/>
                    </a:ext>
                  </a:extLst>
                </a:gridCol>
                <a:gridCol w="2667187">
                  <a:extLst>
                    <a:ext uri="{9D8B030D-6E8A-4147-A177-3AD203B41FA5}">
                      <a16:colId xmlns:a16="http://schemas.microsoft.com/office/drawing/2014/main" val="255085228"/>
                    </a:ext>
                  </a:extLst>
                </a:gridCol>
              </a:tblGrid>
              <a:tr h="234524">
                <a:tc>
                  <a:txBody>
                    <a:bodyPr/>
                    <a:lstStyle/>
                    <a:p>
                      <a:pPr marL="0" marR="0">
                        <a:lnSpc>
                          <a:spcPct val="107000"/>
                        </a:lnSpc>
                        <a:spcAft>
                          <a:spcPts val="800"/>
                        </a:spcAft>
                        <a:buNone/>
                      </a:pPr>
                      <a:r>
                        <a:rPr lang="en-US" sz="1400" b="1" kern="100">
                          <a:effectLst/>
                          <a:latin typeface="+mn-lt"/>
                          <a:ea typeface="Calibri" panose="020F0502020204030204" pitchFamily="34" charset="0"/>
                          <a:cs typeface="Times New Roman" panose="02020603050405020304" pitchFamily="18" charset="0"/>
                        </a:rPr>
                        <a:t>Number</a:t>
                      </a:r>
                      <a:endParaRPr lang="en-US" sz="11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b="1" kern="100">
                          <a:effectLst/>
                          <a:latin typeface="+mn-lt"/>
                          <a:ea typeface="Calibri" panose="020F0502020204030204" pitchFamily="34" charset="0"/>
                          <a:cs typeface="Times New Roman" panose="02020603050405020304" pitchFamily="18" charset="0"/>
                        </a:rPr>
                        <a:t>Requirement</a:t>
                      </a:r>
                      <a:endParaRPr lang="en-US" sz="11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b="1" kern="100">
                          <a:effectLst/>
                          <a:latin typeface="+mn-lt"/>
                          <a:ea typeface="Calibri" panose="020F0502020204030204" pitchFamily="34" charset="0"/>
                          <a:cs typeface="Times New Roman" panose="02020603050405020304" pitchFamily="18" charset="0"/>
                        </a:rPr>
                        <a:t>Status(Yes/No)</a:t>
                      </a:r>
                      <a:endParaRPr lang="en-US" sz="11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b="1" kern="100">
                          <a:effectLst/>
                          <a:latin typeface="+mn-lt"/>
                          <a:ea typeface="Calibri" panose="020F0502020204030204" pitchFamily="34" charset="0"/>
                          <a:cs typeface="Times New Roman" panose="02020603050405020304" pitchFamily="18" charset="0"/>
                        </a:rPr>
                        <a:t>Evidence Needed</a:t>
                      </a:r>
                      <a:endParaRPr lang="en-US" sz="11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2725692179"/>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1</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Environmental policy documentation</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Yes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Displayed near lab entrance</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2095270337"/>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2</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Environmental aspect and impact identification</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Yes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Waste categorization conducted</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1835454684"/>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3</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Legal and compliance obligations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No</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No record of updated environmental regulations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2272826117"/>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4</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Operational controls for waste and emissions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Yes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Separate bins for e-waste and chemicals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455575107"/>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5</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Emergency environmental response</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No</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No spill containment training document</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1464920191"/>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6</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Monitoring and measurement of impact</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No</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No environmental KPIs defined</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2691200882"/>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7</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Waste disposal and segregation procedures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Yes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In practice, but not documented formally</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70575583"/>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8</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Environmental performance review</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No</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No baseline or improvement benchmarks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4273845861"/>
                  </a:ext>
                </a:extLst>
              </a:tr>
              <a:tr h="457424">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9</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Employee  awareness and training</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a:effectLst/>
                          <a:latin typeface="+mn-lt"/>
                          <a:ea typeface="Calibri" panose="020F0502020204030204" pitchFamily="34" charset="0"/>
                          <a:cs typeface="Times New Roman" panose="02020603050405020304" pitchFamily="18" charset="0"/>
                        </a:rPr>
                        <a:t>Yes</a:t>
                      </a:r>
                      <a:endParaRPr lang="en-US" sz="1200" kern="100">
                        <a:effectLst/>
                        <a:latin typeface="+mn-lt"/>
                        <a:ea typeface="Calibri" panose="020F0502020204030204" pitchFamily="34" charset="0"/>
                        <a:cs typeface="Times New Roman" panose="02020603050405020304" pitchFamily="18" charset="0"/>
                      </a:endParaRPr>
                    </a:p>
                  </a:txBody>
                  <a:tcPr marL="52084" marR="52084" marT="0" marB="0"/>
                </a:tc>
                <a:tc>
                  <a:txBody>
                    <a:bodyPr/>
                    <a:lstStyle/>
                    <a:p>
                      <a:pPr marL="0" marR="0">
                        <a:lnSpc>
                          <a:spcPct val="107000"/>
                        </a:lnSpc>
                        <a:spcAft>
                          <a:spcPts val="800"/>
                        </a:spcAft>
                        <a:buNone/>
                      </a:pPr>
                      <a:r>
                        <a:rPr lang="en-US" sz="1400" kern="100" dirty="0">
                          <a:effectLst/>
                          <a:latin typeface="+mn-lt"/>
                          <a:ea typeface="Calibri" panose="020F0502020204030204" pitchFamily="34" charset="0"/>
                          <a:cs typeface="Times New Roman" panose="02020603050405020304" pitchFamily="18" charset="0"/>
                        </a:rPr>
                        <a:t>General awareness, limited documentation </a:t>
                      </a:r>
                      <a:endParaRPr lang="en-US" sz="1200" kern="100" dirty="0">
                        <a:effectLst/>
                        <a:latin typeface="+mn-lt"/>
                        <a:ea typeface="Calibri" panose="020F0502020204030204" pitchFamily="34" charset="0"/>
                        <a:cs typeface="Times New Roman" panose="02020603050405020304" pitchFamily="18" charset="0"/>
                      </a:endParaRPr>
                    </a:p>
                  </a:txBody>
                  <a:tcPr marL="52084" marR="52084" marT="0" marB="0"/>
                </a:tc>
                <a:extLst>
                  <a:ext uri="{0D108BD9-81ED-4DB2-BD59-A6C34878D82A}">
                    <a16:rowId xmlns:a16="http://schemas.microsoft.com/office/drawing/2014/main" val="3363315694"/>
                  </a:ext>
                </a:extLst>
              </a:tr>
            </a:tbl>
          </a:graphicData>
        </a:graphic>
      </p:graphicFrame>
    </p:spTree>
    <p:extLst>
      <p:ext uri="{BB962C8B-B14F-4D97-AF65-F5344CB8AC3E}">
        <p14:creationId xmlns:p14="http://schemas.microsoft.com/office/powerpoint/2010/main" val="16015949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D6AF5-1238-CFD0-0EB0-DCFE02096B0F}"/>
              </a:ext>
            </a:extLst>
          </p:cNvPr>
          <p:cNvSpPr>
            <a:spLocks noGrp="1"/>
          </p:cNvSpPr>
          <p:nvPr>
            <p:ph type="title"/>
          </p:nvPr>
        </p:nvSpPr>
        <p:spPr>
          <a:xfrm>
            <a:off x="402956" y="0"/>
            <a:ext cx="4618495" cy="2057400"/>
          </a:xfrm>
        </p:spPr>
        <p:txBody>
          <a:bodyPr>
            <a:normAutofit/>
          </a:bodyPr>
          <a:lstStyle/>
          <a:p>
            <a:pPr algn="ctr"/>
            <a:r>
              <a:rPr lang="en-US" sz="4000" dirty="0"/>
              <a:t>ISO 45001 HAZARDS AND SAFETY REQUIREMENTS</a:t>
            </a:r>
          </a:p>
        </p:txBody>
      </p:sp>
      <p:sp>
        <p:nvSpPr>
          <p:cNvPr id="4" name="Text Placeholder 3">
            <a:extLst>
              <a:ext uri="{FF2B5EF4-FFF2-40B4-BE49-F238E27FC236}">
                <a16:creationId xmlns:a16="http://schemas.microsoft.com/office/drawing/2014/main" id="{444CF110-E75C-2F25-7D50-B82161CFBCE2}"/>
              </a:ext>
            </a:extLst>
          </p:cNvPr>
          <p:cNvSpPr>
            <a:spLocks noGrp="1"/>
          </p:cNvSpPr>
          <p:nvPr>
            <p:ph type="body" sz="half" idx="2"/>
          </p:nvPr>
        </p:nvSpPr>
        <p:spPr>
          <a:xfrm>
            <a:off x="839788" y="2057400"/>
            <a:ext cx="6330763" cy="3811588"/>
          </a:xfrm>
        </p:spPr>
        <p:txBody>
          <a:bodyPr>
            <a:normAutofit lnSpcReduction="10000"/>
          </a:bodyPr>
          <a:lstStyle/>
          <a:p>
            <a:pPr marL="342900" marR="0" lvl="0" indent="-342900">
              <a:lnSpc>
                <a:spcPct val="107000"/>
              </a:lnSpc>
              <a:buFont typeface="Symbol" panose="05050102010706020507" pitchFamily="18" charset="2"/>
              <a:buChar char=""/>
            </a:pPr>
            <a:r>
              <a:rPr lang="en-US" sz="1800" b="1" dirty="0">
                <a:effectLst/>
                <a:ea typeface="Times New Roman" panose="02020603050405020304" pitchFamily="18" charset="0"/>
              </a:rPr>
              <a:t>Key hazards</a:t>
            </a:r>
          </a:p>
          <a:p>
            <a:pPr marL="342900" marR="0" lvl="0" indent="-342900">
              <a:lnSpc>
                <a:spcPct val="107000"/>
              </a:lnSpc>
              <a:buFont typeface="Symbol" panose="05050102010706020507" pitchFamily="18" charset="2"/>
              <a:buChar char=""/>
            </a:pPr>
            <a:r>
              <a:rPr lang="en-US" sz="1800" b="1" dirty="0">
                <a:effectLst/>
                <a:ea typeface="Times New Roman" panose="02020603050405020304" pitchFamily="18" charset="0"/>
              </a:rPr>
              <a:t>Physical Hazards  </a:t>
            </a:r>
            <a:r>
              <a:rPr lang="en-US" sz="1800" dirty="0">
                <a:effectLst/>
                <a:ea typeface="Times New Roman" panose="02020603050405020304" pitchFamily="18" charset="0"/>
              </a:rPr>
              <a:t>The soldering process can result in electric shock, noise, and heat.</a:t>
            </a:r>
          </a:p>
          <a:p>
            <a:pPr marL="342900" marR="0" lvl="0" indent="-342900">
              <a:lnSpc>
                <a:spcPct val="107000"/>
              </a:lnSpc>
              <a:buFont typeface="Symbol" panose="05050102010706020507" pitchFamily="18" charset="2"/>
              <a:buChar char=""/>
            </a:pPr>
            <a:r>
              <a:rPr lang="en-US" sz="1800" b="1" dirty="0">
                <a:effectLst/>
                <a:ea typeface="Times New Roman" panose="02020603050405020304" pitchFamily="18" charset="0"/>
              </a:rPr>
              <a:t>Chemical Hazards </a:t>
            </a:r>
            <a:r>
              <a:rPr lang="en-US" sz="1800" dirty="0">
                <a:effectLst/>
                <a:ea typeface="Times New Roman" panose="02020603050405020304" pitchFamily="18" charset="0"/>
              </a:rPr>
              <a:t>Being exposed to fumes and cleaning agents poses a significant risk to one's health.</a:t>
            </a:r>
          </a:p>
          <a:p>
            <a:pPr marL="342900" marR="0" lvl="0" indent="-342900">
              <a:lnSpc>
                <a:spcPct val="107000"/>
              </a:lnSpc>
              <a:buFont typeface="Symbol" panose="05050102010706020507" pitchFamily="18" charset="2"/>
              <a:buChar char=""/>
            </a:pPr>
            <a:r>
              <a:rPr lang="en-US" sz="1800" b="1" dirty="0">
                <a:effectLst/>
                <a:ea typeface="Times New Roman" panose="02020603050405020304" pitchFamily="18" charset="0"/>
              </a:rPr>
              <a:t>Biological Hazards </a:t>
            </a:r>
            <a:r>
              <a:rPr lang="en-US" sz="1800" dirty="0">
                <a:effectLst/>
                <a:ea typeface="Times New Roman" panose="02020603050405020304" pitchFamily="18" charset="0"/>
              </a:rPr>
              <a:t>Poor equipment hygiene or insufficient sanitation practices can result in health problems.</a:t>
            </a:r>
          </a:p>
          <a:p>
            <a:pPr marL="342900" marR="0" lvl="0" indent="-342900">
              <a:lnSpc>
                <a:spcPct val="107000"/>
              </a:lnSpc>
              <a:buFont typeface="Symbol" panose="05050102010706020507" pitchFamily="18" charset="2"/>
              <a:buChar char=""/>
            </a:pPr>
            <a:r>
              <a:rPr lang="en-US" sz="1800" b="1" dirty="0">
                <a:effectLst/>
                <a:ea typeface="Times New Roman" panose="02020603050405020304" pitchFamily="18" charset="0"/>
              </a:rPr>
              <a:t>Ergonomic Hazards  </a:t>
            </a:r>
            <a:r>
              <a:rPr lang="en-US" sz="1800" dirty="0">
                <a:effectLst/>
                <a:ea typeface="Times New Roman" panose="02020603050405020304" pitchFamily="18" charset="0"/>
              </a:rPr>
              <a:t>Extended periods of sitting and repetitive strain injuries are prevalent problems.</a:t>
            </a:r>
          </a:p>
          <a:p>
            <a:pPr marL="342900" marR="0" lvl="0" indent="-342900">
              <a:lnSpc>
                <a:spcPct val="107000"/>
              </a:lnSpc>
              <a:buFont typeface="Symbol" panose="05050102010706020507" pitchFamily="18" charset="2"/>
              <a:buChar char=""/>
            </a:pPr>
            <a:r>
              <a:rPr lang="en-US" sz="1800" b="1" dirty="0">
                <a:effectLst/>
                <a:ea typeface="Times New Roman" panose="02020603050405020304" pitchFamily="18" charset="0"/>
              </a:rPr>
              <a:t>Psychosocial Hazards </a:t>
            </a:r>
            <a:r>
              <a:rPr lang="en-US" sz="1800" dirty="0">
                <a:effectLst/>
                <a:ea typeface="Times New Roman" panose="02020603050405020304" pitchFamily="18" charset="0"/>
              </a:rPr>
              <a:t>Work pressure, stress, and a lack of reporting culture are common problems.</a:t>
            </a:r>
            <a:endParaRPr lang="en-US" sz="1800" dirty="0">
              <a:effectLst/>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ea typeface="Calibri" panose="020F0502020204030204" pitchFamily="34" charset="0"/>
            </a:endParaRPr>
          </a:p>
          <a:p>
            <a:endParaRPr lang="en-US" dirty="0"/>
          </a:p>
        </p:txBody>
      </p:sp>
      <p:sp>
        <p:nvSpPr>
          <p:cNvPr id="5" name="Slide Number Placeholder 4">
            <a:extLst>
              <a:ext uri="{FF2B5EF4-FFF2-40B4-BE49-F238E27FC236}">
                <a16:creationId xmlns:a16="http://schemas.microsoft.com/office/drawing/2014/main" id="{AD04425E-3C8D-653A-49D3-78FA1493371F}"/>
              </a:ext>
            </a:extLst>
          </p:cNvPr>
          <p:cNvSpPr>
            <a:spLocks noGrp="1"/>
          </p:cNvSpPr>
          <p:nvPr>
            <p:ph type="sldNum" sz="quarter" idx="12"/>
          </p:nvPr>
        </p:nvSpPr>
        <p:spPr/>
        <p:txBody>
          <a:bodyPr/>
          <a:lstStyle/>
          <a:p>
            <a:fld id="{E5FC8A85-E342-42F9-8CF1-A5B58470B4F7}" type="slidenum">
              <a:rPr lang="en-US" smtClean="0"/>
              <a:t>13</a:t>
            </a:fld>
            <a:endParaRPr lang="en-US"/>
          </a:p>
        </p:txBody>
      </p:sp>
      <p:pic>
        <p:nvPicPr>
          <p:cNvPr id="8" name="Picture 7" descr="A green and black biohazard symbol&#10;&#10;AI-generated content may be incorrect.">
            <a:extLst>
              <a:ext uri="{FF2B5EF4-FFF2-40B4-BE49-F238E27FC236}">
                <a16:creationId xmlns:a16="http://schemas.microsoft.com/office/drawing/2014/main" id="{5FF9BDAE-CA54-E3D2-43B6-A60C170EF32B}"/>
              </a:ext>
            </a:extLst>
          </p:cNvPr>
          <p:cNvPicPr>
            <a:picLocks noChangeAspect="1"/>
          </p:cNvPicPr>
          <p:nvPr/>
        </p:nvPicPr>
        <p:blipFill>
          <a:blip r:embed="rId2"/>
          <a:stretch>
            <a:fillRect/>
          </a:stretch>
        </p:blipFill>
        <p:spPr>
          <a:xfrm>
            <a:off x="6857842" y="1357705"/>
            <a:ext cx="4235516" cy="815336"/>
          </a:xfrm>
          <a:prstGeom prst="rect">
            <a:avLst/>
          </a:prstGeom>
        </p:spPr>
      </p:pic>
      <p:pic>
        <p:nvPicPr>
          <p:cNvPr id="9" name="Picture 8" descr="A close up of a white background&#10;&#10;AI-generated content may be incorrect.">
            <a:extLst>
              <a:ext uri="{FF2B5EF4-FFF2-40B4-BE49-F238E27FC236}">
                <a16:creationId xmlns:a16="http://schemas.microsoft.com/office/drawing/2014/main" id="{B3A5DA21-96A0-0DC5-C39E-F22BD8D0FBAC}"/>
              </a:ext>
            </a:extLst>
          </p:cNvPr>
          <p:cNvPicPr>
            <a:picLocks noChangeAspect="1"/>
          </p:cNvPicPr>
          <p:nvPr/>
        </p:nvPicPr>
        <p:blipFill>
          <a:blip r:embed="rId3"/>
          <a:stretch>
            <a:fillRect/>
          </a:stretch>
        </p:blipFill>
        <p:spPr>
          <a:xfrm>
            <a:off x="7291795" y="2763891"/>
            <a:ext cx="4235516" cy="1199303"/>
          </a:xfrm>
          <a:prstGeom prst="rect">
            <a:avLst/>
          </a:prstGeom>
        </p:spPr>
      </p:pic>
    </p:spTree>
    <p:extLst>
      <p:ext uri="{BB962C8B-B14F-4D97-AF65-F5344CB8AC3E}">
        <p14:creationId xmlns:p14="http://schemas.microsoft.com/office/powerpoint/2010/main" val="34678911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BAE0A-BB11-8A59-CF76-C74000D87468}"/>
              </a:ext>
            </a:extLst>
          </p:cNvPr>
          <p:cNvSpPr>
            <a:spLocks noGrp="1"/>
          </p:cNvSpPr>
          <p:nvPr>
            <p:ph type="title"/>
          </p:nvPr>
        </p:nvSpPr>
        <p:spPr>
          <a:xfrm>
            <a:off x="839788" y="170481"/>
            <a:ext cx="5256212" cy="1441343"/>
          </a:xfrm>
        </p:spPr>
        <p:txBody>
          <a:bodyPr>
            <a:normAutofit fontScale="90000"/>
          </a:bodyPr>
          <a:lstStyle/>
          <a:p>
            <a:pPr algn="ctr"/>
            <a:r>
              <a:rPr lang="en-US" sz="4000" dirty="0"/>
              <a:t>ISO 45001 HAZARDS AND SAFETY REQUIREMENTS</a:t>
            </a:r>
            <a:endParaRPr lang="en-US" sz="4000" b="1" dirty="0"/>
          </a:p>
        </p:txBody>
      </p:sp>
      <p:sp>
        <p:nvSpPr>
          <p:cNvPr id="4" name="Text Placeholder 3">
            <a:extLst>
              <a:ext uri="{FF2B5EF4-FFF2-40B4-BE49-F238E27FC236}">
                <a16:creationId xmlns:a16="http://schemas.microsoft.com/office/drawing/2014/main" id="{8022CE17-A835-FD05-9A3C-8B2DB5040FE2}"/>
              </a:ext>
            </a:extLst>
          </p:cNvPr>
          <p:cNvSpPr>
            <a:spLocks noGrp="1"/>
          </p:cNvSpPr>
          <p:nvPr>
            <p:ph type="body" sz="half" idx="2"/>
          </p:nvPr>
        </p:nvSpPr>
        <p:spPr>
          <a:xfrm>
            <a:off x="513348" y="1611824"/>
            <a:ext cx="6384758" cy="4257164"/>
          </a:xfrm>
        </p:spPr>
        <p:txBody>
          <a:bodyPr>
            <a:normAutofit lnSpcReduction="10000"/>
          </a:bodyPr>
          <a:lstStyle/>
          <a:p>
            <a:pPr marL="342900" marR="0" lvl="0" indent="-228600">
              <a:buFont typeface="Arial" panose="020B0604020202020204" pitchFamily="34" charset="0"/>
              <a:buChar char="•"/>
            </a:pPr>
            <a:r>
              <a:rPr lang="en-US" sz="2000" b="1" dirty="0">
                <a:effectLst/>
              </a:rPr>
              <a:t>Safety Requirements under ISO 45001</a:t>
            </a:r>
          </a:p>
          <a:p>
            <a:pPr marL="342900" indent="-228600">
              <a:buFont typeface="Arial" panose="020B0604020202020204" pitchFamily="34" charset="0"/>
              <a:buChar char="•"/>
            </a:pPr>
            <a:r>
              <a:rPr lang="en-US" sz="2000" dirty="0">
                <a:effectLst/>
              </a:rPr>
              <a:t>The task entails the adoption of a structured method to identify and evaluate potential risks.</a:t>
            </a:r>
          </a:p>
          <a:p>
            <a:pPr marL="342900" marR="0" lvl="0" indent="-228600">
              <a:buFont typeface="Arial" panose="020B0604020202020204" pitchFamily="34" charset="0"/>
              <a:buChar char="•"/>
            </a:pPr>
            <a:r>
              <a:rPr lang="en-US" sz="2000" dirty="0">
                <a:effectLst/>
              </a:rPr>
              <a:t>Wearing personal protective equipment (PPE) is compulsory based on the job requirements.</a:t>
            </a:r>
          </a:p>
          <a:p>
            <a:pPr marL="342900" marR="0" lvl="0" indent="-228600">
              <a:buFont typeface="Arial" panose="020B0604020202020204" pitchFamily="34" charset="0"/>
              <a:buChar char="•"/>
            </a:pPr>
            <a:r>
              <a:rPr lang="en-US" sz="2000" dirty="0">
                <a:effectLst/>
              </a:rPr>
              <a:t>Create action plans for handling incidents and evacuating people.</a:t>
            </a:r>
          </a:p>
          <a:p>
            <a:pPr marL="342900" marR="0" lvl="0" indent="-228600">
              <a:buFont typeface="Arial" panose="020B0604020202020204" pitchFamily="34" charset="0"/>
              <a:buChar char="•"/>
            </a:pPr>
            <a:r>
              <a:rPr lang="en-US" sz="2000" dirty="0">
                <a:effectLst/>
              </a:rPr>
              <a:t>Promote employee involvement in safety assessments and evaluations.</a:t>
            </a:r>
          </a:p>
          <a:p>
            <a:pPr marL="342900" marR="0" lvl="0" indent="-228600">
              <a:buFont typeface="Arial" panose="020B0604020202020204" pitchFamily="34" charset="0"/>
              <a:buChar char="•"/>
            </a:pPr>
            <a:r>
              <a:rPr lang="en-US" sz="2000" dirty="0">
                <a:effectLst/>
              </a:rPr>
              <a:t>Training programs are being put in place to enhance hazard awareness.</a:t>
            </a:r>
          </a:p>
          <a:p>
            <a:pPr marL="342900" marR="0" lvl="0" indent="-228600">
              <a:spcAft>
                <a:spcPts val="800"/>
              </a:spcAft>
              <a:buFont typeface="Arial" panose="020B0604020202020204" pitchFamily="34" charset="0"/>
              <a:buChar char="•"/>
            </a:pPr>
            <a:r>
              <a:rPr lang="en-US" sz="2000" dirty="0">
                <a:effectLst/>
              </a:rPr>
              <a:t>A method for reporting close calls or hazardous situations through communication.</a:t>
            </a:r>
          </a:p>
          <a:p>
            <a:pPr marR="0" lvl="0" indent="-228600">
              <a:buFont typeface="Arial" panose="020B0604020202020204" pitchFamily="34" charset="0"/>
              <a:buChar char="•"/>
            </a:pPr>
            <a:endParaRPr lang="en-US" sz="1600" dirty="0">
              <a:solidFill>
                <a:srgbClr val="595959"/>
              </a:solidFill>
              <a:effectLst/>
            </a:endParaRPr>
          </a:p>
          <a:p>
            <a:pPr marL="342900" marR="0" lvl="0" indent="-228600">
              <a:buFont typeface="Arial" panose="020B0604020202020204" pitchFamily="34" charset="0"/>
              <a:buChar char="•"/>
            </a:pPr>
            <a:endParaRPr lang="en-US" sz="1600" dirty="0">
              <a:solidFill>
                <a:srgbClr val="595959"/>
              </a:solidFill>
              <a:effectLst/>
            </a:endParaRPr>
          </a:p>
          <a:p>
            <a:pPr marL="342900" marR="0" lvl="0" indent="-228600">
              <a:buFont typeface="Arial" panose="020B0604020202020204" pitchFamily="34" charset="0"/>
              <a:buChar char="•"/>
            </a:pPr>
            <a:endParaRPr lang="en-US" sz="1600" dirty="0">
              <a:solidFill>
                <a:srgbClr val="595959"/>
              </a:solidFill>
              <a:effectLst/>
            </a:endParaRPr>
          </a:p>
          <a:p>
            <a:pPr indent="-228600">
              <a:buFont typeface="Arial" panose="020B0604020202020204" pitchFamily="34" charset="0"/>
              <a:buChar char="•"/>
            </a:pPr>
            <a:endParaRPr lang="en-US" sz="1600" dirty="0">
              <a:solidFill>
                <a:srgbClr val="595959"/>
              </a:solidFill>
            </a:endParaRPr>
          </a:p>
          <a:p>
            <a:endParaRPr lang="en-US" dirty="0"/>
          </a:p>
        </p:txBody>
      </p:sp>
      <p:sp>
        <p:nvSpPr>
          <p:cNvPr id="5" name="Slide Number Placeholder 4">
            <a:extLst>
              <a:ext uri="{FF2B5EF4-FFF2-40B4-BE49-F238E27FC236}">
                <a16:creationId xmlns:a16="http://schemas.microsoft.com/office/drawing/2014/main" id="{29C8820A-A391-F845-7A38-DF62654E9629}"/>
              </a:ext>
            </a:extLst>
          </p:cNvPr>
          <p:cNvSpPr>
            <a:spLocks noGrp="1"/>
          </p:cNvSpPr>
          <p:nvPr>
            <p:ph type="sldNum" sz="quarter" idx="12"/>
          </p:nvPr>
        </p:nvSpPr>
        <p:spPr/>
        <p:txBody>
          <a:bodyPr/>
          <a:lstStyle/>
          <a:p>
            <a:fld id="{E5FC8A85-E342-42F9-8CF1-A5B58470B4F7}" type="slidenum">
              <a:rPr lang="en-US" smtClean="0"/>
              <a:t>14</a:t>
            </a:fld>
            <a:endParaRPr lang="en-US"/>
          </a:p>
        </p:txBody>
      </p:sp>
      <p:pic>
        <p:nvPicPr>
          <p:cNvPr id="6" name="Picture 5">
            <a:extLst>
              <a:ext uri="{FF2B5EF4-FFF2-40B4-BE49-F238E27FC236}">
                <a16:creationId xmlns:a16="http://schemas.microsoft.com/office/drawing/2014/main" id="{9E8B9E0E-16E9-4838-139C-B8FF25D4971C}"/>
              </a:ext>
            </a:extLst>
          </p:cNvPr>
          <p:cNvPicPr>
            <a:picLocks noChangeAspect="1"/>
          </p:cNvPicPr>
          <p:nvPr/>
        </p:nvPicPr>
        <p:blipFill>
          <a:blip r:embed="rId2"/>
          <a:stretch>
            <a:fillRect/>
          </a:stretch>
        </p:blipFill>
        <p:spPr>
          <a:xfrm>
            <a:off x="7122694" y="1942535"/>
            <a:ext cx="4775791" cy="2972929"/>
          </a:xfrm>
          <a:prstGeom prst="rect">
            <a:avLst/>
          </a:prstGeom>
        </p:spPr>
      </p:pic>
    </p:spTree>
    <p:extLst>
      <p:ext uri="{BB962C8B-B14F-4D97-AF65-F5344CB8AC3E}">
        <p14:creationId xmlns:p14="http://schemas.microsoft.com/office/powerpoint/2010/main" val="1266868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75BFF-18CC-31FD-5963-0732DF59D30E}"/>
              </a:ext>
            </a:extLst>
          </p:cNvPr>
          <p:cNvSpPr>
            <a:spLocks noGrp="1"/>
          </p:cNvSpPr>
          <p:nvPr>
            <p:ph type="title"/>
          </p:nvPr>
        </p:nvSpPr>
        <p:spPr>
          <a:xfrm>
            <a:off x="480447" y="170481"/>
            <a:ext cx="6307811" cy="1565329"/>
          </a:xfrm>
        </p:spPr>
        <p:txBody>
          <a:bodyPr>
            <a:noAutofit/>
          </a:bodyPr>
          <a:lstStyle/>
          <a:p>
            <a:pPr algn="ctr"/>
            <a:r>
              <a:rPr lang="en-US" sz="4000" dirty="0"/>
              <a:t>ISO 14001 HAZARDS AND ENVIRONMENTAL SAFETY REQUIRMENTS</a:t>
            </a:r>
          </a:p>
        </p:txBody>
      </p:sp>
      <p:sp>
        <p:nvSpPr>
          <p:cNvPr id="4" name="Text Placeholder 3">
            <a:extLst>
              <a:ext uri="{FF2B5EF4-FFF2-40B4-BE49-F238E27FC236}">
                <a16:creationId xmlns:a16="http://schemas.microsoft.com/office/drawing/2014/main" id="{8D9CC5D3-6979-A055-50C9-D2666CD609F8}"/>
              </a:ext>
            </a:extLst>
          </p:cNvPr>
          <p:cNvSpPr>
            <a:spLocks noGrp="1"/>
          </p:cNvSpPr>
          <p:nvPr>
            <p:ph type="body" sz="half" idx="2"/>
          </p:nvPr>
        </p:nvSpPr>
        <p:spPr>
          <a:xfrm>
            <a:off x="839788" y="1735810"/>
            <a:ext cx="5762490" cy="4133178"/>
          </a:xfrm>
        </p:spPr>
        <p:txBody>
          <a:bodyPr>
            <a:normAutofit/>
          </a:bodyPr>
          <a:lstStyle/>
          <a:p>
            <a:pPr marL="285750" indent="-285750">
              <a:buFont typeface="Arial" panose="020B0604020202020204" pitchFamily="34" charset="0"/>
              <a:buChar char="•"/>
            </a:pPr>
            <a:r>
              <a:rPr lang="en-US" sz="1800" b="1" kern="0" dirty="0">
                <a:effectLst/>
                <a:ea typeface="Times New Roman" panose="02020603050405020304" pitchFamily="18" charset="0"/>
              </a:rPr>
              <a:t>Key Environmental Hazards Identified at RISETECH</a:t>
            </a:r>
          </a:p>
          <a:p>
            <a:pPr marL="342900" marR="0" lvl="0" indent="-342900">
              <a:lnSpc>
                <a:spcPct val="107000"/>
              </a:lnSpc>
              <a:buFont typeface="Symbol" panose="05050102010706020507" pitchFamily="18" charset="2"/>
              <a:buChar char=""/>
            </a:pPr>
            <a:r>
              <a:rPr lang="en-US" sz="1800" b="1" dirty="0">
                <a:effectLst/>
                <a:ea typeface="Calibri" panose="020F0502020204030204" pitchFamily="34" charset="0"/>
              </a:rPr>
              <a:t>Electronic Waste</a:t>
            </a:r>
            <a:r>
              <a:rPr lang="en-US" sz="1800" b="1" dirty="0">
                <a:ea typeface="Calibri" panose="020F0502020204030204" pitchFamily="34" charset="0"/>
              </a:rPr>
              <a:t> </a:t>
            </a:r>
            <a:r>
              <a:rPr lang="en-US" sz="1800" dirty="0">
                <a:effectLst/>
                <a:ea typeface="Calibri" panose="020F0502020204030204" pitchFamily="34" charset="0"/>
              </a:rPr>
              <a:t>Electronic devices such as old computers, sensors, and batteries have been discovered to contain harmful substances.</a:t>
            </a:r>
          </a:p>
          <a:p>
            <a:pPr marL="342900" marR="0" lvl="0" indent="-342900">
              <a:lnSpc>
                <a:spcPct val="107000"/>
              </a:lnSpc>
              <a:buFont typeface="Symbol" panose="05050102010706020507" pitchFamily="18" charset="2"/>
              <a:buChar char=""/>
            </a:pPr>
            <a:r>
              <a:rPr lang="en-US" sz="1800" b="1" dirty="0">
                <a:effectLst/>
                <a:ea typeface="Calibri" panose="020F0502020204030204" pitchFamily="34" charset="0"/>
              </a:rPr>
              <a:t>Chemical Spills </a:t>
            </a:r>
            <a:r>
              <a:rPr lang="en-US" sz="1800" dirty="0">
                <a:effectLst/>
                <a:ea typeface="Calibri" panose="020F0502020204030204" pitchFamily="34" charset="0"/>
              </a:rPr>
              <a:t>The process entails the application of etching chemicals and cleaning agents.</a:t>
            </a:r>
          </a:p>
          <a:p>
            <a:pPr marL="342900" marR="0" lvl="0" indent="-342900">
              <a:lnSpc>
                <a:spcPct val="107000"/>
              </a:lnSpc>
              <a:buFont typeface="Symbol" panose="05050102010706020507" pitchFamily="18" charset="2"/>
              <a:buChar char=""/>
            </a:pPr>
            <a:r>
              <a:rPr lang="en-US" sz="1800" b="1" dirty="0">
                <a:effectLst/>
                <a:ea typeface="Calibri" panose="020F0502020204030204" pitchFamily="34" charset="0"/>
              </a:rPr>
              <a:t>Air pollution </a:t>
            </a:r>
            <a:r>
              <a:rPr lang="en-US" sz="1800" dirty="0">
                <a:effectLst/>
                <a:ea typeface="Calibri" panose="020F0502020204030204" pitchFamily="34" charset="0"/>
              </a:rPr>
              <a:t>Toxic Fumes Released During Soldering.</a:t>
            </a:r>
          </a:p>
          <a:p>
            <a:pPr marL="342900" marR="0" lvl="0" indent="-342900">
              <a:lnSpc>
                <a:spcPct val="107000"/>
              </a:lnSpc>
              <a:buFont typeface="Symbol" panose="05050102010706020507" pitchFamily="18" charset="2"/>
              <a:buChar char=""/>
            </a:pPr>
            <a:r>
              <a:rPr lang="en-US" sz="1800" b="1" dirty="0">
                <a:effectLst/>
                <a:ea typeface="Calibri" panose="020F0502020204030204" pitchFamily="34" charset="0"/>
              </a:rPr>
              <a:t>Water Contamination </a:t>
            </a:r>
            <a:r>
              <a:rPr lang="en-US" sz="1800" dirty="0">
                <a:effectLst/>
                <a:ea typeface="Calibri" panose="020F0502020204030204" pitchFamily="34" charset="0"/>
              </a:rPr>
              <a:t>Risk of liquid or gas leakage.</a:t>
            </a:r>
          </a:p>
          <a:p>
            <a:pPr marL="342900" marR="0" lvl="0" indent="-342900">
              <a:lnSpc>
                <a:spcPct val="107000"/>
              </a:lnSpc>
              <a:buFont typeface="Symbol" panose="05050102010706020507" pitchFamily="18" charset="2"/>
              <a:buChar char=""/>
            </a:pPr>
            <a:r>
              <a:rPr lang="en-US" sz="1800" b="1" dirty="0">
                <a:effectLst/>
                <a:ea typeface="Calibri" panose="020F0502020204030204" pitchFamily="34" charset="0"/>
              </a:rPr>
              <a:t>Energy consumption</a:t>
            </a:r>
            <a:r>
              <a:rPr lang="en-US" sz="1800" b="1" dirty="0">
                <a:ea typeface="Calibri" panose="020F0502020204030204" pitchFamily="34" charset="0"/>
              </a:rPr>
              <a:t> </a:t>
            </a:r>
            <a:r>
              <a:rPr lang="en-US" sz="1800" dirty="0">
                <a:effectLst/>
                <a:ea typeface="Calibri" panose="020F0502020204030204" pitchFamily="34" charset="0"/>
              </a:rPr>
              <a:t>Continuous server operations</a:t>
            </a:r>
          </a:p>
          <a:p>
            <a:pPr marR="0" lvl="0">
              <a:lnSpc>
                <a:spcPct val="107000"/>
              </a:lnSpc>
            </a:pPr>
            <a:endParaRPr lang="en-US" sz="1800" dirty="0">
              <a:effectLst/>
              <a:latin typeface="Times New Roman" panose="02020603050405020304" pitchFamily="18"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Times New Roman" panose="02020603050405020304" pitchFamily="18"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endParaRPr>
          </a:p>
          <a:p>
            <a:pPr marL="285750" indent="-285750">
              <a:buFont typeface="Arial" panose="020B0604020202020204" pitchFamily="34" charset="0"/>
              <a:buChar char="•"/>
            </a:pPr>
            <a:endParaRPr lang="en-US" sz="1800" b="1" kern="0" dirty="0">
              <a:effectLst/>
              <a:latin typeface="Times New Roman" panose="02020603050405020304" pitchFamily="18" charset="0"/>
              <a:ea typeface="Times New Roman" panose="02020603050405020304" pitchFamily="18" charset="0"/>
            </a:endParaRPr>
          </a:p>
          <a:p>
            <a:endParaRPr lang="en-US" dirty="0"/>
          </a:p>
        </p:txBody>
      </p:sp>
      <p:sp>
        <p:nvSpPr>
          <p:cNvPr id="5" name="Slide Number Placeholder 4">
            <a:extLst>
              <a:ext uri="{FF2B5EF4-FFF2-40B4-BE49-F238E27FC236}">
                <a16:creationId xmlns:a16="http://schemas.microsoft.com/office/drawing/2014/main" id="{3405B0DD-0F3E-2B66-67EE-692ACE4AE481}"/>
              </a:ext>
            </a:extLst>
          </p:cNvPr>
          <p:cNvSpPr>
            <a:spLocks noGrp="1"/>
          </p:cNvSpPr>
          <p:nvPr>
            <p:ph type="sldNum" sz="quarter" idx="12"/>
          </p:nvPr>
        </p:nvSpPr>
        <p:spPr/>
        <p:txBody>
          <a:bodyPr/>
          <a:lstStyle/>
          <a:p>
            <a:fld id="{E5FC8A85-E342-42F9-8CF1-A5B58470B4F7}" type="slidenum">
              <a:rPr lang="en-US" smtClean="0"/>
              <a:t>15</a:t>
            </a:fld>
            <a:endParaRPr lang="en-US"/>
          </a:p>
        </p:txBody>
      </p:sp>
      <p:pic>
        <p:nvPicPr>
          <p:cNvPr id="7" name="Picture 6">
            <a:extLst>
              <a:ext uri="{FF2B5EF4-FFF2-40B4-BE49-F238E27FC236}">
                <a16:creationId xmlns:a16="http://schemas.microsoft.com/office/drawing/2014/main" id="{B23C0FCF-005B-9396-34DC-A800F7D8DB66}"/>
              </a:ext>
            </a:extLst>
          </p:cNvPr>
          <p:cNvPicPr>
            <a:picLocks noChangeAspect="1"/>
          </p:cNvPicPr>
          <p:nvPr/>
        </p:nvPicPr>
        <p:blipFill>
          <a:blip r:embed="rId2"/>
          <a:stretch>
            <a:fillRect/>
          </a:stretch>
        </p:blipFill>
        <p:spPr>
          <a:xfrm>
            <a:off x="7147599" y="1523734"/>
            <a:ext cx="3905795" cy="3810532"/>
          </a:xfrm>
          <a:prstGeom prst="rect">
            <a:avLst/>
          </a:prstGeom>
        </p:spPr>
      </p:pic>
    </p:spTree>
    <p:extLst>
      <p:ext uri="{BB962C8B-B14F-4D97-AF65-F5344CB8AC3E}">
        <p14:creationId xmlns:p14="http://schemas.microsoft.com/office/powerpoint/2010/main" val="23801355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F37D8-C2B8-55ED-6AFC-A7E26D2F9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45EEA-709C-94FC-03F0-944656EE8857}"/>
              </a:ext>
            </a:extLst>
          </p:cNvPr>
          <p:cNvSpPr>
            <a:spLocks noGrp="1"/>
          </p:cNvSpPr>
          <p:nvPr>
            <p:ph type="title"/>
          </p:nvPr>
        </p:nvSpPr>
        <p:spPr>
          <a:xfrm>
            <a:off x="480447" y="170481"/>
            <a:ext cx="6307811" cy="1565329"/>
          </a:xfrm>
        </p:spPr>
        <p:txBody>
          <a:bodyPr>
            <a:noAutofit/>
          </a:bodyPr>
          <a:lstStyle/>
          <a:p>
            <a:pPr algn="ctr"/>
            <a:r>
              <a:rPr lang="en-US" sz="4000" dirty="0"/>
              <a:t>ISO 14001 HAZARDS AND ENVIRONMENTAL SAFETY REQUIRMENTS</a:t>
            </a:r>
          </a:p>
        </p:txBody>
      </p:sp>
      <p:sp>
        <p:nvSpPr>
          <p:cNvPr id="4" name="Text Placeholder 3">
            <a:extLst>
              <a:ext uri="{FF2B5EF4-FFF2-40B4-BE49-F238E27FC236}">
                <a16:creationId xmlns:a16="http://schemas.microsoft.com/office/drawing/2014/main" id="{93802BBD-E1EE-F3D7-4320-9579A465202F}"/>
              </a:ext>
            </a:extLst>
          </p:cNvPr>
          <p:cNvSpPr>
            <a:spLocks noGrp="1"/>
          </p:cNvSpPr>
          <p:nvPr>
            <p:ph type="body" sz="half" idx="2"/>
          </p:nvPr>
        </p:nvSpPr>
        <p:spPr>
          <a:xfrm>
            <a:off x="839787" y="1735810"/>
            <a:ext cx="5948471" cy="4133178"/>
          </a:xfrm>
        </p:spPr>
        <p:txBody>
          <a:bodyPr>
            <a:normAutofit fontScale="92500" lnSpcReduction="20000"/>
          </a:bodyPr>
          <a:lstStyle/>
          <a:p>
            <a:pPr marL="285750" indent="-285750">
              <a:buFont typeface="Arial" panose="020B0604020202020204" pitchFamily="34" charset="0"/>
              <a:buChar char="•"/>
            </a:pPr>
            <a:r>
              <a:rPr lang="en-US" sz="1900" b="1" kern="0" dirty="0">
                <a:ea typeface="Calibri" panose="020F0502020204030204" pitchFamily="34" charset="0"/>
              </a:rPr>
              <a:t>Environmental Safety Requirements under ISO 14001</a:t>
            </a:r>
            <a:endParaRPr lang="en-US" sz="1800" b="1" kern="0" dirty="0">
              <a:ea typeface="Calibri" panose="020F0502020204030204" pitchFamily="34" charset="0"/>
            </a:endParaRPr>
          </a:p>
          <a:p>
            <a:pPr marL="342900" marR="0" lvl="0" indent="-342900">
              <a:lnSpc>
                <a:spcPct val="107000"/>
              </a:lnSpc>
              <a:buFont typeface="Symbol" panose="05050102010706020507" pitchFamily="18" charset="2"/>
              <a:buChar char=""/>
            </a:pPr>
            <a:r>
              <a:rPr lang="en-US" sz="1900" dirty="0">
                <a:effectLst/>
                <a:ea typeface="Calibri" panose="020F0502020204030204" pitchFamily="34" charset="0"/>
              </a:rPr>
              <a:t>Create a plan for separating and recycling waste.</a:t>
            </a:r>
          </a:p>
          <a:p>
            <a:pPr marL="342900" marR="0" lvl="0" indent="-342900">
              <a:lnSpc>
                <a:spcPct val="107000"/>
              </a:lnSpc>
              <a:buFont typeface="Symbol" panose="05050102010706020507" pitchFamily="18" charset="2"/>
              <a:buChar char=""/>
            </a:pPr>
            <a:r>
              <a:rPr lang="en-US" sz="1900" dirty="0">
                <a:effectLst/>
                <a:ea typeface="Calibri" panose="020F0502020204030204" pitchFamily="34" charset="0"/>
              </a:rPr>
              <a:t>The plan entails the installation of spill containment kits and the provision of chemical handling training.</a:t>
            </a:r>
          </a:p>
          <a:p>
            <a:pPr marL="342900" marR="0" lvl="0" indent="-342900">
              <a:lnSpc>
                <a:spcPct val="107000"/>
              </a:lnSpc>
              <a:buFont typeface="Symbol" panose="05050102010706020507" pitchFamily="18" charset="2"/>
              <a:buChar char=""/>
            </a:pPr>
            <a:r>
              <a:rPr lang="en-US" sz="1900" dirty="0">
                <a:effectLst/>
                <a:ea typeface="Calibri" panose="020F0502020204030204" pitchFamily="34" charset="0"/>
              </a:rPr>
              <a:t>It entails ensuring proper ventilation in soldering and pcb areas.</a:t>
            </a:r>
          </a:p>
          <a:p>
            <a:pPr marL="342900" marR="0" lvl="0" indent="-342900">
              <a:lnSpc>
                <a:spcPct val="107000"/>
              </a:lnSpc>
              <a:buFont typeface="Symbol" panose="05050102010706020507" pitchFamily="18" charset="2"/>
              <a:buChar char=""/>
            </a:pPr>
            <a:r>
              <a:rPr lang="en-US" sz="1900" dirty="0">
                <a:effectLst/>
                <a:ea typeface="Calibri" panose="020F0502020204030204" pitchFamily="34" charset="0"/>
              </a:rPr>
              <a:t>Apply energy-efficient measures for lab equipment that is not in use.</a:t>
            </a:r>
          </a:p>
          <a:p>
            <a:pPr marL="342900" marR="0" lvl="0" indent="-342900">
              <a:lnSpc>
                <a:spcPct val="107000"/>
              </a:lnSpc>
              <a:buFont typeface="Symbol" panose="05050102010706020507" pitchFamily="18" charset="2"/>
              <a:buChar char=""/>
            </a:pPr>
            <a:r>
              <a:rPr lang="en-US" sz="1900" dirty="0">
                <a:effectLst/>
                <a:ea typeface="Calibri" panose="020F0502020204030204" pitchFamily="34" charset="0"/>
              </a:rPr>
              <a:t>It entails tracking and evaluating environmental performance indicators, including the amount of electronic waste generated.</a:t>
            </a:r>
          </a:p>
          <a:p>
            <a:pPr marL="342900" marR="0" lvl="0" indent="-342900">
              <a:lnSpc>
                <a:spcPct val="107000"/>
              </a:lnSpc>
              <a:spcAft>
                <a:spcPts val="800"/>
              </a:spcAft>
              <a:buFont typeface="Symbol" panose="05050102010706020507" pitchFamily="18" charset="2"/>
              <a:buChar char=""/>
            </a:pPr>
            <a:r>
              <a:rPr lang="en-US" sz="1900" dirty="0">
                <a:effectLst/>
                <a:ea typeface="Calibri" panose="020F0502020204030204" pitchFamily="34" charset="0"/>
              </a:rPr>
              <a:t>The company is dedicated to ongoing progress by establishing yearly environmental objectives.</a:t>
            </a:r>
          </a:p>
          <a:p>
            <a:pPr marL="285750" indent="-285750">
              <a:buFont typeface="Arial" panose="020B0604020202020204" pitchFamily="34" charset="0"/>
              <a:buChar char="•"/>
            </a:pP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Times New Roman" panose="02020603050405020304" pitchFamily="18" charset="0"/>
              <a:ea typeface="Calibri" panose="020F0502020204030204" pitchFamily="34" charset="0"/>
            </a:endParaRPr>
          </a:p>
          <a:p>
            <a:pPr marL="342900" marR="0" lvl="0" indent="-342900">
              <a:lnSpc>
                <a:spcPct val="107000"/>
              </a:lnSpc>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endParaRPr>
          </a:p>
          <a:p>
            <a:pPr marL="285750" indent="-285750">
              <a:buFont typeface="Arial" panose="020B0604020202020204" pitchFamily="34" charset="0"/>
              <a:buChar char="•"/>
            </a:pPr>
            <a:endParaRPr lang="en-US" sz="1800" b="1" kern="0" dirty="0">
              <a:effectLst/>
              <a:latin typeface="Times New Roman" panose="02020603050405020304" pitchFamily="18" charset="0"/>
              <a:ea typeface="Times New Roman" panose="02020603050405020304" pitchFamily="18" charset="0"/>
            </a:endParaRPr>
          </a:p>
          <a:p>
            <a:endParaRPr lang="en-US" dirty="0"/>
          </a:p>
        </p:txBody>
      </p:sp>
      <p:sp>
        <p:nvSpPr>
          <p:cNvPr id="5" name="Slide Number Placeholder 4">
            <a:extLst>
              <a:ext uri="{FF2B5EF4-FFF2-40B4-BE49-F238E27FC236}">
                <a16:creationId xmlns:a16="http://schemas.microsoft.com/office/drawing/2014/main" id="{70832856-1219-8AFF-6B6D-3A087F48C1EF}"/>
              </a:ext>
            </a:extLst>
          </p:cNvPr>
          <p:cNvSpPr>
            <a:spLocks noGrp="1"/>
          </p:cNvSpPr>
          <p:nvPr>
            <p:ph type="sldNum" sz="quarter" idx="12"/>
          </p:nvPr>
        </p:nvSpPr>
        <p:spPr/>
        <p:txBody>
          <a:bodyPr/>
          <a:lstStyle/>
          <a:p>
            <a:fld id="{E5FC8A85-E342-42F9-8CF1-A5B58470B4F7}" type="slidenum">
              <a:rPr lang="en-US" smtClean="0"/>
              <a:t>16</a:t>
            </a:fld>
            <a:endParaRPr lang="en-US"/>
          </a:p>
        </p:txBody>
      </p:sp>
      <p:pic>
        <p:nvPicPr>
          <p:cNvPr id="6" name="Picture 5">
            <a:extLst>
              <a:ext uri="{FF2B5EF4-FFF2-40B4-BE49-F238E27FC236}">
                <a16:creationId xmlns:a16="http://schemas.microsoft.com/office/drawing/2014/main" id="{666DD91B-0FE2-F762-DE7A-F699AAE892F8}"/>
              </a:ext>
            </a:extLst>
          </p:cNvPr>
          <p:cNvPicPr>
            <a:picLocks noChangeAspect="1"/>
          </p:cNvPicPr>
          <p:nvPr/>
        </p:nvPicPr>
        <p:blipFill>
          <a:blip r:embed="rId2"/>
          <a:stretch>
            <a:fillRect/>
          </a:stretch>
        </p:blipFill>
        <p:spPr>
          <a:xfrm>
            <a:off x="6648773" y="2054713"/>
            <a:ext cx="5315692" cy="3067478"/>
          </a:xfrm>
          <a:prstGeom prst="rect">
            <a:avLst/>
          </a:prstGeom>
        </p:spPr>
      </p:pic>
    </p:spTree>
    <p:extLst>
      <p:ext uri="{BB962C8B-B14F-4D97-AF65-F5344CB8AC3E}">
        <p14:creationId xmlns:p14="http://schemas.microsoft.com/office/powerpoint/2010/main" val="18184420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534E3E-F975-9FD2-3076-5DA68EDE7CB4}"/>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rPr>
              <a:t>CONCLUSION</a:t>
            </a:r>
          </a:p>
        </p:txBody>
      </p:sp>
      <p:sp>
        <p:nvSpPr>
          <p:cNvPr id="4" name="Slide Number Placeholder 3">
            <a:extLst>
              <a:ext uri="{FF2B5EF4-FFF2-40B4-BE49-F238E27FC236}">
                <a16:creationId xmlns:a16="http://schemas.microsoft.com/office/drawing/2014/main" id="{0D9D2DC6-51A2-D763-B02C-1A75CD53552F}"/>
              </a:ext>
            </a:extLst>
          </p:cNvPr>
          <p:cNvSpPr>
            <a:spLocks noGrp="1"/>
          </p:cNvSpPr>
          <p:nvPr>
            <p:ph type="sldNum" sz="quarter" idx="12"/>
          </p:nvPr>
        </p:nvSpPr>
        <p:spPr>
          <a:xfrm>
            <a:off x="11704320" y="6455664"/>
            <a:ext cx="448056" cy="365125"/>
          </a:xfrm>
        </p:spPr>
        <p:txBody>
          <a:bodyPr>
            <a:normAutofit/>
          </a:bodyPr>
          <a:lstStyle/>
          <a:p>
            <a:pPr>
              <a:spcAft>
                <a:spcPts val="600"/>
              </a:spcAft>
            </a:pPr>
            <a:fld id="{E5FC8A85-E342-42F9-8CF1-A5B58470B4F7}" type="slidenum">
              <a:rPr lang="en-US" sz="1100">
                <a:solidFill>
                  <a:schemeClr val="tx1">
                    <a:lumMod val="50000"/>
                    <a:lumOff val="50000"/>
                  </a:schemeClr>
                </a:solidFill>
              </a:rPr>
              <a:pPr>
                <a:spcAft>
                  <a:spcPts val="600"/>
                </a:spcAft>
              </a:pPr>
              <a:t>17</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AEBAE664-C2D4-0A89-DFEE-EAA7643726B8}"/>
              </a:ext>
            </a:extLst>
          </p:cNvPr>
          <p:cNvGraphicFramePr>
            <a:graphicFrameLocks noGrp="1"/>
          </p:cNvGraphicFramePr>
          <p:nvPr>
            <p:ph idx="1"/>
            <p:extLst>
              <p:ext uri="{D42A27DB-BD31-4B8C-83A1-F6EECF244321}">
                <p14:modId xmlns:p14="http://schemas.microsoft.com/office/powerpoint/2010/main" val="727691340"/>
              </p:ext>
            </p:extLst>
          </p:nvPr>
        </p:nvGraphicFramePr>
        <p:xfrm>
          <a:off x="644056" y="1575459"/>
          <a:ext cx="10927829" cy="4729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27253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AFDED-1030-F5E0-C46B-0162DD586319}"/>
              </a:ext>
            </a:extLst>
          </p:cNvPr>
          <p:cNvSpPr>
            <a:spLocks noGrp="1"/>
          </p:cNvSpPr>
          <p:nvPr>
            <p:ph type="title"/>
          </p:nvPr>
        </p:nvSpPr>
        <p:spPr>
          <a:xfrm>
            <a:off x="838200" y="136525"/>
            <a:ext cx="10515600" cy="669387"/>
          </a:xfrm>
        </p:spPr>
        <p:txBody>
          <a:bodyPr>
            <a:normAutofit/>
          </a:bodyPr>
          <a:lstStyle/>
          <a:p>
            <a:pPr algn="ctr"/>
            <a:r>
              <a:rPr lang="en-US" sz="4000" b="1" dirty="0"/>
              <a:t>REFERNECES</a:t>
            </a:r>
          </a:p>
        </p:txBody>
      </p:sp>
      <p:sp>
        <p:nvSpPr>
          <p:cNvPr id="3" name="Content Placeholder 2">
            <a:extLst>
              <a:ext uri="{FF2B5EF4-FFF2-40B4-BE49-F238E27FC236}">
                <a16:creationId xmlns:a16="http://schemas.microsoft.com/office/drawing/2014/main" id="{44C673EE-3FD7-598E-AB83-4679479E68C8}"/>
              </a:ext>
            </a:extLst>
          </p:cNvPr>
          <p:cNvSpPr>
            <a:spLocks noGrp="1"/>
          </p:cNvSpPr>
          <p:nvPr>
            <p:ph idx="1"/>
          </p:nvPr>
        </p:nvSpPr>
        <p:spPr>
          <a:xfrm>
            <a:off x="838200" y="805912"/>
            <a:ext cx="10515600" cy="5371051"/>
          </a:xfrm>
        </p:spPr>
        <p:txBody>
          <a:bodyPr>
            <a:normAutofit fontScale="92500" lnSpcReduction="10000"/>
          </a:bodyPr>
          <a:lstStyle/>
          <a:p>
            <a:pPr marL="0" indent="0">
              <a:buNone/>
            </a:pPr>
            <a:r>
              <a:rPr lang="en-US" sz="2000" dirty="0">
                <a:effectLst/>
                <a:ea typeface="Calibri" panose="020F0502020204030204" pitchFamily="34" charset="0"/>
              </a:rPr>
              <a:t>[1] International Organization for Standardization, </a:t>
            </a:r>
            <a:r>
              <a:rPr lang="en-US" sz="2000" i="1" dirty="0">
                <a:effectLst/>
                <a:ea typeface="Calibri" panose="020F0502020204030204" pitchFamily="34" charset="0"/>
              </a:rPr>
              <a:t>ISO 45001:2018 – Occupational Health and Safety Management Systems – Requirements with Guidance for Use</a:t>
            </a:r>
            <a:r>
              <a:rPr lang="en-US" sz="2000" dirty="0">
                <a:effectLst/>
                <a:ea typeface="Calibri" panose="020F0502020204030204" pitchFamily="34" charset="0"/>
              </a:rPr>
              <a:t>, Geneva, Switzerland: ISO, 2018.</a:t>
            </a:r>
          </a:p>
          <a:p>
            <a:pPr marL="0" indent="0">
              <a:buNone/>
            </a:pPr>
            <a:r>
              <a:rPr lang="en-US" sz="2000" dirty="0">
                <a:effectLst/>
                <a:ea typeface="Calibri" panose="020F0502020204030204" pitchFamily="34" charset="0"/>
              </a:rPr>
              <a:t>[2] International Organization for Standardization, </a:t>
            </a:r>
            <a:r>
              <a:rPr lang="en-US" sz="2000" i="1" dirty="0">
                <a:effectLst/>
                <a:ea typeface="Calibri" panose="020F0502020204030204" pitchFamily="34" charset="0"/>
              </a:rPr>
              <a:t>ISO 14001:2015 – Environmental Management Systems – Requirements with Guidance for Use</a:t>
            </a:r>
            <a:r>
              <a:rPr lang="en-US" sz="2000" dirty="0">
                <a:effectLst/>
                <a:ea typeface="Calibri" panose="020F0502020204030204" pitchFamily="34" charset="0"/>
              </a:rPr>
              <a:t>, Geneva, Switzerland: ISO, 2015.</a:t>
            </a:r>
          </a:p>
          <a:p>
            <a:pPr marL="0" indent="0">
              <a:buNone/>
            </a:pPr>
            <a:r>
              <a:rPr lang="en-US" sz="2000" dirty="0">
                <a:effectLst/>
                <a:ea typeface="Calibri" panose="020F0502020204030204" pitchFamily="34" charset="0"/>
              </a:rPr>
              <a:t>[3] RISETECH, </a:t>
            </a:r>
            <a:r>
              <a:rPr lang="en-US" sz="2000" i="1" dirty="0">
                <a:effectLst/>
                <a:ea typeface="Calibri" panose="020F0502020204030204" pitchFamily="34" charset="0"/>
              </a:rPr>
              <a:t>Lab Safety Manual</a:t>
            </a:r>
            <a:r>
              <a:rPr lang="en-US" sz="2000" dirty="0">
                <a:effectLst/>
                <a:ea typeface="Calibri" panose="020F0502020204030204" pitchFamily="34" charset="0"/>
              </a:rPr>
              <a:t>, Department of Computer Engineering, NUST College of EME, Rawalpindi, Pakistan, 2025.</a:t>
            </a:r>
          </a:p>
          <a:p>
            <a:pPr marL="0" indent="0">
              <a:buNone/>
            </a:pPr>
            <a:r>
              <a:rPr lang="en-US" sz="2000" dirty="0">
                <a:effectLst/>
                <a:ea typeface="Calibri" panose="020F0502020204030204" pitchFamily="34" charset="0"/>
              </a:rPr>
              <a:t>[4] A. Smith and J. Chen, "Best Practices in Laboratory Safety: A Global Perspective," </a:t>
            </a:r>
            <a:r>
              <a:rPr lang="en-US" sz="2000" i="1" dirty="0">
                <a:effectLst/>
                <a:ea typeface="Calibri" panose="020F0502020204030204" pitchFamily="34" charset="0"/>
              </a:rPr>
              <a:t>Journal of Occupational Health and Safety</a:t>
            </a:r>
            <a:r>
              <a:rPr lang="en-US" sz="2000" dirty="0">
                <a:effectLst/>
                <a:ea typeface="Calibri" panose="020F0502020204030204" pitchFamily="34" charset="0"/>
              </a:rPr>
              <a:t>, vol. 64, no. 2, pp. 134–142, 2023.</a:t>
            </a:r>
          </a:p>
          <a:p>
            <a:pPr marL="0" indent="0">
              <a:buNone/>
            </a:pPr>
            <a:r>
              <a:rPr lang="en-US" sz="2000" dirty="0">
                <a:effectLst/>
                <a:ea typeface="Calibri" panose="020F0502020204030204" pitchFamily="34" charset="0"/>
              </a:rPr>
              <a:t>[5] National Institute for Occupational Safety and Health (NIOSH), </a:t>
            </a:r>
            <a:r>
              <a:rPr lang="en-US" sz="2000" i="1" dirty="0">
                <a:effectLst/>
                <a:ea typeface="Calibri" panose="020F0502020204030204" pitchFamily="34" charset="0"/>
              </a:rPr>
              <a:t>Material Safety Data Sheets (MSDS) for Common Laboratory Chemicals</a:t>
            </a:r>
            <a:r>
              <a:rPr lang="en-US" sz="2000" dirty="0">
                <a:effectLst/>
                <a:ea typeface="Calibri" panose="020F0502020204030204" pitchFamily="34" charset="0"/>
              </a:rPr>
              <a:t>, U.S. Department of Health and Human Services, 2022. [Online]. Available: </a:t>
            </a:r>
            <a:r>
              <a:rPr lang="en-US" sz="2000" u="sng" dirty="0">
                <a:solidFill>
                  <a:srgbClr val="0563C1"/>
                </a:solidFill>
                <a:effectLst/>
                <a:ea typeface="Calibri" panose="020F0502020204030204" pitchFamily="34" charset="0"/>
                <a:hlinkClick r:id="rId2"/>
              </a:rPr>
              <a:t>https://www.cdc.gov/niosh/docs/</a:t>
            </a:r>
            <a:endParaRPr lang="en-US" sz="2000" dirty="0">
              <a:effectLst/>
              <a:ea typeface="Calibri" panose="020F0502020204030204" pitchFamily="34" charset="0"/>
            </a:endParaRPr>
          </a:p>
          <a:p>
            <a:pPr marL="0" indent="0">
              <a:buNone/>
            </a:pPr>
            <a:r>
              <a:rPr lang="en-US" sz="2000" dirty="0">
                <a:effectLst/>
                <a:ea typeface="Calibri" panose="020F0502020204030204" pitchFamily="34" charset="0"/>
              </a:rPr>
              <a:t>[6] Occupational Safety and Health Administration (OSHA), </a:t>
            </a:r>
            <a:r>
              <a:rPr lang="en-US" sz="2000" i="1" dirty="0">
                <a:effectLst/>
                <a:ea typeface="Calibri" panose="020F0502020204030204" pitchFamily="34" charset="0"/>
              </a:rPr>
              <a:t>Guidelines for Electronic Waste Disposal and Management</a:t>
            </a:r>
            <a:r>
              <a:rPr lang="en-US" sz="2000" dirty="0">
                <a:effectLst/>
                <a:ea typeface="Calibri" panose="020F0502020204030204" pitchFamily="34" charset="0"/>
              </a:rPr>
              <a:t>, U.S. Department of Labor, 2021. [Online]. Available: </a:t>
            </a:r>
            <a:r>
              <a:rPr lang="en-US" sz="2000" u="sng" dirty="0">
                <a:solidFill>
                  <a:srgbClr val="0563C1"/>
                </a:solidFill>
                <a:effectLst/>
                <a:ea typeface="Calibri" panose="020F0502020204030204" pitchFamily="34" charset="0"/>
                <a:hlinkClick r:id="rId3"/>
              </a:rPr>
              <a:t>https://www.osha.gov</a:t>
            </a:r>
            <a:endParaRPr lang="en-US" sz="2000" dirty="0">
              <a:effectLst/>
              <a:ea typeface="Calibri" panose="020F0502020204030204" pitchFamily="34" charset="0"/>
            </a:endParaRPr>
          </a:p>
          <a:p>
            <a:pPr marL="0" indent="0">
              <a:buNone/>
            </a:pPr>
            <a:r>
              <a:rPr lang="en-US" sz="2000" dirty="0">
                <a:effectLst/>
                <a:ea typeface="Calibri" panose="020F0502020204030204" pitchFamily="34" charset="0"/>
              </a:rPr>
              <a:t>[7] Pakistan Environmental Protection Agency (SEPA), </a:t>
            </a:r>
            <a:r>
              <a:rPr lang="en-US" sz="2000" i="1" dirty="0">
                <a:effectLst/>
                <a:ea typeface="Calibri" panose="020F0502020204030204" pitchFamily="34" charset="0"/>
              </a:rPr>
              <a:t>National Environmental Quality Standards for Industrial Emissions</a:t>
            </a:r>
            <a:r>
              <a:rPr lang="en-US" sz="2000" dirty="0">
                <a:effectLst/>
                <a:ea typeface="Calibri" panose="020F0502020204030204" pitchFamily="34" charset="0"/>
              </a:rPr>
              <a:t>, Government of Pakistan, Islamabad, 2020. [Online]. Available: </a:t>
            </a:r>
            <a:r>
              <a:rPr lang="en-US" sz="2000" u="sng" dirty="0">
                <a:solidFill>
                  <a:srgbClr val="0563C1"/>
                </a:solidFill>
                <a:effectLst/>
                <a:ea typeface="Calibri" panose="020F0502020204030204" pitchFamily="34" charset="0"/>
                <a:hlinkClick r:id="rId4"/>
              </a:rPr>
              <a:t>https://environment.gov.pk</a:t>
            </a:r>
            <a:endParaRPr lang="en-US" sz="2000" dirty="0">
              <a:effectLst/>
              <a:ea typeface="Calibri" panose="020F0502020204030204" pitchFamily="34" charset="0"/>
            </a:endParaRPr>
          </a:p>
        </p:txBody>
      </p:sp>
      <p:sp>
        <p:nvSpPr>
          <p:cNvPr id="4" name="Slide Number Placeholder 3">
            <a:extLst>
              <a:ext uri="{FF2B5EF4-FFF2-40B4-BE49-F238E27FC236}">
                <a16:creationId xmlns:a16="http://schemas.microsoft.com/office/drawing/2014/main" id="{98BC9BFE-29AC-81A8-7E8D-E016ABC71603}"/>
              </a:ext>
            </a:extLst>
          </p:cNvPr>
          <p:cNvSpPr>
            <a:spLocks noGrp="1"/>
          </p:cNvSpPr>
          <p:nvPr>
            <p:ph type="sldNum" sz="quarter" idx="12"/>
          </p:nvPr>
        </p:nvSpPr>
        <p:spPr/>
        <p:txBody>
          <a:bodyPr/>
          <a:lstStyle/>
          <a:p>
            <a:fld id="{E5FC8A85-E342-42F9-8CF1-A5B58470B4F7}" type="slidenum">
              <a:rPr lang="en-US" smtClean="0"/>
              <a:t>18</a:t>
            </a:fld>
            <a:endParaRPr lang="en-US"/>
          </a:p>
        </p:txBody>
      </p:sp>
    </p:spTree>
    <p:extLst>
      <p:ext uri="{BB962C8B-B14F-4D97-AF65-F5344CB8AC3E}">
        <p14:creationId xmlns:p14="http://schemas.microsoft.com/office/powerpoint/2010/main" val="18535986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white circle with black text&#10;&#10;AI-generated content may be incorrect.">
            <a:extLst>
              <a:ext uri="{FF2B5EF4-FFF2-40B4-BE49-F238E27FC236}">
                <a16:creationId xmlns:a16="http://schemas.microsoft.com/office/drawing/2014/main" id="{D3F57641-4DC1-BEDB-AC1A-5606789DE166}"/>
              </a:ext>
            </a:extLst>
          </p:cNvPr>
          <p:cNvPicPr>
            <a:picLocks noGrp="1" noChangeAspect="1"/>
          </p:cNvPicPr>
          <p:nvPr>
            <p:ph idx="1"/>
          </p:nvPr>
        </p:nvPicPr>
        <p:blipFill>
          <a:blip r:embed="rId2"/>
          <a:srcRect t="12960" b="16769"/>
          <a:stretch>
            <a:fillRect/>
          </a:stretch>
        </p:blipFill>
        <p:spPr>
          <a:xfrm>
            <a:off x="457200" y="457200"/>
            <a:ext cx="11277600" cy="5943600"/>
          </a:xfrm>
          <a:prstGeom prst="rect">
            <a:avLst/>
          </a:prstGeom>
        </p:spPr>
      </p:pic>
      <p:sp>
        <p:nvSpPr>
          <p:cNvPr id="4" name="Slide Number Placeholder 3">
            <a:extLst>
              <a:ext uri="{FF2B5EF4-FFF2-40B4-BE49-F238E27FC236}">
                <a16:creationId xmlns:a16="http://schemas.microsoft.com/office/drawing/2014/main" id="{A38854B9-B658-A5AD-74ED-2A34E4DD6AB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E5FC8A85-E342-42F9-8CF1-A5B58470B4F7}" type="slidenum">
              <a:rPr lang="en-US" sz="1100">
                <a:solidFill>
                  <a:srgbClr val="FFFFFF"/>
                </a:solidFill>
              </a:rPr>
              <a:pPr>
                <a:spcAft>
                  <a:spcPts val="600"/>
                </a:spcAft>
              </a:pPr>
              <a:t>19</a:t>
            </a:fld>
            <a:endParaRPr lang="en-US" sz="1100">
              <a:solidFill>
                <a:srgbClr val="FFFFFF"/>
              </a:solidFill>
            </a:endParaRPr>
          </a:p>
        </p:txBody>
      </p:sp>
    </p:spTree>
    <p:extLst>
      <p:ext uri="{BB962C8B-B14F-4D97-AF65-F5344CB8AC3E}">
        <p14:creationId xmlns:p14="http://schemas.microsoft.com/office/powerpoint/2010/main" val="36246411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5818</TotalTime>
  <Words>1845</Words>
  <Application>Microsoft Office PowerPoint</Application>
  <PresentationFormat>Widescreen</PresentationFormat>
  <Paragraphs>253</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Calibri</vt:lpstr>
      <vt:lpstr>Symbol</vt:lpstr>
      <vt:lpstr>Times New Roman</vt:lpstr>
      <vt:lpstr>Office Theme</vt:lpstr>
      <vt:lpstr>PowerPoint Presentation</vt:lpstr>
      <vt:lpstr>RISETECH COMPUTER ENGINEERING DEPARTMENT NUST EME COLLEGE(ORGANIZATION</vt:lpstr>
      <vt:lpstr>OUTLINES</vt:lpstr>
      <vt:lpstr>ABSTRACT</vt:lpstr>
      <vt:lpstr>INTRODUCTION TO ORGANIZATION</vt:lpstr>
      <vt:lpstr>INTRODUCTION TO ORGANIZATION</vt:lpstr>
      <vt:lpstr>INTRODUCTION TO ORGANIZATION</vt:lpstr>
      <vt:lpstr>GENERAL  OPERATIONAL COMPONENTS</vt:lpstr>
      <vt:lpstr>WORKPLACE WISE-HAZARDS IDENTIFICATION AND RISK ASSESSMENT</vt:lpstr>
      <vt:lpstr>MITIGATION/ELIMINATION STARTEGY(ISO 45001 AND ISO 14001 COMPLIANT)</vt:lpstr>
      <vt:lpstr>ISO 45001 COMPLIANCE CHECKLISTS</vt:lpstr>
      <vt:lpstr>ISO 14001 COMPLIANCE CHECKLISTS</vt:lpstr>
      <vt:lpstr>ISO 45001 HAZARDS AND SAFETY REQUIREMENTS</vt:lpstr>
      <vt:lpstr>ISO 45001 HAZARDS AND SAFETY REQUIREMENTS</vt:lpstr>
      <vt:lpstr>ISO 14001 HAZARDS AND ENVIRONMENTAL SAFETY REQUIRMENTS</vt:lpstr>
      <vt:lpstr>ISO 14001 HAZARDS AND ENVIRONMENTAL SAFETY REQUIRMENTS</vt:lpstr>
      <vt:lpstr>CONCLUSION</vt:lpstr>
      <vt:lpstr>REFERNECES</vt:lpstr>
      <vt:lpstr>PowerPoint Presentation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huzaifa shahbaz</dc:creator>
  <cp:lastModifiedBy>huzaifa shahbaz</cp:lastModifiedBy>
  <cp:revision>4</cp:revision>
  <dcterms:created xsi:type="dcterms:W3CDTF">2025-05-21T18:15:01Z</dcterms:created>
  <dcterms:modified xsi:type="dcterms:W3CDTF">2025-05-26T05:29:22Z</dcterms:modified>
</cp:coreProperties>
</file>