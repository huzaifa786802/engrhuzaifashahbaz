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70" r:id="rId4"/>
    <p:sldId id="271" r:id="rId5"/>
    <p:sldId id="274" r:id="rId6"/>
    <p:sldId id="260" r:id="rId7"/>
    <p:sldId id="272" r:id="rId8"/>
    <p:sldId id="273"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2" d="100"/>
          <a:sy n="62" d="100"/>
        </p:scale>
        <p:origin x="978" y="66"/>
      </p:cViewPr>
      <p:guideLst/>
    </p:cSldViewPr>
  </p:slideViewPr>
  <p:notesTextViewPr>
    <p:cViewPr>
      <p:scale>
        <a:sx n="1" d="1"/>
        <a:sy n="1" d="1"/>
      </p:scale>
      <p:origin x="0" y="0"/>
    </p:cViewPr>
  </p:notesTextViewPr>
  <p:sorterViewPr>
    <p:cViewPr>
      <p:scale>
        <a:sx n="100" d="100"/>
        <a:sy n="100" d="100"/>
      </p:scale>
      <p:origin x="0" y="-118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A9C9D1-A134-4094-AE59-2AC7744F4B1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343A729-D078-49BE-8E75-9B17711D1D1A}">
      <dgm:prSet/>
      <dgm:spPr/>
      <dgm:t>
        <a:bodyPr/>
        <a:lstStyle/>
        <a:p>
          <a:r>
            <a:rPr lang="en-US"/>
            <a:t>ABSTRACT</a:t>
          </a:r>
        </a:p>
      </dgm:t>
    </dgm:pt>
    <dgm:pt modelId="{6CF5409F-0555-4B1B-9D50-6B8E22D06C79}" type="parTrans" cxnId="{F26BE823-6F58-4146-AF51-83DE4C1BFDF7}">
      <dgm:prSet/>
      <dgm:spPr/>
      <dgm:t>
        <a:bodyPr/>
        <a:lstStyle/>
        <a:p>
          <a:endParaRPr lang="en-US"/>
        </a:p>
      </dgm:t>
    </dgm:pt>
    <dgm:pt modelId="{2EC73284-C282-49E3-B635-5C6060F66796}" type="sibTrans" cxnId="{F26BE823-6F58-4146-AF51-83DE4C1BFDF7}">
      <dgm:prSet/>
      <dgm:spPr/>
      <dgm:t>
        <a:bodyPr/>
        <a:lstStyle/>
        <a:p>
          <a:endParaRPr lang="en-US"/>
        </a:p>
      </dgm:t>
    </dgm:pt>
    <dgm:pt modelId="{4A955F78-3119-4B6C-9484-00ED31204688}">
      <dgm:prSet/>
      <dgm:spPr/>
      <dgm:t>
        <a:bodyPr/>
        <a:lstStyle/>
        <a:p>
          <a:r>
            <a:rPr lang="en-US"/>
            <a:t>INTRODUCTION</a:t>
          </a:r>
        </a:p>
      </dgm:t>
    </dgm:pt>
    <dgm:pt modelId="{EA166FE9-CCD5-41C0-9FA8-C7E7E45E0237}" type="parTrans" cxnId="{FC05A935-F70A-4846-9D06-5703E6F5E20B}">
      <dgm:prSet/>
      <dgm:spPr/>
      <dgm:t>
        <a:bodyPr/>
        <a:lstStyle/>
        <a:p>
          <a:endParaRPr lang="en-US"/>
        </a:p>
      </dgm:t>
    </dgm:pt>
    <dgm:pt modelId="{9CBBAB08-D19B-4E10-B196-78770B615A2D}" type="sibTrans" cxnId="{FC05A935-F70A-4846-9D06-5703E6F5E20B}">
      <dgm:prSet/>
      <dgm:spPr/>
      <dgm:t>
        <a:bodyPr/>
        <a:lstStyle/>
        <a:p>
          <a:endParaRPr lang="en-US"/>
        </a:p>
      </dgm:t>
    </dgm:pt>
    <dgm:pt modelId="{2D7D0F05-F69E-4CA5-92AE-D9CA4C3BB950}">
      <dgm:prSet/>
      <dgm:spPr/>
      <dgm:t>
        <a:bodyPr/>
        <a:lstStyle/>
        <a:p>
          <a:r>
            <a:rPr lang="en-US"/>
            <a:t>LITERATURE REVIEW/BACKGROUND</a:t>
          </a:r>
        </a:p>
      </dgm:t>
    </dgm:pt>
    <dgm:pt modelId="{8C85B40A-4FBD-4557-970F-495D200A7349}" type="parTrans" cxnId="{0A574F72-CE35-4A3E-93E8-E84D19280BFF}">
      <dgm:prSet/>
      <dgm:spPr/>
      <dgm:t>
        <a:bodyPr/>
        <a:lstStyle/>
        <a:p>
          <a:endParaRPr lang="en-US"/>
        </a:p>
      </dgm:t>
    </dgm:pt>
    <dgm:pt modelId="{3A0FCFD9-ED61-4DCC-AF1C-27B63F92F07A}" type="sibTrans" cxnId="{0A574F72-CE35-4A3E-93E8-E84D19280BFF}">
      <dgm:prSet/>
      <dgm:spPr/>
      <dgm:t>
        <a:bodyPr/>
        <a:lstStyle/>
        <a:p>
          <a:endParaRPr lang="en-US"/>
        </a:p>
      </dgm:t>
    </dgm:pt>
    <dgm:pt modelId="{29FD843C-502F-4634-9E15-0288AE6C86F5}">
      <dgm:prSet/>
      <dgm:spPr/>
      <dgm:t>
        <a:bodyPr/>
        <a:lstStyle/>
        <a:p>
          <a:r>
            <a:rPr lang="en-US"/>
            <a:t>Theoretical Foundations of Network Coding</a:t>
          </a:r>
        </a:p>
      </dgm:t>
    </dgm:pt>
    <dgm:pt modelId="{58DF0EF3-ACE9-4619-BD12-109B8254BA6A}" type="parTrans" cxnId="{32014B1E-091B-46B5-A554-5B1D5C7DFD92}">
      <dgm:prSet/>
      <dgm:spPr/>
      <dgm:t>
        <a:bodyPr/>
        <a:lstStyle/>
        <a:p>
          <a:endParaRPr lang="en-US"/>
        </a:p>
      </dgm:t>
    </dgm:pt>
    <dgm:pt modelId="{10040675-BCA4-4D4E-BE93-15AB3D84EFD8}" type="sibTrans" cxnId="{32014B1E-091B-46B5-A554-5B1D5C7DFD92}">
      <dgm:prSet/>
      <dgm:spPr/>
      <dgm:t>
        <a:bodyPr/>
        <a:lstStyle/>
        <a:p>
          <a:endParaRPr lang="en-US"/>
        </a:p>
      </dgm:t>
    </dgm:pt>
    <dgm:pt modelId="{77E8D1EE-C444-4993-A81D-B931212F1DD6}">
      <dgm:prSet/>
      <dgm:spPr/>
      <dgm:t>
        <a:bodyPr/>
        <a:lstStyle/>
        <a:p>
          <a:r>
            <a:rPr lang="en-US"/>
            <a:t>Network Coding Techniques for Wireless Applications</a:t>
          </a:r>
        </a:p>
      </dgm:t>
    </dgm:pt>
    <dgm:pt modelId="{1870C344-7C05-49AE-AFE1-A522028BB6C7}" type="parTrans" cxnId="{2D00A670-21A0-481C-A16F-C16CEB9B14C0}">
      <dgm:prSet/>
      <dgm:spPr/>
      <dgm:t>
        <a:bodyPr/>
        <a:lstStyle/>
        <a:p>
          <a:endParaRPr lang="en-US"/>
        </a:p>
      </dgm:t>
    </dgm:pt>
    <dgm:pt modelId="{4ED8E69F-6C87-475E-BC4D-A7E568C4BE81}" type="sibTrans" cxnId="{2D00A670-21A0-481C-A16F-C16CEB9B14C0}">
      <dgm:prSet/>
      <dgm:spPr/>
      <dgm:t>
        <a:bodyPr/>
        <a:lstStyle/>
        <a:p>
          <a:endParaRPr lang="en-US"/>
        </a:p>
      </dgm:t>
    </dgm:pt>
    <dgm:pt modelId="{7F747A68-2A0D-47A5-AB7B-50CAFA80CA81}">
      <dgm:prSet/>
      <dgm:spPr/>
      <dgm:t>
        <a:bodyPr/>
        <a:lstStyle/>
        <a:p>
          <a:r>
            <a:rPr lang="en-US"/>
            <a:t>Performance Analysis and Metrics</a:t>
          </a:r>
        </a:p>
      </dgm:t>
    </dgm:pt>
    <dgm:pt modelId="{E5E1BA0C-FFD9-4FAB-AAE1-7A96EA7A6561}" type="parTrans" cxnId="{55B59AD6-BE0E-4EEC-92F6-832ABD9B410E}">
      <dgm:prSet/>
      <dgm:spPr/>
      <dgm:t>
        <a:bodyPr/>
        <a:lstStyle/>
        <a:p>
          <a:endParaRPr lang="en-US"/>
        </a:p>
      </dgm:t>
    </dgm:pt>
    <dgm:pt modelId="{6D8D988F-D347-47A1-93F4-DCBF7E1AC512}" type="sibTrans" cxnId="{55B59AD6-BE0E-4EEC-92F6-832ABD9B410E}">
      <dgm:prSet/>
      <dgm:spPr/>
      <dgm:t>
        <a:bodyPr/>
        <a:lstStyle/>
        <a:p>
          <a:endParaRPr lang="en-US"/>
        </a:p>
      </dgm:t>
    </dgm:pt>
    <dgm:pt modelId="{389742C9-1528-4E7A-9023-13D29F74EAFE}">
      <dgm:prSet/>
      <dgm:spPr/>
      <dgm:t>
        <a:bodyPr/>
        <a:lstStyle/>
        <a:p>
          <a:r>
            <a:rPr lang="en-US"/>
            <a:t>Applications in Wireless Networks</a:t>
          </a:r>
        </a:p>
      </dgm:t>
    </dgm:pt>
    <dgm:pt modelId="{94DA688D-329A-4BC7-9197-F0ABCA2CDFC7}" type="parTrans" cxnId="{B9ADCCF6-0052-43E1-8A17-6245349E1F73}">
      <dgm:prSet/>
      <dgm:spPr/>
      <dgm:t>
        <a:bodyPr/>
        <a:lstStyle/>
        <a:p>
          <a:endParaRPr lang="en-US"/>
        </a:p>
      </dgm:t>
    </dgm:pt>
    <dgm:pt modelId="{F0A0FFA0-E8A3-4991-8C33-E9828374E7EB}" type="sibTrans" cxnId="{B9ADCCF6-0052-43E1-8A17-6245349E1F73}">
      <dgm:prSet/>
      <dgm:spPr/>
      <dgm:t>
        <a:bodyPr/>
        <a:lstStyle/>
        <a:p>
          <a:endParaRPr lang="en-US"/>
        </a:p>
      </dgm:t>
    </dgm:pt>
    <dgm:pt modelId="{5E50D05E-1A00-4F5F-B4AE-643433E9AA6B}">
      <dgm:prSet/>
      <dgm:spPr/>
      <dgm:t>
        <a:bodyPr/>
        <a:lstStyle/>
        <a:p>
          <a:r>
            <a:rPr lang="en-US"/>
            <a:t>Challenges and Limitations</a:t>
          </a:r>
        </a:p>
      </dgm:t>
    </dgm:pt>
    <dgm:pt modelId="{AF918E60-E865-4681-A8DD-7BE09B371BE5}" type="parTrans" cxnId="{7DEEB247-393E-4992-A6AD-7FB8909AA0AC}">
      <dgm:prSet/>
      <dgm:spPr/>
      <dgm:t>
        <a:bodyPr/>
        <a:lstStyle/>
        <a:p>
          <a:endParaRPr lang="en-US"/>
        </a:p>
      </dgm:t>
    </dgm:pt>
    <dgm:pt modelId="{2CD8AF2C-BC93-48CA-A522-4E7230B57E5E}" type="sibTrans" cxnId="{7DEEB247-393E-4992-A6AD-7FB8909AA0AC}">
      <dgm:prSet/>
      <dgm:spPr/>
      <dgm:t>
        <a:bodyPr/>
        <a:lstStyle/>
        <a:p>
          <a:endParaRPr lang="en-US"/>
        </a:p>
      </dgm:t>
    </dgm:pt>
    <dgm:pt modelId="{4D663690-97B7-4560-A523-E2F64CC26147}">
      <dgm:prSet/>
      <dgm:spPr/>
      <dgm:t>
        <a:bodyPr/>
        <a:lstStyle/>
        <a:p>
          <a:r>
            <a:rPr lang="en-US"/>
            <a:t>Recent Advances and Future Directions</a:t>
          </a:r>
        </a:p>
      </dgm:t>
    </dgm:pt>
    <dgm:pt modelId="{8B0E58E8-411A-43A1-AC53-A70FB8563A1E}" type="parTrans" cxnId="{21FDA61A-8C55-4512-9FD3-BE5C6BC86139}">
      <dgm:prSet/>
      <dgm:spPr/>
      <dgm:t>
        <a:bodyPr/>
        <a:lstStyle/>
        <a:p>
          <a:endParaRPr lang="en-US"/>
        </a:p>
      </dgm:t>
    </dgm:pt>
    <dgm:pt modelId="{5F943FF2-19AD-4D70-8B58-67574353CFE5}" type="sibTrans" cxnId="{21FDA61A-8C55-4512-9FD3-BE5C6BC86139}">
      <dgm:prSet/>
      <dgm:spPr/>
      <dgm:t>
        <a:bodyPr/>
        <a:lstStyle/>
        <a:p>
          <a:endParaRPr lang="en-US"/>
        </a:p>
      </dgm:t>
    </dgm:pt>
    <dgm:pt modelId="{13200422-9483-48AF-94AB-B3FB1AEA4DCE}">
      <dgm:prSet/>
      <dgm:spPr/>
      <dgm:t>
        <a:bodyPr/>
        <a:lstStyle/>
        <a:p>
          <a:r>
            <a:rPr lang="en-US"/>
            <a:t>Conclusion</a:t>
          </a:r>
        </a:p>
      </dgm:t>
    </dgm:pt>
    <dgm:pt modelId="{4BD49BB0-6153-4A96-BC43-0D974B816F9C}" type="parTrans" cxnId="{AF1583E2-9464-46B0-9DA7-5244B1188CEF}">
      <dgm:prSet/>
      <dgm:spPr/>
      <dgm:t>
        <a:bodyPr/>
        <a:lstStyle/>
        <a:p>
          <a:endParaRPr lang="en-US"/>
        </a:p>
      </dgm:t>
    </dgm:pt>
    <dgm:pt modelId="{02B1E54C-88F3-4258-AE0A-9BAF6CDFDB2C}" type="sibTrans" cxnId="{AF1583E2-9464-46B0-9DA7-5244B1188CEF}">
      <dgm:prSet/>
      <dgm:spPr/>
      <dgm:t>
        <a:bodyPr/>
        <a:lstStyle/>
        <a:p>
          <a:endParaRPr lang="en-US"/>
        </a:p>
      </dgm:t>
    </dgm:pt>
    <dgm:pt modelId="{72E66D03-6340-4951-8030-2E5A374A1242}" type="pres">
      <dgm:prSet presAssocID="{4AA9C9D1-A134-4094-AE59-2AC7744F4B14}" presName="linear" presStyleCnt="0">
        <dgm:presLayoutVars>
          <dgm:animLvl val="lvl"/>
          <dgm:resizeHandles val="exact"/>
        </dgm:presLayoutVars>
      </dgm:prSet>
      <dgm:spPr/>
    </dgm:pt>
    <dgm:pt modelId="{20B9F23E-B926-4CF3-B33A-2774C3221B78}" type="pres">
      <dgm:prSet presAssocID="{B343A729-D078-49BE-8E75-9B17711D1D1A}" presName="parentText" presStyleLbl="node1" presStyleIdx="0" presStyleCnt="10">
        <dgm:presLayoutVars>
          <dgm:chMax val="0"/>
          <dgm:bulletEnabled val="1"/>
        </dgm:presLayoutVars>
      </dgm:prSet>
      <dgm:spPr/>
    </dgm:pt>
    <dgm:pt modelId="{910861E6-83AC-48E2-A8CA-CBDC2C595C2D}" type="pres">
      <dgm:prSet presAssocID="{2EC73284-C282-49E3-B635-5C6060F66796}" presName="spacer" presStyleCnt="0"/>
      <dgm:spPr/>
    </dgm:pt>
    <dgm:pt modelId="{3D606EFF-0604-413D-8425-FA34E0FB6FA3}" type="pres">
      <dgm:prSet presAssocID="{4A955F78-3119-4B6C-9484-00ED31204688}" presName="parentText" presStyleLbl="node1" presStyleIdx="1" presStyleCnt="10">
        <dgm:presLayoutVars>
          <dgm:chMax val="0"/>
          <dgm:bulletEnabled val="1"/>
        </dgm:presLayoutVars>
      </dgm:prSet>
      <dgm:spPr/>
    </dgm:pt>
    <dgm:pt modelId="{8A3E145D-ACDC-4FBC-A0F5-1B6288CF4FA9}" type="pres">
      <dgm:prSet presAssocID="{9CBBAB08-D19B-4E10-B196-78770B615A2D}" presName="spacer" presStyleCnt="0"/>
      <dgm:spPr/>
    </dgm:pt>
    <dgm:pt modelId="{9C70AE62-70DA-4DCD-85DE-2243DFAA6458}" type="pres">
      <dgm:prSet presAssocID="{2D7D0F05-F69E-4CA5-92AE-D9CA4C3BB950}" presName="parentText" presStyleLbl="node1" presStyleIdx="2" presStyleCnt="10">
        <dgm:presLayoutVars>
          <dgm:chMax val="0"/>
          <dgm:bulletEnabled val="1"/>
        </dgm:presLayoutVars>
      </dgm:prSet>
      <dgm:spPr/>
    </dgm:pt>
    <dgm:pt modelId="{165CF400-8922-402E-A1A4-3165C88A7E51}" type="pres">
      <dgm:prSet presAssocID="{3A0FCFD9-ED61-4DCC-AF1C-27B63F92F07A}" presName="spacer" presStyleCnt="0"/>
      <dgm:spPr/>
    </dgm:pt>
    <dgm:pt modelId="{ABF4038C-F93F-43C0-BEAD-31E7551D0E4D}" type="pres">
      <dgm:prSet presAssocID="{29FD843C-502F-4634-9E15-0288AE6C86F5}" presName="parentText" presStyleLbl="node1" presStyleIdx="3" presStyleCnt="10">
        <dgm:presLayoutVars>
          <dgm:chMax val="0"/>
          <dgm:bulletEnabled val="1"/>
        </dgm:presLayoutVars>
      </dgm:prSet>
      <dgm:spPr/>
    </dgm:pt>
    <dgm:pt modelId="{EDC61C32-5CE6-4465-9692-9AAD819DA15C}" type="pres">
      <dgm:prSet presAssocID="{10040675-BCA4-4D4E-BE93-15AB3D84EFD8}" presName="spacer" presStyleCnt="0"/>
      <dgm:spPr/>
    </dgm:pt>
    <dgm:pt modelId="{F2F2319A-5136-44C6-B5D3-55229B5C2427}" type="pres">
      <dgm:prSet presAssocID="{77E8D1EE-C444-4993-A81D-B931212F1DD6}" presName="parentText" presStyleLbl="node1" presStyleIdx="4" presStyleCnt="10">
        <dgm:presLayoutVars>
          <dgm:chMax val="0"/>
          <dgm:bulletEnabled val="1"/>
        </dgm:presLayoutVars>
      </dgm:prSet>
      <dgm:spPr/>
    </dgm:pt>
    <dgm:pt modelId="{E79C8429-2128-4B30-8EA4-0F597278E52A}" type="pres">
      <dgm:prSet presAssocID="{4ED8E69F-6C87-475E-BC4D-A7E568C4BE81}" presName="spacer" presStyleCnt="0"/>
      <dgm:spPr/>
    </dgm:pt>
    <dgm:pt modelId="{1CF28503-78F5-448A-8AB4-4C26898A62D5}" type="pres">
      <dgm:prSet presAssocID="{7F747A68-2A0D-47A5-AB7B-50CAFA80CA81}" presName="parentText" presStyleLbl="node1" presStyleIdx="5" presStyleCnt="10">
        <dgm:presLayoutVars>
          <dgm:chMax val="0"/>
          <dgm:bulletEnabled val="1"/>
        </dgm:presLayoutVars>
      </dgm:prSet>
      <dgm:spPr/>
    </dgm:pt>
    <dgm:pt modelId="{118F94CD-BF9A-4F86-9EFB-EF16A37641CD}" type="pres">
      <dgm:prSet presAssocID="{6D8D988F-D347-47A1-93F4-DCBF7E1AC512}" presName="spacer" presStyleCnt="0"/>
      <dgm:spPr/>
    </dgm:pt>
    <dgm:pt modelId="{3D7FC2A6-4B6A-4C3F-8E74-031B45D04ABE}" type="pres">
      <dgm:prSet presAssocID="{389742C9-1528-4E7A-9023-13D29F74EAFE}" presName="parentText" presStyleLbl="node1" presStyleIdx="6" presStyleCnt="10">
        <dgm:presLayoutVars>
          <dgm:chMax val="0"/>
          <dgm:bulletEnabled val="1"/>
        </dgm:presLayoutVars>
      </dgm:prSet>
      <dgm:spPr/>
    </dgm:pt>
    <dgm:pt modelId="{87C3ED86-958E-454F-B4C1-D1F36CB44A95}" type="pres">
      <dgm:prSet presAssocID="{F0A0FFA0-E8A3-4991-8C33-E9828374E7EB}" presName="spacer" presStyleCnt="0"/>
      <dgm:spPr/>
    </dgm:pt>
    <dgm:pt modelId="{34908687-5831-483B-BC51-6B0F7D6C70ED}" type="pres">
      <dgm:prSet presAssocID="{5E50D05E-1A00-4F5F-B4AE-643433E9AA6B}" presName="parentText" presStyleLbl="node1" presStyleIdx="7" presStyleCnt="10">
        <dgm:presLayoutVars>
          <dgm:chMax val="0"/>
          <dgm:bulletEnabled val="1"/>
        </dgm:presLayoutVars>
      </dgm:prSet>
      <dgm:spPr/>
    </dgm:pt>
    <dgm:pt modelId="{9CF94884-5504-4034-B0DE-50B5FF4D36A2}" type="pres">
      <dgm:prSet presAssocID="{2CD8AF2C-BC93-48CA-A522-4E7230B57E5E}" presName="spacer" presStyleCnt="0"/>
      <dgm:spPr/>
    </dgm:pt>
    <dgm:pt modelId="{E3CF2D5E-5A19-44CE-BC86-0998733A27D4}" type="pres">
      <dgm:prSet presAssocID="{4D663690-97B7-4560-A523-E2F64CC26147}" presName="parentText" presStyleLbl="node1" presStyleIdx="8" presStyleCnt="10">
        <dgm:presLayoutVars>
          <dgm:chMax val="0"/>
          <dgm:bulletEnabled val="1"/>
        </dgm:presLayoutVars>
      </dgm:prSet>
      <dgm:spPr/>
    </dgm:pt>
    <dgm:pt modelId="{9243B367-4845-4B52-BB4A-FF2DDE6C8936}" type="pres">
      <dgm:prSet presAssocID="{5F943FF2-19AD-4D70-8B58-67574353CFE5}" presName="spacer" presStyleCnt="0"/>
      <dgm:spPr/>
    </dgm:pt>
    <dgm:pt modelId="{28DD7F40-E7B9-4780-910A-D68C6A733503}" type="pres">
      <dgm:prSet presAssocID="{13200422-9483-48AF-94AB-B3FB1AEA4DCE}" presName="parentText" presStyleLbl="node1" presStyleIdx="9" presStyleCnt="10">
        <dgm:presLayoutVars>
          <dgm:chMax val="0"/>
          <dgm:bulletEnabled val="1"/>
        </dgm:presLayoutVars>
      </dgm:prSet>
      <dgm:spPr/>
    </dgm:pt>
  </dgm:ptLst>
  <dgm:cxnLst>
    <dgm:cxn modelId="{C9CF5704-64B2-4885-A12E-57648C3A6E1D}" type="presOf" srcId="{13200422-9483-48AF-94AB-B3FB1AEA4DCE}" destId="{28DD7F40-E7B9-4780-910A-D68C6A733503}" srcOrd="0" destOrd="0" presId="urn:microsoft.com/office/officeart/2005/8/layout/vList2"/>
    <dgm:cxn modelId="{F1458D15-1658-46CA-AEBD-581CF0C064E0}" type="presOf" srcId="{4A955F78-3119-4B6C-9484-00ED31204688}" destId="{3D606EFF-0604-413D-8425-FA34E0FB6FA3}" srcOrd="0" destOrd="0" presId="urn:microsoft.com/office/officeart/2005/8/layout/vList2"/>
    <dgm:cxn modelId="{21FDA61A-8C55-4512-9FD3-BE5C6BC86139}" srcId="{4AA9C9D1-A134-4094-AE59-2AC7744F4B14}" destId="{4D663690-97B7-4560-A523-E2F64CC26147}" srcOrd="8" destOrd="0" parTransId="{8B0E58E8-411A-43A1-AC53-A70FB8563A1E}" sibTransId="{5F943FF2-19AD-4D70-8B58-67574353CFE5}"/>
    <dgm:cxn modelId="{32014B1E-091B-46B5-A554-5B1D5C7DFD92}" srcId="{4AA9C9D1-A134-4094-AE59-2AC7744F4B14}" destId="{29FD843C-502F-4634-9E15-0288AE6C86F5}" srcOrd="3" destOrd="0" parTransId="{58DF0EF3-ACE9-4619-BD12-109B8254BA6A}" sibTransId="{10040675-BCA4-4D4E-BE93-15AB3D84EFD8}"/>
    <dgm:cxn modelId="{B3A2721E-490E-49A4-BC48-667F5CA068AC}" type="presOf" srcId="{7F747A68-2A0D-47A5-AB7B-50CAFA80CA81}" destId="{1CF28503-78F5-448A-8AB4-4C26898A62D5}" srcOrd="0" destOrd="0" presId="urn:microsoft.com/office/officeart/2005/8/layout/vList2"/>
    <dgm:cxn modelId="{F26BE823-6F58-4146-AF51-83DE4C1BFDF7}" srcId="{4AA9C9D1-A134-4094-AE59-2AC7744F4B14}" destId="{B343A729-D078-49BE-8E75-9B17711D1D1A}" srcOrd="0" destOrd="0" parTransId="{6CF5409F-0555-4B1B-9D50-6B8E22D06C79}" sibTransId="{2EC73284-C282-49E3-B635-5C6060F66796}"/>
    <dgm:cxn modelId="{FC05A935-F70A-4846-9D06-5703E6F5E20B}" srcId="{4AA9C9D1-A134-4094-AE59-2AC7744F4B14}" destId="{4A955F78-3119-4B6C-9484-00ED31204688}" srcOrd="1" destOrd="0" parTransId="{EA166FE9-CCD5-41C0-9FA8-C7E7E45E0237}" sibTransId="{9CBBAB08-D19B-4E10-B196-78770B615A2D}"/>
    <dgm:cxn modelId="{7DEEB247-393E-4992-A6AD-7FB8909AA0AC}" srcId="{4AA9C9D1-A134-4094-AE59-2AC7744F4B14}" destId="{5E50D05E-1A00-4F5F-B4AE-643433E9AA6B}" srcOrd="7" destOrd="0" parTransId="{AF918E60-E865-4681-A8DD-7BE09B371BE5}" sibTransId="{2CD8AF2C-BC93-48CA-A522-4E7230B57E5E}"/>
    <dgm:cxn modelId="{2D00A670-21A0-481C-A16F-C16CEB9B14C0}" srcId="{4AA9C9D1-A134-4094-AE59-2AC7744F4B14}" destId="{77E8D1EE-C444-4993-A81D-B931212F1DD6}" srcOrd="4" destOrd="0" parTransId="{1870C344-7C05-49AE-AFE1-A522028BB6C7}" sibTransId="{4ED8E69F-6C87-475E-BC4D-A7E568C4BE81}"/>
    <dgm:cxn modelId="{0A574F72-CE35-4A3E-93E8-E84D19280BFF}" srcId="{4AA9C9D1-A134-4094-AE59-2AC7744F4B14}" destId="{2D7D0F05-F69E-4CA5-92AE-D9CA4C3BB950}" srcOrd="2" destOrd="0" parTransId="{8C85B40A-4FBD-4557-970F-495D200A7349}" sibTransId="{3A0FCFD9-ED61-4DCC-AF1C-27B63F92F07A}"/>
    <dgm:cxn modelId="{7B4EE87C-5A56-407C-A48E-CE116AE6E92E}" type="presOf" srcId="{2D7D0F05-F69E-4CA5-92AE-D9CA4C3BB950}" destId="{9C70AE62-70DA-4DCD-85DE-2243DFAA6458}" srcOrd="0" destOrd="0" presId="urn:microsoft.com/office/officeart/2005/8/layout/vList2"/>
    <dgm:cxn modelId="{B32D5281-E15B-43A8-BF4F-9CAFAD346E82}" type="presOf" srcId="{B343A729-D078-49BE-8E75-9B17711D1D1A}" destId="{20B9F23E-B926-4CF3-B33A-2774C3221B78}" srcOrd="0" destOrd="0" presId="urn:microsoft.com/office/officeart/2005/8/layout/vList2"/>
    <dgm:cxn modelId="{1C696E8A-0D2F-410C-8F4F-8E3935F3115A}" type="presOf" srcId="{77E8D1EE-C444-4993-A81D-B931212F1DD6}" destId="{F2F2319A-5136-44C6-B5D3-55229B5C2427}" srcOrd="0" destOrd="0" presId="urn:microsoft.com/office/officeart/2005/8/layout/vList2"/>
    <dgm:cxn modelId="{0C0AFC97-58D9-44AC-9057-7C729455D696}" type="presOf" srcId="{389742C9-1528-4E7A-9023-13D29F74EAFE}" destId="{3D7FC2A6-4B6A-4C3F-8E74-031B45D04ABE}" srcOrd="0" destOrd="0" presId="urn:microsoft.com/office/officeart/2005/8/layout/vList2"/>
    <dgm:cxn modelId="{0271F9AD-D907-47EF-98A2-E7AA3E7ECEEE}" type="presOf" srcId="{29FD843C-502F-4634-9E15-0288AE6C86F5}" destId="{ABF4038C-F93F-43C0-BEAD-31E7551D0E4D}" srcOrd="0" destOrd="0" presId="urn:microsoft.com/office/officeart/2005/8/layout/vList2"/>
    <dgm:cxn modelId="{E5C512C1-70C3-43AB-A8B4-38A57FF34EC6}" type="presOf" srcId="{5E50D05E-1A00-4F5F-B4AE-643433E9AA6B}" destId="{34908687-5831-483B-BC51-6B0F7D6C70ED}" srcOrd="0" destOrd="0" presId="urn:microsoft.com/office/officeart/2005/8/layout/vList2"/>
    <dgm:cxn modelId="{49ACE4C2-A3AB-43BF-B0CE-C42EC8623478}" type="presOf" srcId="{4AA9C9D1-A134-4094-AE59-2AC7744F4B14}" destId="{72E66D03-6340-4951-8030-2E5A374A1242}" srcOrd="0" destOrd="0" presId="urn:microsoft.com/office/officeart/2005/8/layout/vList2"/>
    <dgm:cxn modelId="{55B59AD6-BE0E-4EEC-92F6-832ABD9B410E}" srcId="{4AA9C9D1-A134-4094-AE59-2AC7744F4B14}" destId="{7F747A68-2A0D-47A5-AB7B-50CAFA80CA81}" srcOrd="5" destOrd="0" parTransId="{E5E1BA0C-FFD9-4FAB-AAE1-7A96EA7A6561}" sibTransId="{6D8D988F-D347-47A1-93F4-DCBF7E1AC512}"/>
    <dgm:cxn modelId="{73D054D7-760D-47E0-873C-8454E82D07D5}" type="presOf" srcId="{4D663690-97B7-4560-A523-E2F64CC26147}" destId="{E3CF2D5E-5A19-44CE-BC86-0998733A27D4}" srcOrd="0" destOrd="0" presId="urn:microsoft.com/office/officeart/2005/8/layout/vList2"/>
    <dgm:cxn modelId="{AF1583E2-9464-46B0-9DA7-5244B1188CEF}" srcId="{4AA9C9D1-A134-4094-AE59-2AC7744F4B14}" destId="{13200422-9483-48AF-94AB-B3FB1AEA4DCE}" srcOrd="9" destOrd="0" parTransId="{4BD49BB0-6153-4A96-BC43-0D974B816F9C}" sibTransId="{02B1E54C-88F3-4258-AE0A-9BAF6CDFDB2C}"/>
    <dgm:cxn modelId="{B9ADCCF6-0052-43E1-8A17-6245349E1F73}" srcId="{4AA9C9D1-A134-4094-AE59-2AC7744F4B14}" destId="{389742C9-1528-4E7A-9023-13D29F74EAFE}" srcOrd="6" destOrd="0" parTransId="{94DA688D-329A-4BC7-9197-F0ABCA2CDFC7}" sibTransId="{F0A0FFA0-E8A3-4991-8C33-E9828374E7EB}"/>
    <dgm:cxn modelId="{841939B9-3223-419F-B76D-54766228A147}" type="presParOf" srcId="{72E66D03-6340-4951-8030-2E5A374A1242}" destId="{20B9F23E-B926-4CF3-B33A-2774C3221B78}" srcOrd="0" destOrd="0" presId="urn:microsoft.com/office/officeart/2005/8/layout/vList2"/>
    <dgm:cxn modelId="{2677E5D4-7AC4-4E99-9977-6EA26F4A3AB1}" type="presParOf" srcId="{72E66D03-6340-4951-8030-2E5A374A1242}" destId="{910861E6-83AC-48E2-A8CA-CBDC2C595C2D}" srcOrd="1" destOrd="0" presId="urn:microsoft.com/office/officeart/2005/8/layout/vList2"/>
    <dgm:cxn modelId="{2EA87817-D03F-4C7D-B7DE-569CB58A55EA}" type="presParOf" srcId="{72E66D03-6340-4951-8030-2E5A374A1242}" destId="{3D606EFF-0604-413D-8425-FA34E0FB6FA3}" srcOrd="2" destOrd="0" presId="urn:microsoft.com/office/officeart/2005/8/layout/vList2"/>
    <dgm:cxn modelId="{2942052F-1EEF-4B79-A5F7-43503CF86CBE}" type="presParOf" srcId="{72E66D03-6340-4951-8030-2E5A374A1242}" destId="{8A3E145D-ACDC-4FBC-A0F5-1B6288CF4FA9}" srcOrd="3" destOrd="0" presId="urn:microsoft.com/office/officeart/2005/8/layout/vList2"/>
    <dgm:cxn modelId="{548097CC-1D09-4211-B4E3-DBB5893A918B}" type="presParOf" srcId="{72E66D03-6340-4951-8030-2E5A374A1242}" destId="{9C70AE62-70DA-4DCD-85DE-2243DFAA6458}" srcOrd="4" destOrd="0" presId="urn:microsoft.com/office/officeart/2005/8/layout/vList2"/>
    <dgm:cxn modelId="{E1FD8E6D-5CD4-4957-83A0-044F20808B6D}" type="presParOf" srcId="{72E66D03-6340-4951-8030-2E5A374A1242}" destId="{165CF400-8922-402E-A1A4-3165C88A7E51}" srcOrd="5" destOrd="0" presId="urn:microsoft.com/office/officeart/2005/8/layout/vList2"/>
    <dgm:cxn modelId="{13B5651C-72AE-4FD4-A099-E3EB45020C21}" type="presParOf" srcId="{72E66D03-6340-4951-8030-2E5A374A1242}" destId="{ABF4038C-F93F-43C0-BEAD-31E7551D0E4D}" srcOrd="6" destOrd="0" presId="urn:microsoft.com/office/officeart/2005/8/layout/vList2"/>
    <dgm:cxn modelId="{6505F4EF-EE3C-4859-A1DD-3B7339D806F8}" type="presParOf" srcId="{72E66D03-6340-4951-8030-2E5A374A1242}" destId="{EDC61C32-5CE6-4465-9692-9AAD819DA15C}" srcOrd="7" destOrd="0" presId="urn:microsoft.com/office/officeart/2005/8/layout/vList2"/>
    <dgm:cxn modelId="{7C717C52-F960-45C9-8005-D1FF93CA63BC}" type="presParOf" srcId="{72E66D03-6340-4951-8030-2E5A374A1242}" destId="{F2F2319A-5136-44C6-B5D3-55229B5C2427}" srcOrd="8" destOrd="0" presId="urn:microsoft.com/office/officeart/2005/8/layout/vList2"/>
    <dgm:cxn modelId="{3B2A2D41-E35E-40E5-B33C-BBC7B36BFD72}" type="presParOf" srcId="{72E66D03-6340-4951-8030-2E5A374A1242}" destId="{E79C8429-2128-4B30-8EA4-0F597278E52A}" srcOrd="9" destOrd="0" presId="urn:microsoft.com/office/officeart/2005/8/layout/vList2"/>
    <dgm:cxn modelId="{75C0085D-69FB-4A06-938B-6ED7095C6C54}" type="presParOf" srcId="{72E66D03-6340-4951-8030-2E5A374A1242}" destId="{1CF28503-78F5-448A-8AB4-4C26898A62D5}" srcOrd="10" destOrd="0" presId="urn:microsoft.com/office/officeart/2005/8/layout/vList2"/>
    <dgm:cxn modelId="{9BE59F65-D4B9-43A6-87EF-BDB8FED03F9C}" type="presParOf" srcId="{72E66D03-6340-4951-8030-2E5A374A1242}" destId="{118F94CD-BF9A-4F86-9EFB-EF16A37641CD}" srcOrd="11" destOrd="0" presId="urn:microsoft.com/office/officeart/2005/8/layout/vList2"/>
    <dgm:cxn modelId="{8B7BA55D-7940-4D72-ADC9-A37E7B4B16C5}" type="presParOf" srcId="{72E66D03-6340-4951-8030-2E5A374A1242}" destId="{3D7FC2A6-4B6A-4C3F-8E74-031B45D04ABE}" srcOrd="12" destOrd="0" presId="urn:microsoft.com/office/officeart/2005/8/layout/vList2"/>
    <dgm:cxn modelId="{5709984D-7D62-4A4D-8C16-32D7E793AD27}" type="presParOf" srcId="{72E66D03-6340-4951-8030-2E5A374A1242}" destId="{87C3ED86-958E-454F-B4C1-D1F36CB44A95}" srcOrd="13" destOrd="0" presId="urn:microsoft.com/office/officeart/2005/8/layout/vList2"/>
    <dgm:cxn modelId="{6857463B-4C50-4D2C-A887-059FF11819CD}" type="presParOf" srcId="{72E66D03-6340-4951-8030-2E5A374A1242}" destId="{34908687-5831-483B-BC51-6B0F7D6C70ED}" srcOrd="14" destOrd="0" presId="urn:microsoft.com/office/officeart/2005/8/layout/vList2"/>
    <dgm:cxn modelId="{C568D317-4C20-45E0-B214-F0F0EBA01D51}" type="presParOf" srcId="{72E66D03-6340-4951-8030-2E5A374A1242}" destId="{9CF94884-5504-4034-B0DE-50B5FF4D36A2}" srcOrd="15" destOrd="0" presId="urn:microsoft.com/office/officeart/2005/8/layout/vList2"/>
    <dgm:cxn modelId="{582F5DF3-7EFE-41CE-90CB-9182E73328C1}" type="presParOf" srcId="{72E66D03-6340-4951-8030-2E5A374A1242}" destId="{E3CF2D5E-5A19-44CE-BC86-0998733A27D4}" srcOrd="16" destOrd="0" presId="urn:microsoft.com/office/officeart/2005/8/layout/vList2"/>
    <dgm:cxn modelId="{88E72796-823C-4B55-8D32-FA38252B1EDF}" type="presParOf" srcId="{72E66D03-6340-4951-8030-2E5A374A1242}" destId="{9243B367-4845-4B52-BB4A-FF2DDE6C8936}" srcOrd="17" destOrd="0" presId="urn:microsoft.com/office/officeart/2005/8/layout/vList2"/>
    <dgm:cxn modelId="{805EE553-A2AE-4CDA-BA67-F1E8C6F0CEF3}" type="presParOf" srcId="{72E66D03-6340-4951-8030-2E5A374A1242}" destId="{28DD7F40-E7B9-4780-910A-D68C6A733503}" srcOrd="1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CFB423-1C7E-42A2-A052-98461E21BBD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D77C093-F7B4-4199-8D9A-13053C6C7540}">
      <dgm:prSet/>
      <dgm:spPr/>
      <dgm:t>
        <a:bodyPr/>
        <a:lstStyle/>
        <a:p>
          <a:r>
            <a:rPr lang="en-US" dirty="0"/>
            <a:t>In this project our topic is Network coding for wireless applications: A review in this paper our focused on the following are:                                                                                                    </a:t>
          </a:r>
        </a:p>
      </dgm:t>
    </dgm:pt>
    <dgm:pt modelId="{B00AF545-39F4-4AAB-8312-B3AEBF348AE7}" type="parTrans" cxnId="{9442C004-6EE9-427D-A61E-F4B68E06DF70}">
      <dgm:prSet/>
      <dgm:spPr/>
      <dgm:t>
        <a:bodyPr/>
        <a:lstStyle/>
        <a:p>
          <a:endParaRPr lang="en-US"/>
        </a:p>
      </dgm:t>
    </dgm:pt>
    <dgm:pt modelId="{8DB50008-21D2-4C84-981F-234D8DA6CD97}" type="sibTrans" cxnId="{9442C004-6EE9-427D-A61E-F4B68E06DF70}">
      <dgm:prSet/>
      <dgm:spPr/>
      <dgm:t>
        <a:bodyPr/>
        <a:lstStyle/>
        <a:p>
          <a:endParaRPr lang="en-US"/>
        </a:p>
      </dgm:t>
    </dgm:pt>
    <dgm:pt modelId="{E3FD83AD-E29F-4DB5-A6B5-0B38DF18D45C}">
      <dgm:prSet/>
      <dgm:spPr/>
      <dgm:t>
        <a:bodyPr/>
        <a:lstStyle/>
        <a:p>
          <a:r>
            <a:rPr lang="en-US" dirty="0"/>
            <a:t>Network coding is a technology that allows intermediate nodes to perform algebraic operations on incoming data streams, enabling networks to achieve theoretical capacity limits while providing enhanced robustness and efficiency.</a:t>
          </a:r>
        </a:p>
      </dgm:t>
    </dgm:pt>
    <dgm:pt modelId="{FA71F6DF-41E8-4867-A75C-7A5A58A95764}" type="parTrans" cxnId="{F91A165A-92E1-4C2F-ADEC-C295995EF14E}">
      <dgm:prSet/>
      <dgm:spPr/>
      <dgm:t>
        <a:bodyPr/>
        <a:lstStyle/>
        <a:p>
          <a:endParaRPr lang="en-US"/>
        </a:p>
      </dgm:t>
    </dgm:pt>
    <dgm:pt modelId="{D447AE1F-AB28-421E-A417-52D857C3D39C}" type="sibTrans" cxnId="{F91A165A-92E1-4C2F-ADEC-C295995EF14E}">
      <dgm:prSet/>
      <dgm:spPr/>
      <dgm:t>
        <a:bodyPr/>
        <a:lstStyle/>
        <a:p>
          <a:endParaRPr lang="en-US"/>
        </a:p>
      </dgm:t>
    </dgm:pt>
    <dgm:pt modelId="{BE681399-8C44-45DD-9A41-8FA20C8DCEA9}">
      <dgm:prSet/>
      <dgm:spPr/>
      <dgm:t>
        <a:bodyPr/>
        <a:lstStyle/>
        <a:p>
          <a:r>
            <a:rPr lang="en-US"/>
            <a:t>The mathematical framework operates on finite field operations, with information-theoretic bounds determined through minimum cut analysis. </a:t>
          </a:r>
        </a:p>
      </dgm:t>
    </dgm:pt>
    <dgm:pt modelId="{3186489B-F8B6-44D1-9A13-E98E6D88954F}" type="parTrans" cxnId="{D9E82F1E-453F-4C97-B0C4-73F0E31A49A1}">
      <dgm:prSet/>
      <dgm:spPr/>
      <dgm:t>
        <a:bodyPr/>
        <a:lstStyle/>
        <a:p>
          <a:endParaRPr lang="en-US"/>
        </a:p>
      </dgm:t>
    </dgm:pt>
    <dgm:pt modelId="{56C76751-BD4F-4126-9790-D258ED2D52BB}" type="sibTrans" cxnId="{D9E82F1E-453F-4C97-B0C4-73F0E31A49A1}">
      <dgm:prSet/>
      <dgm:spPr/>
      <dgm:t>
        <a:bodyPr/>
        <a:lstStyle/>
        <a:p>
          <a:endParaRPr lang="en-US"/>
        </a:p>
      </dgm:t>
    </dgm:pt>
    <dgm:pt modelId="{02D9C266-9717-419B-8983-7326ACCAA54B}">
      <dgm:prSet/>
      <dgm:spPr/>
      <dgm:t>
        <a:bodyPr/>
        <a:lstStyle/>
        <a:p>
          <a:r>
            <a:rPr lang="en-US"/>
            <a:t>Various network coding techniques, such as Random Linear Network Coding (RLNC), Analog Network Coding (ANC), and Physical Layer Network Coding (PNC), provide different trade-offs between complexity and performance.</a:t>
          </a:r>
        </a:p>
      </dgm:t>
    </dgm:pt>
    <dgm:pt modelId="{9902C985-4E7E-4646-8126-4AF463468F58}" type="parTrans" cxnId="{FA8D3870-191C-43C3-986C-3F5AD5D48310}">
      <dgm:prSet/>
      <dgm:spPr/>
      <dgm:t>
        <a:bodyPr/>
        <a:lstStyle/>
        <a:p>
          <a:endParaRPr lang="en-US"/>
        </a:p>
      </dgm:t>
    </dgm:pt>
    <dgm:pt modelId="{50A4A82E-E74E-4B03-AC1E-EBB17EAFDF9C}" type="sibTrans" cxnId="{FA8D3870-191C-43C3-986C-3F5AD5D48310}">
      <dgm:prSet/>
      <dgm:spPr/>
      <dgm:t>
        <a:bodyPr/>
        <a:lstStyle/>
        <a:p>
          <a:endParaRPr lang="en-US"/>
        </a:p>
      </dgm:t>
    </dgm:pt>
    <dgm:pt modelId="{018FF94F-E42D-4EA8-B133-D90083C92176}">
      <dgm:prSet/>
      <dgm:spPr/>
      <dgm:t>
        <a:bodyPr/>
        <a:lstStyle/>
        <a:p>
          <a:r>
            <a:rPr lang="en-US"/>
            <a:t>Performance analysis metrics include throughput gains, delay characteristics, energy consumption, and reliability measures across different wireless scenarios.</a:t>
          </a:r>
        </a:p>
      </dgm:t>
    </dgm:pt>
    <dgm:pt modelId="{FABF1F29-2AD8-4A2D-BE97-528C38D045C2}" type="parTrans" cxnId="{1025EA02-B0D9-44E2-879D-D847D10B58BE}">
      <dgm:prSet/>
      <dgm:spPr/>
      <dgm:t>
        <a:bodyPr/>
        <a:lstStyle/>
        <a:p>
          <a:endParaRPr lang="en-US"/>
        </a:p>
      </dgm:t>
    </dgm:pt>
    <dgm:pt modelId="{5CE1289D-1778-4013-9F94-7AAA668D43E6}" type="sibTrans" cxnId="{1025EA02-B0D9-44E2-879D-D847D10B58BE}">
      <dgm:prSet/>
      <dgm:spPr/>
      <dgm:t>
        <a:bodyPr/>
        <a:lstStyle/>
        <a:p>
          <a:endParaRPr lang="en-US"/>
        </a:p>
      </dgm:t>
    </dgm:pt>
    <dgm:pt modelId="{D31D40BB-AEA3-4A51-87DE-D260FCD7429C}">
      <dgm:prSet/>
      <dgm:spPr/>
      <dgm:t>
        <a:bodyPr/>
        <a:lstStyle/>
        <a:p>
          <a:r>
            <a:rPr lang="en-US"/>
            <a:t>Network coding finds applications in cellular networks, WSNs, MANETs, VANETs, and satellite systems. </a:t>
          </a:r>
        </a:p>
      </dgm:t>
    </dgm:pt>
    <dgm:pt modelId="{70B70279-6311-4B34-946A-FDDB9901D14F}" type="parTrans" cxnId="{7EC9CF4E-3AA5-4877-9DC3-096E34E52EA8}">
      <dgm:prSet/>
      <dgm:spPr/>
      <dgm:t>
        <a:bodyPr/>
        <a:lstStyle/>
        <a:p>
          <a:endParaRPr lang="en-US"/>
        </a:p>
      </dgm:t>
    </dgm:pt>
    <dgm:pt modelId="{25603040-0E09-42D4-99EE-C7C54972C733}" type="sibTrans" cxnId="{7EC9CF4E-3AA5-4877-9DC3-096E34E52EA8}">
      <dgm:prSet/>
      <dgm:spPr/>
      <dgm:t>
        <a:bodyPr/>
        <a:lstStyle/>
        <a:p>
          <a:endParaRPr lang="en-US"/>
        </a:p>
      </dgm:t>
    </dgm:pt>
    <dgm:pt modelId="{7DE72176-4F28-4EF4-9D1A-6780ADE15DE9}">
      <dgm:prSet/>
      <dgm:spPr/>
      <dgm:t>
        <a:bodyPr/>
        <a:lstStyle/>
        <a:p>
          <a:r>
            <a:rPr lang="en-US"/>
            <a:t>Current limitations include computational complexity, security vulnerabilities, and implementation challenges. </a:t>
          </a:r>
        </a:p>
      </dgm:t>
    </dgm:pt>
    <dgm:pt modelId="{23A9CC82-E439-4A95-BB23-A354027017F9}" type="parTrans" cxnId="{8468874F-0919-4A30-82F0-8BB12AB140F8}">
      <dgm:prSet/>
      <dgm:spPr/>
      <dgm:t>
        <a:bodyPr/>
        <a:lstStyle/>
        <a:p>
          <a:endParaRPr lang="en-US"/>
        </a:p>
      </dgm:t>
    </dgm:pt>
    <dgm:pt modelId="{58E7734B-C892-49A4-9331-6D7760504869}" type="sibTrans" cxnId="{8468874F-0919-4A30-82F0-8BB12AB140F8}">
      <dgm:prSet/>
      <dgm:spPr/>
      <dgm:t>
        <a:bodyPr/>
        <a:lstStyle/>
        <a:p>
          <a:endParaRPr lang="en-US"/>
        </a:p>
      </dgm:t>
    </dgm:pt>
    <dgm:pt modelId="{1DB12B36-3F12-4698-95D0-5C14651FACAC}">
      <dgm:prSet/>
      <dgm:spPr/>
      <dgm:t>
        <a:bodyPr/>
        <a:lstStyle/>
        <a:p>
          <a:r>
            <a:rPr lang="en-US"/>
            <a:t>Future research should focus on machine learning integration, quantum applications, and 6G system integration.</a:t>
          </a:r>
        </a:p>
      </dgm:t>
    </dgm:pt>
    <dgm:pt modelId="{62B0451B-1A93-46BD-AAF6-20510C106A17}" type="parTrans" cxnId="{72D6CE87-7945-48EF-AB27-AB8E2C27CCC9}">
      <dgm:prSet/>
      <dgm:spPr/>
      <dgm:t>
        <a:bodyPr/>
        <a:lstStyle/>
        <a:p>
          <a:endParaRPr lang="en-US"/>
        </a:p>
      </dgm:t>
    </dgm:pt>
    <dgm:pt modelId="{518F9F15-2933-494F-82C9-63CC7886D323}" type="sibTrans" cxnId="{72D6CE87-7945-48EF-AB27-AB8E2C27CCC9}">
      <dgm:prSet/>
      <dgm:spPr/>
      <dgm:t>
        <a:bodyPr/>
        <a:lstStyle/>
        <a:p>
          <a:endParaRPr lang="en-US"/>
        </a:p>
      </dgm:t>
    </dgm:pt>
    <dgm:pt modelId="{8AEA5C25-37A5-4E80-B6EF-FAD45AC65CB0}" type="pres">
      <dgm:prSet presAssocID="{D7CFB423-1C7E-42A2-A052-98461E21BBD3}" presName="linear" presStyleCnt="0">
        <dgm:presLayoutVars>
          <dgm:animLvl val="lvl"/>
          <dgm:resizeHandles val="exact"/>
        </dgm:presLayoutVars>
      </dgm:prSet>
      <dgm:spPr/>
    </dgm:pt>
    <dgm:pt modelId="{13DFF217-D08B-4FA1-B576-7933D65BE232}" type="pres">
      <dgm:prSet presAssocID="{0D77C093-F7B4-4199-8D9A-13053C6C7540}" presName="parentText" presStyleLbl="node1" presStyleIdx="0" presStyleCnt="8">
        <dgm:presLayoutVars>
          <dgm:chMax val="0"/>
          <dgm:bulletEnabled val="1"/>
        </dgm:presLayoutVars>
      </dgm:prSet>
      <dgm:spPr/>
    </dgm:pt>
    <dgm:pt modelId="{29A39B3B-9334-43C2-A6FA-8D3120365938}" type="pres">
      <dgm:prSet presAssocID="{8DB50008-21D2-4C84-981F-234D8DA6CD97}" presName="spacer" presStyleCnt="0"/>
      <dgm:spPr/>
    </dgm:pt>
    <dgm:pt modelId="{B13C90A8-E209-43E9-8764-E6B6E3AE1E96}" type="pres">
      <dgm:prSet presAssocID="{E3FD83AD-E29F-4DB5-A6B5-0B38DF18D45C}" presName="parentText" presStyleLbl="node1" presStyleIdx="1" presStyleCnt="8">
        <dgm:presLayoutVars>
          <dgm:chMax val="0"/>
          <dgm:bulletEnabled val="1"/>
        </dgm:presLayoutVars>
      </dgm:prSet>
      <dgm:spPr/>
    </dgm:pt>
    <dgm:pt modelId="{91E86BCB-71E7-491D-B8CE-437D30925A11}" type="pres">
      <dgm:prSet presAssocID="{D447AE1F-AB28-421E-A417-52D857C3D39C}" presName="spacer" presStyleCnt="0"/>
      <dgm:spPr/>
    </dgm:pt>
    <dgm:pt modelId="{9275C834-8228-4DAF-9AD4-63601266B2D3}" type="pres">
      <dgm:prSet presAssocID="{BE681399-8C44-45DD-9A41-8FA20C8DCEA9}" presName="parentText" presStyleLbl="node1" presStyleIdx="2" presStyleCnt="8">
        <dgm:presLayoutVars>
          <dgm:chMax val="0"/>
          <dgm:bulletEnabled val="1"/>
        </dgm:presLayoutVars>
      </dgm:prSet>
      <dgm:spPr/>
    </dgm:pt>
    <dgm:pt modelId="{FE900F7A-1525-4218-AD33-3B68093E1296}" type="pres">
      <dgm:prSet presAssocID="{56C76751-BD4F-4126-9790-D258ED2D52BB}" presName="spacer" presStyleCnt="0"/>
      <dgm:spPr/>
    </dgm:pt>
    <dgm:pt modelId="{8745D33E-8EDA-463B-8685-265C24A2E738}" type="pres">
      <dgm:prSet presAssocID="{02D9C266-9717-419B-8983-7326ACCAA54B}" presName="parentText" presStyleLbl="node1" presStyleIdx="3" presStyleCnt="8">
        <dgm:presLayoutVars>
          <dgm:chMax val="0"/>
          <dgm:bulletEnabled val="1"/>
        </dgm:presLayoutVars>
      </dgm:prSet>
      <dgm:spPr/>
    </dgm:pt>
    <dgm:pt modelId="{33BB2E58-4136-42B6-B582-79AD28602D99}" type="pres">
      <dgm:prSet presAssocID="{50A4A82E-E74E-4B03-AC1E-EBB17EAFDF9C}" presName="spacer" presStyleCnt="0"/>
      <dgm:spPr/>
    </dgm:pt>
    <dgm:pt modelId="{8C8FE1D5-C407-4776-ADE4-31607A9E0FD8}" type="pres">
      <dgm:prSet presAssocID="{018FF94F-E42D-4EA8-B133-D90083C92176}" presName="parentText" presStyleLbl="node1" presStyleIdx="4" presStyleCnt="8">
        <dgm:presLayoutVars>
          <dgm:chMax val="0"/>
          <dgm:bulletEnabled val="1"/>
        </dgm:presLayoutVars>
      </dgm:prSet>
      <dgm:spPr/>
    </dgm:pt>
    <dgm:pt modelId="{039A8D28-C9D3-40EE-9A0D-1650801B9B88}" type="pres">
      <dgm:prSet presAssocID="{5CE1289D-1778-4013-9F94-7AAA668D43E6}" presName="spacer" presStyleCnt="0"/>
      <dgm:spPr/>
    </dgm:pt>
    <dgm:pt modelId="{4692FFD0-6844-442F-94CC-87ED274A46F4}" type="pres">
      <dgm:prSet presAssocID="{D31D40BB-AEA3-4A51-87DE-D260FCD7429C}" presName="parentText" presStyleLbl="node1" presStyleIdx="5" presStyleCnt="8">
        <dgm:presLayoutVars>
          <dgm:chMax val="0"/>
          <dgm:bulletEnabled val="1"/>
        </dgm:presLayoutVars>
      </dgm:prSet>
      <dgm:spPr/>
    </dgm:pt>
    <dgm:pt modelId="{BE5EDC7B-0C2C-4EF6-A745-AF01ECE3468C}" type="pres">
      <dgm:prSet presAssocID="{25603040-0E09-42D4-99EE-C7C54972C733}" presName="spacer" presStyleCnt="0"/>
      <dgm:spPr/>
    </dgm:pt>
    <dgm:pt modelId="{A6DDE29C-C0CE-4D02-A12E-44E5CE36C4B2}" type="pres">
      <dgm:prSet presAssocID="{7DE72176-4F28-4EF4-9D1A-6780ADE15DE9}" presName="parentText" presStyleLbl="node1" presStyleIdx="6" presStyleCnt="8">
        <dgm:presLayoutVars>
          <dgm:chMax val="0"/>
          <dgm:bulletEnabled val="1"/>
        </dgm:presLayoutVars>
      </dgm:prSet>
      <dgm:spPr/>
    </dgm:pt>
    <dgm:pt modelId="{28F2C086-7CB1-4022-ABBB-92D4F18D238B}" type="pres">
      <dgm:prSet presAssocID="{58E7734B-C892-49A4-9331-6D7760504869}" presName="spacer" presStyleCnt="0"/>
      <dgm:spPr/>
    </dgm:pt>
    <dgm:pt modelId="{048402D9-4E1D-4838-8EA3-340A8B7A3623}" type="pres">
      <dgm:prSet presAssocID="{1DB12B36-3F12-4698-95D0-5C14651FACAC}" presName="parentText" presStyleLbl="node1" presStyleIdx="7" presStyleCnt="8">
        <dgm:presLayoutVars>
          <dgm:chMax val="0"/>
          <dgm:bulletEnabled val="1"/>
        </dgm:presLayoutVars>
      </dgm:prSet>
      <dgm:spPr/>
    </dgm:pt>
  </dgm:ptLst>
  <dgm:cxnLst>
    <dgm:cxn modelId="{1025EA02-B0D9-44E2-879D-D847D10B58BE}" srcId="{D7CFB423-1C7E-42A2-A052-98461E21BBD3}" destId="{018FF94F-E42D-4EA8-B133-D90083C92176}" srcOrd="4" destOrd="0" parTransId="{FABF1F29-2AD8-4A2D-BE97-528C38D045C2}" sibTransId="{5CE1289D-1778-4013-9F94-7AAA668D43E6}"/>
    <dgm:cxn modelId="{9442C004-6EE9-427D-A61E-F4B68E06DF70}" srcId="{D7CFB423-1C7E-42A2-A052-98461E21BBD3}" destId="{0D77C093-F7B4-4199-8D9A-13053C6C7540}" srcOrd="0" destOrd="0" parTransId="{B00AF545-39F4-4AAB-8312-B3AEBF348AE7}" sibTransId="{8DB50008-21D2-4C84-981F-234D8DA6CD97}"/>
    <dgm:cxn modelId="{9A9A1B06-FF16-44D1-80B1-B6FB444FAFB7}" type="presOf" srcId="{7DE72176-4F28-4EF4-9D1A-6780ADE15DE9}" destId="{A6DDE29C-C0CE-4D02-A12E-44E5CE36C4B2}" srcOrd="0" destOrd="0" presId="urn:microsoft.com/office/officeart/2005/8/layout/vList2"/>
    <dgm:cxn modelId="{30579516-DEFD-4291-888F-A10E2F32142A}" type="presOf" srcId="{D7CFB423-1C7E-42A2-A052-98461E21BBD3}" destId="{8AEA5C25-37A5-4E80-B6EF-FAD45AC65CB0}" srcOrd="0" destOrd="0" presId="urn:microsoft.com/office/officeart/2005/8/layout/vList2"/>
    <dgm:cxn modelId="{14CABF19-584A-4F13-81FC-BBFC6E4B58E5}" type="presOf" srcId="{D31D40BB-AEA3-4A51-87DE-D260FCD7429C}" destId="{4692FFD0-6844-442F-94CC-87ED274A46F4}" srcOrd="0" destOrd="0" presId="urn:microsoft.com/office/officeart/2005/8/layout/vList2"/>
    <dgm:cxn modelId="{D9E82F1E-453F-4C97-B0C4-73F0E31A49A1}" srcId="{D7CFB423-1C7E-42A2-A052-98461E21BBD3}" destId="{BE681399-8C44-45DD-9A41-8FA20C8DCEA9}" srcOrd="2" destOrd="0" parTransId="{3186489B-F8B6-44D1-9A13-E98E6D88954F}" sibTransId="{56C76751-BD4F-4126-9790-D258ED2D52BB}"/>
    <dgm:cxn modelId="{1C32E735-DBED-4EDD-A16C-217A3BB07BDE}" type="presOf" srcId="{02D9C266-9717-419B-8983-7326ACCAA54B}" destId="{8745D33E-8EDA-463B-8685-265C24A2E738}" srcOrd="0" destOrd="0" presId="urn:microsoft.com/office/officeart/2005/8/layout/vList2"/>
    <dgm:cxn modelId="{25DE4F45-BA92-4C7F-A94E-DC565037B288}" type="presOf" srcId="{0D77C093-F7B4-4199-8D9A-13053C6C7540}" destId="{13DFF217-D08B-4FA1-B576-7933D65BE232}" srcOrd="0" destOrd="0" presId="urn:microsoft.com/office/officeart/2005/8/layout/vList2"/>
    <dgm:cxn modelId="{7EC9CF4E-3AA5-4877-9DC3-096E34E52EA8}" srcId="{D7CFB423-1C7E-42A2-A052-98461E21BBD3}" destId="{D31D40BB-AEA3-4A51-87DE-D260FCD7429C}" srcOrd="5" destOrd="0" parTransId="{70B70279-6311-4B34-946A-FDDB9901D14F}" sibTransId="{25603040-0E09-42D4-99EE-C7C54972C733}"/>
    <dgm:cxn modelId="{8468874F-0919-4A30-82F0-8BB12AB140F8}" srcId="{D7CFB423-1C7E-42A2-A052-98461E21BBD3}" destId="{7DE72176-4F28-4EF4-9D1A-6780ADE15DE9}" srcOrd="6" destOrd="0" parTransId="{23A9CC82-E439-4A95-BB23-A354027017F9}" sibTransId="{58E7734B-C892-49A4-9331-6D7760504869}"/>
    <dgm:cxn modelId="{FA8D3870-191C-43C3-986C-3F5AD5D48310}" srcId="{D7CFB423-1C7E-42A2-A052-98461E21BBD3}" destId="{02D9C266-9717-419B-8983-7326ACCAA54B}" srcOrd="3" destOrd="0" parTransId="{9902C985-4E7E-4646-8126-4AF463468F58}" sibTransId="{50A4A82E-E74E-4B03-AC1E-EBB17EAFDF9C}"/>
    <dgm:cxn modelId="{F91A165A-92E1-4C2F-ADEC-C295995EF14E}" srcId="{D7CFB423-1C7E-42A2-A052-98461E21BBD3}" destId="{E3FD83AD-E29F-4DB5-A6B5-0B38DF18D45C}" srcOrd="1" destOrd="0" parTransId="{FA71F6DF-41E8-4867-A75C-7A5A58A95764}" sibTransId="{D447AE1F-AB28-421E-A417-52D857C3D39C}"/>
    <dgm:cxn modelId="{72D6CE87-7945-48EF-AB27-AB8E2C27CCC9}" srcId="{D7CFB423-1C7E-42A2-A052-98461E21BBD3}" destId="{1DB12B36-3F12-4698-95D0-5C14651FACAC}" srcOrd="7" destOrd="0" parTransId="{62B0451B-1A93-46BD-AAF6-20510C106A17}" sibTransId="{518F9F15-2933-494F-82C9-63CC7886D323}"/>
    <dgm:cxn modelId="{FBE4CD8A-BD50-4B0C-B5EA-3B27A31006D6}" type="presOf" srcId="{BE681399-8C44-45DD-9A41-8FA20C8DCEA9}" destId="{9275C834-8228-4DAF-9AD4-63601266B2D3}" srcOrd="0" destOrd="0" presId="urn:microsoft.com/office/officeart/2005/8/layout/vList2"/>
    <dgm:cxn modelId="{CB0684BE-56E5-47E8-9EE0-7E48324F9380}" type="presOf" srcId="{E3FD83AD-E29F-4DB5-A6B5-0B38DF18D45C}" destId="{B13C90A8-E209-43E9-8764-E6B6E3AE1E96}" srcOrd="0" destOrd="0" presId="urn:microsoft.com/office/officeart/2005/8/layout/vList2"/>
    <dgm:cxn modelId="{7E3159CA-25DC-4A57-A4E2-CDB0AF6ADDFF}" type="presOf" srcId="{018FF94F-E42D-4EA8-B133-D90083C92176}" destId="{8C8FE1D5-C407-4776-ADE4-31607A9E0FD8}" srcOrd="0" destOrd="0" presId="urn:microsoft.com/office/officeart/2005/8/layout/vList2"/>
    <dgm:cxn modelId="{42D53EEC-2158-434D-9E0C-3466BAF4ADBD}" type="presOf" srcId="{1DB12B36-3F12-4698-95D0-5C14651FACAC}" destId="{048402D9-4E1D-4838-8EA3-340A8B7A3623}" srcOrd="0" destOrd="0" presId="urn:microsoft.com/office/officeart/2005/8/layout/vList2"/>
    <dgm:cxn modelId="{6108CDE3-24BF-4F6C-AE49-BF567474A676}" type="presParOf" srcId="{8AEA5C25-37A5-4E80-B6EF-FAD45AC65CB0}" destId="{13DFF217-D08B-4FA1-B576-7933D65BE232}" srcOrd="0" destOrd="0" presId="urn:microsoft.com/office/officeart/2005/8/layout/vList2"/>
    <dgm:cxn modelId="{042E3212-8245-4D8A-B49C-92F82450F27D}" type="presParOf" srcId="{8AEA5C25-37A5-4E80-B6EF-FAD45AC65CB0}" destId="{29A39B3B-9334-43C2-A6FA-8D3120365938}" srcOrd="1" destOrd="0" presId="urn:microsoft.com/office/officeart/2005/8/layout/vList2"/>
    <dgm:cxn modelId="{635F9506-0645-425C-BFA5-E6BCA206BB1B}" type="presParOf" srcId="{8AEA5C25-37A5-4E80-B6EF-FAD45AC65CB0}" destId="{B13C90A8-E209-43E9-8764-E6B6E3AE1E96}" srcOrd="2" destOrd="0" presId="urn:microsoft.com/office/officeart/2005/8/layout/vList2"/>
    <dgm:cxn modelId="{DF7FAC19-4B3B-4D42-AFEE-CE12814C2E5B}" type="presParOf" srcId="{8AEA5C25-37A5-4E80-B6EF-FAD45AC65CB0}" destId="{91E86BCB-71E7-491D-B8CE-437D30925A11}" srcOrd="3" destOrd="0" presId="urn:microsoft.com/office/officeart/2005/8/layout/vList2"/>
    <dgm:cxn modelId="{BC194457-5AAE-4AC8-8402-3FFFFCDBF473}" type="presParOf" srcId="{8AEA5C25-37A5-4E80-B6EF-FAD45AC65CB0}" destId="{9275C834-8228-4DAF-9AD4-63601266B2D3}" srcOrd="4" destOrd="0" presId="urn:microsoft.com/office/officeart/2005/8/layout/vList2"/>
    <dgm:cxn modelId="{6CC7D8FE-686A-4550-ACC6-1EB304AEB6C1}" type="presParOf" srcId="{8AEA5C25-37A5-4E80-B6EF-FAD45AC65CB0}" destId="{FE900F7A-1525-4218-AD33-3B68093E1296}" srcOrd="5" destOrd="0" presId="urn:microsoft.com/office/officeart/2005/8/layout/vList2"/>
    <dgm:cxn modelId="{FAE9BACE-0810-4D68-8F3B-CCE9221DF27E}" type="presParOf" srcId="{8AEA5C25-37A5-4E80-B6EF-FAD45AC65CB0}" destId="{8745D33E-8EDA-463B-8685-265C24A2E738}" srcOrd="6" destOrd="0" presId="urn:microsoft.com/office/officeart/2005/8/layout/vList2"/>
    <dgm:cxn modelId="{5172C668-CAF3-41AA-8CD4-17F0061488FE}" type="presParOf" srcId="{8AEA5C25-37A5-4E80-B6EF-FAD45AC65CB0}" destId="{33BB2E58-4136-42B6-B582-79AD28602D99}" srcOrd="7" destOrd="0" presId="urn:microsoft.com/office/officeart/2005/8/layout/vList2"/>
    <dgm:cxn modelId="{A7F12A9C-7C3D-4DDE-8B5B-CA998BB02709}" type="presParOf" srcId="{8AEA5C25-37A5-4E80-B6EF-FAD45AC65CB0}" destId="{8C8FE1D5-C407-4776-ADE4-31607A9E0FD8}" srcOrd="8" destOrd="0" presId="urn:microsoft.com/office/officeart/2005/8/layout/vList2"/>
    <dgm:cxn modelId="{7C25E876-FF89-47FB-9480-344B58959054}" type="presParOf" srcId="{8AEA5C25-37A5-4E80-B6EF-FAD45AC65CB0}" destId="{039A8D28-C9D3-40EE-9A0D-1650801B9B88}" srcOrd="9" destOrd="0" presId="urn:microsoft.com/office/officeart/2005/8/layout/vList2"/>
    <dgm:cxn modelId="{99E85BD7-8C53-4E0D-A1BE-89863C6FD731}" type="presParOf" srcId="{8AEA5C25-37A5-4E80-B6EF-FAD45AC65CB0}" destId="{4692FFD0-6844-442F-94CC-87ED274A46F4}" srcOrd="10" destOrd="0" presId="urn:microsoft.com/office/officeart/2005/8/layout/vList2"/>
    <dgm:cxn modelId="{AB2DCD6E-9906-4005-8591-25602BFD93A2}" type="presParOf" srcId="{8AEA5C25-37A5-4E80-B6EF-FAD45AC65CB0}" destId="{BE5EDC7B-0C2C-4EF6-A745-AF01ECE3468C}" srcOrd="11" destOrd="0" presId="urn:microsoft.com/office/officeart/2005/8/layout/vList2"/>
    <dgm:cxn modelId="{249C5EAE-A379-474A-B084-991C594B7E89}" type="presParOf" srcId="{8AEA5C25-37A5-4E80-B6EF-FAD45AC65CB0}" destId="{A6DDE29C-C0CE-4D02-A12E-44E5CE36C4B2}" srcOrd="12" destOrd="0" presId="urn:microsoft.com/office/officeart/2005/8/layout/vList2"/>
    <dgm:cxn modelId="{48534D52-E13B-44B9-9F7E-4B0541F908BC}" type="presParOf" srcId="{8AEA5C25-37A5-4E80-B6EF-FAD45AC65CB0}" destId="{28F2C086-7CB1-4022-ABBB-92D4F18D238B}" srcOrd="13" destOrd="0" presId="urn:microsoft.com/office/officeart/2005/8/layout/vList2"/>
    <dgm:cxn modelId="{B960C945-281E-4103-AC81-5AB971D7A234}" type="presParOf" srcId="{8AEA5C25-37A5-4E80-B6EF-FAD45AC65CB0}" destId="{048402D9-4E1D-4838-8EA3-340A8B7A3623}"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30FFC6-FD9E-43BF-8C02-071681151BF1}"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EF0DC7E6-3D93-4379-A3FE-EE3DA9B8B0DF}">
      <dgm:prSet/>
      <dgm:spPr/>
      <dgm:t>
        <a:bodyPr/>
        <a:lstStyle/>
        <a:p>
          <a:r>
            <a:rPr lang="en-US" b="0" i="0" baseline="0" dirty="0"/>
            <a:t>The fifteen research papers from our projects consist of following are:</a:t>
          </a:r>
          <a:endParaRPr lang="en-US" dirty="0"/>
        </a:p>
      </dgm:t>
    </dgm:pt>
    <dgm:pt modelId="{5FC485D9-A053-431A-A87A-8C3480BD6968}" type="parTrans" cxnId="{FD463D66-E661-4AF2-8C5E-06B824B86539}">
      <dgm:prSet/>
      <dgm:spPr/>
      <dgm:t>
        <a:bodyPr/>
        <a:lstStyle/>
        <a:p>
          <a:endParaRPr lang="en-US"/>
        </a:p>
      </dgm:t>
    </dgm:pt>
    <dgm:pt modelId="{6AF3F1C2-5FBB-4CD0-B3C8-EDB3B70E5B9C}" type="sibTrans" cxnId="{FD463D66-E661-4AF2-8C5E-06B824B86539}">
      <dgm:prSet/>
      <dgm:spPr/>
      <dgm:t>
        <a:bodyPr/>
        <a:lstStyle/>
        <a:p>
          <a:endParaRPr lang="en-US"/>
        </a:p>
      </dgm:t>
    </dgm:pt>
    <dgm:pt modelId="{642034CC-10BD-4E53-BBDF-4C58A55DF127}">
      <dgm:prSet/>
      <dgm:spPr/>
      <dgm:t>
        <a:bodyPr/>
        <a:lstStyle/>
        <a:p>
          <a:r>
            <a:rPr lang="en-US" b="0" i="0" baseline="0"/>
            <a:t>Energy-efficient linear network coding in wireless sensor networks.by Li, X., Zhang, Y., &amp; Wang, J. (2020).</a:t>
          </a:r>
          <a:endParaRPr lang="en-US"/>
        </a:p>
      </dgm:t>
    </dgm:pt>
    <dgm:pt modelId="{1B444725-E989-4A2C-ABDF-838B390EE7AD}" type="parTrans" cxnId="{389B0C40-A0E5-4361-AEFA-FDB5EB7DA7DA}">
      <dgm:prSet/>
      <dgm:spPr/>
      <dgm:t>
        <a:bodyPr/>
        <a:lstStyle/>
        <a:p>
          <a:endParaRPr lang="en-US"/>
        </a:p>
      </dgm:t>
    </dgm:pt>
    <dgm:pt modelId="{4B2B35A9-76B4-4446-B89A-4D9397B0392B}" type="sibTrans" cxnId="{389B0C40-A0E5-4361-AEFA-FDB5EB7DA7DA}">
      <dgm:prSet/>
      <dgm:spPr/>
      <dgm:t>
        <a:bodyPr/>
        <a:lstStyle/>
        <a:p>
          <a:endParaRPr lang="en-US"/>
        </a:p>
      </dgm:t>
    </dgm:pt>
    <dgm:pt modelId="{2DFE7F7E-4AA4-4165-A4D1-B90AD05D56E7}">
      <dgm:prSet/>
      <dgm:spPr/>
      <dgm:t>
        <a:bodyPr/>
        <a:lstStyle/>
        <a:p>
          <a:r>
            <a:rPr lang="en-US" b="0" i="0" baseline="0"/>
            <a:t>Adaptive network coding for vehicular ad hoc networks: A mobility-aware approach by Zhao, L., &amp; Chen, M. (2021). </a:t>
          </a:r>
          <a:endParaRPr lang="en-US"/>
        </a:p>
      </dgm:t>
    </dgm:pt>
    <dgm:pt modelId="{BC19D18D-CF4E-45A9-8C2A-3F20ED4823AB}" type="parTrans" cxnId="{342ED6FA-86F5-4FBC-8B32-6CE1CDC06BEE}">
      <dgm:prSet/>
      <dgm:spPr/>
      <dgm:t>
        <a:bodyPr/>
        <a:lstStyle/>
        <a:p>
          <a:endParaRPr lang="en-US"/>
        </a:p>
      </dgm:t>
    </dgm:pt>
    <dgm:pt modelId="{7FFC3D90-F97A-41FD-BD1E-897CB017C3A2}" type="sibTrans" cxnId="{342ED6FA-86F5-4FBC-8B32-6CE1CDC06BEE}">
      <dgm:prSet/>
      <dgm:spPr/>
      <dgm:t>
        <a:bodyPr/>
        <a:lstStyle/>
        <a:p>
          <a:endParaRPr lang="en-US"/>
        </a:p>
      </dgm:t>
    </dgm:pt>
    <dgm:pt modelId="{629741E0-317C-43CC-B995-FCE4D399C258}">
      <dgm:prSet/>
      <dgm:spPr/>
      <dgm:t>
        <a:bodyPr/>
        <a:lstStyle/>
        <a:p>
          <a:r>
            <a:rPr lang="en-US" b="0" i="0" baseline="0"/>
            <a:t>Random linear network coding for delay-tolerant wireless networks: Performance analysis and optimization by Wang, S., Liu, H., &amp; Kumar, A. (2022).</a:t>
          </a:r>
          <a:endParaRPr lang="en-US"/>
        </a:p>
      </dgm:t>
    </dgm:pt>
    <dgm:pt modelId="{24917A57-6129-46BA-BB0B-F6E2E95BDD70}" type="parTrans" cxnId="{E2916A92-E4CA-4026-B082-DD64F0D76116}">
      <dgm:prSet/>
      <dgm:spPr/>
      <dgm:t>
        <a:bodyPr/>
        <a:lstStyle/>
        <a:p>
          <a:endParaRPr lang="en-US"/>
        </a:p>
      </dgm:t>
    </dgm:pt>
    <dgm:pt modelId="{05F9B54D-46C3-4BAC-834B-BDBBFFD769A0}" type="sibTrans" cxnId="{E2916A92-E4CA-4026-B082-DD64F0D76116}">
      <dgm:prSet/>
      <dgm:spPr/>
      <dgm:t>
        <a:bodyPr/>
        <a:lstStyle/>
        <a:p>
          <a:endParaRPr lang="en-US"/>
        </a:p>
      </dgm:t>
    </dgm:pt>
    <dgm:pt modelId="{C21CCDE2-7358-4730-AD1B-9264CBA3C7C3}">
      <dgm:prSet/>
      <dgm:spPr/>
      <dgm:t>
        <a:bodyPr/>
        <a:lstStyle/>
        <a:p>
          <a:r>
            <a:rPr lang="en-US" b="0" i="0" baseline="0"/>
            <a:t>MQTT-based network coding for IoT applications in smart agriculture by Ahmed, R., Hassan, M., &amp; Ali, S. (2023). </a:t>
          </a:r>
          <a:endParaRPr lang="en-US"/>
        </a:p>
      </dgm:t>
    </dgm:pt>
    <dgm:pt modelId="{C381177D-56CA-4917-AEBC-A4DAB8642F30}" type="parTrans" cxnId="{AC743C79-FDA6-4874-8A11-3E444D7A556A}">
      <dgm:prSet/>
      <dgm:spPr/>
      <dgm:t>
        <a:bodyPr/>
        <a:lstStyle/>
        <a:p>
          <a:endParaRPr lang="en-US"/>
        </a:p>
      </dgm:t>
    </dgm:pt>
    <dgm:pt modelId="{EFC56C23-482E-49F6-A696-E1E946AC9D15}" type="sibTrans" cxnId="{AC743C79-FDA6-4874-8A11-3E444D7A556A}">
      <dgm:prSet/>
      <dgm:spPr/>
      <dgm:t>
        <a:bodyPr/>
        <a:lstStyle/>
        <a:p>
          <a:endParaRPr lang="en-US"/>
        </a:p>
      </dgm:t>
    </dgm:pt>
    <dgm:pt modelId="{76141FEF-BC8E-4624-889B-6BF356F2D22C}">
      <dgm:prSet/>
      <dgm:spPr/>
      <dgm:t>
        <a:bodyPr/>
        <a:lstStyle/>
        <a:p>
          <a:r>
            <a:rPr lang="en-US" b="0" i="0" baseline="0"/>
            <a:t>Machine learning-enhanced network coding for wireless mesh networks: A hybrid approach by Kim, J., &amp; Yu, H. (2024). </a:t>
          </a:r>
          <a:endParaRPr lang="en-US"/>
        </a:p>
      </dgm:t>
    </dgm:pt>
    <dgm:pt modelId="{2BDE3CDE-577E-44BF-A051-D22E0E9EEA1E}" type="parTrans" cxnId="{4223C21B-4325-494C-BE51-3BBE897B27F9}">
      <dgm:prSet/>
      <dgm:spPr/>
      <dgm:t>
        <a:bodyPr/>
        <a:lstStyle/>
        <a:p>
          <a:endParaRPr lang="en-US"/>
        </a:p>
      </dgm:t>
    </dgm:pt>
    <dgm:pt modelId="{97D9E5B6-C443-4FCD-B909-BB59CAFCDEB9}" type="sibTrans" cxnId="{4223C21B-4325-494C-BE51-3BBE897B27F9}">
      <dgm:prSet/>
      <dgm:spPr/>
      <dgm:t>
        <a:bodyPr/>
        <a:lstStyle/>
        <a:p>
          <a:endParaRPr lang="en-US"/>
        </a:p>
      </dgm:t>
    </dgm:pt>
    <dgm:pt modelId="{8DD8A2CB-4C09-4937-B6EE-3D671AFBD8E5}">
      <dgm:prSet/>
      <dgm:spPr/>
      <dgm:t>
        <a:bodyPr/>
        <a:lstStyle/>
        <a:p>
          <a:r>
            <a:rPr lang="en-US" b="0" i="0" baseline="0"/>
            <a:t>Network information flow by Ahlswede, R., Cai, N., Li, S. Y. R., &amp; Yeung, R. W. (2000). </a:t>
          </a:r>
          <a:endParaRPr lang="en-US"/>
        </a:p>
      </dgm:t>
    </dgm:pt>
    <dgm:pt modelId="{9708FCA6-C151-4309-950C-64F08069A445}" type="parTrans" cxnId="{D089C55B-30E8-4A5C-86E3-093D425A3C1F}">
      <dgm:prSet/>
      <dgm:spPr/>
      <dgm:t>
        <a:bodyPr/>
        <a:lstStyle/>
        <a:p>
          <a:endParaRPr lang="en-US"/>
        </a:p>
      </dgm:t>
    </dgm:pt>
    <dgm:pt modelId="{C7A48087-395C-4AFD-9943-8AB81011BDF4}" type="sibTrans" cxnId="{D089C55B-30E8-4A5C-86E3-093D425A3C1F}">
      <dgm:prSet/>
      <dgm:spPr/>
      <dgm:t>
        <a:bodyPr/>
        <a:lstStyle/>
        <a:p>
          <a:endParaRPr lang="en-US"/>
        </a:p>
      </dgm:t>
    </dgm:pt>
    <dgm:pt modelId="{58E033D3-BFEF-43AF-B5CB-EE2D5372D6C8}">
      <dgm:prSet/>
      <dgm:spPr/>
      <dgm:t>
        <a:bodyPr/>
        <a:lstStyle/>
        <a:p>
          <a:r>
            <a:rPr lang="en-US" b="0" i="0" baseline="0"/>
            <a:t>Physical layer network coding in two-way relay channels: Performance analysis and optimization by  Chen, L., Wang, X., &amp; Zhang, H. (2020).</a:t>
          </a:r>
          <a:endParaRPr lang="en-US"/>
        </a:p>
      </dgm:t>
    </dgm:pt>
    <dgm:pt modelId="{BF05087C-4E09-4590-9FEC-F5A2B37D71C4}" type="parTrans" cxnId="{307F544C-2765-46E6-B6DF-C2205ECC397F}">
      <dgm:prSet/>
      <dgm:spPr/>
      <dgm:t>
        <a:bodyPr/>
        <a:lstStyle/>
        <a:p>
          <a:endParaRPr lang="en-US"/>
        </a:p>
      </dgm:t>
    </dgm:pt>
    <dgm:pt modelId="{0DFDAB77-AE56-4EB3-AF7C-1F5680A3779E}" type="sibTrans" cxnId="{307F544C-2765-46E6-B6DF-C2205ECC397F}">
      <dgm:prSet/>
      <dgm:spPr/>
      <dgm:t>
        <a:bodyPr/>
        <a:lstStyle/>
        <a:p>
          <a:endParaRPr lang="en-US"/>
        </a:p>
      </dgm:t>
    </dgm:pt>
    <dgm:pt modelId="{FBC99EA9-B116-4895-952E-50888658A9F1}">
      <dgm:prSet/>
      <dgm:spPr/>
      <dgm:t>
        <a:bodyPr/>
        <a:lstStyle/>
        <a:p>
          <a:r>
            <a:rPr lang="en-US" b="0" i="0" baseline="0"/>
            <a:t>Secure network coding for wireless sensor networks: A comprehensive survey by  Kumar, V., Singh, A., &amp; Gupta, R. (2021). </a:t>
          </a:r>
          <a:endParaRPr lang="en-US"/>
        </a:p>
      </dgm:t>
    </dgm:pt>
    <dgm:pt modelId="{7281D232-5540-4D76-9382-ADBC1B3BC848}" type="parTrans" cxnId="{2ED0B460-7D74-4503-B6AF-A9FABD4381F8}">
      <dgm:prSet/>
      <dgm:spPr/>
      <dgm:t>
        <a:bodyPr/>
        <a:lstStyle/>
        <a:p>
          <a:endParaRPr lang="en-US"/>
        </a:p>
      </dgm:t>
    </dgm:pt>
    <dgm:pt modelId="{402BC822-3E4C-4DC9-9AF7-4D39C93A3559}" type="sibTrans" cxnId="{2ED0B460-7D74-4503-B6AF-A9FABD4381F8}">
      <dgm:prSet/>
      <dgm:spPr/>
      <dgm:t>
        <a:bodyPr/>
        <a:lstStyle/>
        <a:p>
          <a:endParaRPr lang="en-US"/>
        </a:p>
      </dgm:t>
    </dgm:pt>
    <dgm:pt modelId="{CF97EF0C-5369-401C-95F9-E844BC01E92B}">
      <dgm:prSet/>
      <dgm:spPr/>
      <dgm:t>
        <a:bodyPr/>
        <a:lstStyle/>
        <a:p>
          <a:r>
            <a:rPr lang="en-US" b="0" i="0" baseline="0"/>
            <a:t>Energy-aware random linear network coding for mobile ad hoc networks by Patel, M., &amp; Johnson, K. (2021). </a:t>
          </a:r>
          <a:endParaRPr lang="en-US"/>
        </a:p>
      </dgm:t>
    </dgm:pt>
    <dgm:pt modelId="{D44659D0-D59B-46C2-BD06-124DCDE98EAA}" type="parTrans" cxnId="{7997CB95-E1AC-49ED-9A08-8CFAC7114766}">
      <dgm:prSet/>
      <dgm:spPr/>
      <dgm:t>
        <a:bodyPr/>
        <a:lstStyle/>
        <a:p>
          <a:endParaRPr lang="en-US"/>
        </a:p>
      </dgm:t>
    </dgm:pt>
    <dgm:pt modelId="{5C28F433-02CF-4E33-AAE9-D9B19DFE446B}" type="sibTrans" cxnId="{7997CB95-E1AC-49ED-9A08-8CFAC7114766}">
      <dgm:prSet/>
      <dgm:spPr/>
      <dgm:t>
        <a:bodyPr/>
        <a:lstStyle/>
        <a:p>
          <a:endParaRPr lang="en-US"/>
        </a:p>
      </dgm:t>
    </dgm:pt>
    <dgm:pt modelId="{CFDF64C4-E7C4-4749-BC9F-5CECA76D3B75}">
      <dgm:prSet/>
      <dgm:spPr/>
      <dgm:t>
        <a:bodyPr/>
        <a:lstStyle/>
        <a:p>
          <a:r>
            <a:rPr lang="en-US" b="0" i="0" baseline="0"/>
            <a:t>Network coding for 5G and beyond: Challenges and opportunities by Thompson, D., Brown, S., &amp; Williams, J. (2022).</a:t>
          </a:r>
          <a:endParaRPr lang="en-US"/>
        </a:p>
      </dgm:t>
    </dgm:pt>
    <dgm:pt modelId="{E4EFC3BF-37D8-4433-80C6-E026227384CF}" type="parTrans" cxnId="{95D7D209-1811-479D-98CB-212ADB9DD4C8}">
      <dgm:prSet/>
      <dgm:spPr/>
      <dgm:t>
        <a:bodyPr/>
        <a:lstStyle/>
        <a:p>
          <a:endParaRPr lang="en-US"/>
        </a:p>
      </dgm:t>
    </dgm:pt>
    <dgm:pt modelId="{EC01A89D-2B3C-4131-8193-FC065852FF24}" type="sibTrans" cxnId="{95D7D209-1811-479D-98CB-212ADB9DD4C8}">
      <dgm:prSet/>
      <dgm:spPr/>
      <dgm:t>
        <a:bodyPr/>
        <a:lstStyle/>
        <a:p>
          <a:endParaRPr lang="en-US"/>
        </a:p>
      </dgm:t>
    </dgm:pt>
    <dgm:pt modelId="{A44476F9-2318-4D3B-A30E-63A703175791}">
      <dgm:prSet/>
      <dgm:spPr/>
      <dgm:t>
        <a:bodyPr/>
        <a:lstStyle/>
        <a:p>
          <a:r>
            <a:rPr lang="en-US" b="0" i="0" baseline="0"/>
            <a:t>Quantum network coding: Fundamentals and applications in wireless systems by Rodriguez, C., &amp; Martinez, P. (2022). </a:t>
          </a:r>
          <a:endParaRPr lang="en-US"/>
        </a:p>
      </dgm:t>
    </dgm:pt>
    <dgm:pt modelId="{E4C8E64A-6D63-4892-98EA-5FF2AFE573FF}" type="parTrans" cxnId="{E2CE6628-11FA-494C-AB05-3EB59B760991}">
      <dgm:prSet/>
      <dgm:spPr/>
      <dgm:t>
        <a:bodyPr/>
        <a:lstStyle/>
        <a:p>
          <a:endParaRPr lang="en-US"/>
        </a:p>
      </dgm:t>
    </dgm:pt>
    <dgm:pt modelId="{B1474A68-B58D-4869-9B02-B468C46A07A6}" type="sibTrans" cxnId="{E2CE6628-11FA-494C-AB05-3EB59B760991}">
      <dgm:prSet/>
      <dgm:spPr/>
      <dgm:t>
        <a:bodyPr/>
        <a:lstStyle/>
        <a:p>
          <a:endParaRPr lang="en-US"/>
        </a:p>
      </dgm:t>
    </dgm:pt>
    <dgm:pt modelId="{C57DDCF6-C04F-4071-8010-264E13E80E60}">
      <dgm:prSet/>
      <dgm:spPr/>
      <dgm:t>
        <a:bodyPr/>
        <a:lstStyle/>
        <a:p>
          <a:r>
            <a:rPr lang="en-US" b="0" i="0" baseline="0"/>
            <a:t>Deep learning approaches for adaptive network coding in wireless networks by Davis, A., &amp; Wilson, E. (2023). </a:t>
          </a:r>
          <a:endParaRPr lang="en-US"/>
        </a:p>
      </dgm:t>
    </dgm:pt>
    <dgm:pt modelId="{E47D1675-186F-45CF-8A6F-F585735A283F}" type="parTrans" cxnId="{331AD1FB-2E1F-4DA0-A622-5E8B21E0E566}">
      <dgm:prSet/>
      <dgm:spPr/>
      <dgm:t>
        <a:bodyPr/>
        <a:lstStyle/>
        <a:p>
          <a:endParaRPr lang="en-US"/>
        </a:p>
      </dgm:t>
    </dgm:pt>
    <dgm:pt modelId="{3FD7B54A-B0AD-48C8-BDD3-6C1E7192574B}" type="sibTrans" cxnId="{331AD1FB-2E1F-4DA0-A622-5E8B21E0E566}">
      <dgm:prSet/>
      <dgm:spPr/>
      <dgm:t>
        <a:bodyPr/>
        <a:lstStyle/>
        <a:p>
          <a:endParaRPr lang="en-US"/>
        </a:p>
      </dgm:t>
    </dgm:pt>
    <dgm:pt modelId="{CB4F1E0C-911E-4FB4-9FA4-4C0EDA374050}">
      <dgm:prSet/>
      <dgm:spPr/>
      <dgm:t>
        <a:bodyPr/>
        <a:lstStyle/>
        <a:p>
          <a:r>
            <a:rPr lang="en-US" b="0" i="0" baseline="0"/>
            <a:t>Distributed network coding for massive IOT networks  by Nakamura, T., &amp; Yamamoto, K. (2023). </a:t>
          </a:r>
          <a:endParaRPr lang="en-US"/>
        </a:p>
      </dgm:t>
    </dgm:pt>
    <dgm:pt modelId="{B619C97E-1E3E-4E25-AB72-2212A2DC8D3B}" type="parTrans" cxnId="{CFEB74BD-D7BF-484E-B6E8-F785002FA6AA}">
      <dgm:prSet/>
      <dgm:spPr/>
      <dgm:t>
        <a:bodyPr/>
        <a:lstStyle/>
        <a:p>
          <a:endParaRPr lang="en-US"/>
        </a:p>
      </dgm:t>
    </dgm:pt>
    <dgm:pt modelId="{A3B755CC-F975-46F3-BDF2-8CF7FCE6D4E9}" type="sibTrans" cxnId="{CFEB74BD-D7BF-484E-B6E8-F785002FA6AA}">
      <dgm:prSet/>
      <dgm:spPr/>
      <dgm:t>
        <a:bodyPr/>
        <a:lstStyle/>
        <a:p>
          <a:endParaRPr lang="en-US"/>
        </a:p>
      </dgm:t>
    </dgm:pt>
    <dgm:pt modelId="{14F4C4A8-2A55-4CD9-847E-7EC63EC811A5}">
      <dgm:prSet/>
      <dgm:spPr/>
      <dgm:t>
        <a:bodyPr/>
        <a:lstStyle/>
        <a:p>
          <a:r>
            <a:rPr lang="en-US" b="0" i="0" baseline="0"/>
            <a:t>A comprehensive analysis of network coding for efficient wireless network communication by Kumar, A., &amp; Sharma, P. (2023).</a:t>
          </a:r>
          <a:endParaRPr lang="en-US"/>
        </a:p>
      </dgm:t>
    </dgm:pt>
    <dgm:pt modelId="{3CDB782F-2AB8-4805-AA9E-BCE7F5CDE13F}" type="parTrans" cxnId="{87F39E6E-A73A-40B9-B33E-6FB22EBC8916}">
      <dgm:prSet/>
      <dgm:spPr/>
      <dgm:t>
        <a:bodyPr/>
        <a:lstStyle/>
        <a:p>
          <a:endParaRPr lang="en-US"/>
        </a:p>
      </dgm:t>
    </dgm:pt>
    <dgm:pt modelId="{2D7224E4-9509-4621-8761-4689F3FD7F3A}" type="sibTrans" cxnId="{87F39E6E-A73A-40B9-B33E-6FB22EBC8916}">
      <dgm:prSet/>
      <dgm:spPr/>
      <dgm:t>
        <a:bodyPr/>
        <a:lstStyle/>
        <a:p>
          <a:endParaRPr lang="en-US"/>
        </a:p>
      </dgm:t>
    </dgm:pt>
    <dgm:pt modelId="{A38F4945-ADFD-427B-A6DC-922A5E7AA0E8}">
      <dgm:prSet/>
      <dgm:spPr/>
      <dgm:t>
        <a:bodyPr/>
        <a:lstStyle/>
        <a:p>
          <a:r>
            <a:rPr lang="en-US" b="0" i="0" baseline="0"/>
            <a:t>Reinforcement learning-based network coding for dynamic wireless environments by Anderson, M., &amp; Taylor, L. (2024). </a:t>
          </a:r>
          <a:endParaRPr lang="en-US"/>
        </a:p>
      </dgm:t>
    </dgm:pt>
    <dgm:pt modelId="{3721D1C5-3132-45D6-B8F2-6B2215A106F9}" type="parTrans" cxnId="{46BA4FCE-7EE1-4A35-8301-5E32EB07B4F3}">
      <dgm:prSet/>
      <dgm:spPr/>
      <dgm:t>
        <a:bodyPr/>
        <a:lstStyle/>
        <a:p>
          <a:endParaRPr lang="en-US"/>
        </a:p>
      </dgm:t>
    </dgm:pt>
    <dgm:pt modelId="{55767D2D-E873-47DD-93BD-6A5AC9A9F378}" type="sibTrans" cxnId="{46BA4FCE-7EE1-4A35-8301-5E32EB07B4F3}">
      <dgm:prSet/>
      <dgm:spPr/>
      <dgm:t>
        <a:bodyPr/>
        <a:lstStyle/>
        <a:p>
          <a:endParaRPr lang="en-US"/>
        </a:p>
      </dgm:t>
    </dgm:pt>
    <dgm:pt modelId="{D04C833D-4BCE-425E-A624-7857A1106FCF}" type="pres">
      <dgm:prSet presAssocID="{DD30FFC6-FD9E-43BF-8C02-071681151BF1}" presName="diagram" presStyleCnt="0">
        <dgm:presLayoutVars>
          <dgm:dir/>
          <dgm:resizeHandles val="exact"/>
        </dgm:presLayoutVars>
      </dgm:prSet>
      <dgm:spPr/>
    </dgm:pt>
    <dgm:pt modelId="{06B2FF96-F53B-48DC-918F-3B0A00671942}" type="pres">
      <dgm:prSet presAssocID="{EF0DC7E6-3D93-4379-A3FE-EE3DA9B8B0DF}" presName="node" presStyleLbl="node1" presStyleIdx="0" presStyleCnt="16">
        <dgm:presLayoutVars>
          <dgm:bulletEnabled val="1"/>
        </dgm:presLayoutVars>
      </dgm:prSet>
      <dgm:spPr/>
    </dgm:pt>
    <dgm:pt modelId="{3EA1D6CD-65E1-4249-8347-31B158155915}" type="pres">
      <dgm:prSet presAssocID="{6AF3F1C2-5FBB-4CD0-B3C8-EDB3B70E5B9C}" presName="sibTrans" presStyleCnt="0"/>
      <dgm:spPr/>
    </dgm:pt>
    <dgm:pt modelId="{CF8000F6-8317-4EA6-B689-14F64D7AED97}" type="pres">
      <dgm:prSet presAssocID="{642034CC-10BD-4E53-BBDF-4C58A55DF127}" presName="node" presStyleLbl="node1" presStyleIdx="1" presStyleCnt="16">
        <dgm:presLayoutVars>
          <dgm:bulletEnabled val="1"/>
        </dgm:presLayoutVars>
      </dgm:prSet>
      <dgm:spPr/>
    </dgm:pt>
    <dgm:pt modelId="{EAADDE62-75AB-4EC5-858C-0D036E2763B1}" type="pres">
      <dgm:prSet presAssocID="{4B2B35A9-76B4-4446-B89A-4D9397B0392B}" presName="sibTrans" presStyleCnt="0"/>
      <dgm:spPr/>
    </dgm:pt>
    <dgm:pt modelId="{90044010-D6E2-4CCA-A170-2EA02C5A5AB5}" type="pres">
      <dgm:prSet presAssocID="{2DFE7F7E-4AA4-4165-A4D1-B90AD05D56E7}" presName="node" presStyleLbl="node1" presStyleIdx="2" presStyleCnt="16">
        <dgm:presLayoutVars>
          <dgm:bulletEnabled val="1"/>
        </dgm:presLayoutVars>
      </dgm:prSet>
      <dgm:spPr/>
    </dgm:pt>
    <dgm:pt modelId="{70C814A3-101A-42C4-B1E8-0CBB04020E91}" type="pres">
      <dgm:prSet presAssocID="{7FFC3D90-F97A-41FD-BD1E-897CB017C3A2}" presName="sibTrans" presStyleCnt="0"/>
      <dgm:spPr/>
    </dgm:pt>
    <dgm:pt modelId="{5B06B70D-0AE1-4E20-869F-5E9B26175F87}" type="pres">
      <dgm:prSet presAssocID="{629741E0-317C-43CC-B995-FCE4D399C258}" presName="node" presStyleLbl="node1" presStyleIdx="3" presStyleCnt="16">
        <dgm:presLayoutVars>
          <dgm:bulletEnabled val="1"/>
        </dgm:presLayoutVars>
      </dgm:prSet>
      <dgm:spPr/>
    </dgm:pt>
    <dgm:pt modelId="{109F6D4F-96D1-4F44-8586-45132D5C699F}" type="pres">
      <dgm:prSet presAssocID="{05F9B54D-46C3-4BAC-834B-BDBBFFD769A0}" presName="sibTrans" presStyleCnt="0"/>
      <dgm:spPr/>
    </dgm:pt>
    <dgm:pt modelId="{88E69DE9-866A-4139-8106-05BF775A0555}" type="pres">
      <dgm:prSet presAssocID="{C21CCDE2-7358-4730-AD1B-9264CBA3C7C3}" presName="node" presStyleLbl="node1" presStyleIdx="4" presStyleCnt="16">
        <dgm:presLayoutVars>
          <dgm:bulletEnabled val="1"/>
        </dgm:presLayoutVars>
      </dgm:prSet>
      <dgm:spPr/>
    </dgm:pt>
    <dgm:pt modelId="{08A16277-1A35-4508-822E-B3FC62E82785}" type="pres">
      <dgm:prSet presAssocID="{EFC56C23-482E-49F6-A696-E1E946AC9D15}" presName="sibTrans" presStyleCnt="0"/>
      <dgm:spPr/>
    </dgm:pt>
    <dgm:pt modelId="{190A938F-F251-4177-9823-DDD4280E18E2}" type="pres">
      <dgm:prSet presAssocID="{76141FEF-BC8E-4624-889B-6BF356F2D22C}" presName="node" presStyleLbl="node1" presStyleIdx="5" presStyleCnt="16">
        <dgm:presLayoutVars>
          <dgm:bulletEnabled val="1"/>
        </dgm:presLayoutVars>
      </dgm:prSet>
      <dgm:spPr/>
    </dgm:pt>
    <dgm:pt modelId="{7CBC77ED-0554-405B-935F-E8A71E40AA37}" type="pres">
      <dgm:prSet presAssocID="{97D9E5B6-C443-4FCD-B909-BB59CAFCDEB9}" presName="sibTrans" presStyleCnt="0"/>
      <dgm:spPr/>
    </dgm:pt>
    <dgm:pt modelId="{41525F1F-9231-460E-801B-FFF686A1A948}" type="pres">
      <dgm:prSet presAssocID="{8DD8A2CB-4C09-4937-B6EE-3D671AFBD8E5}" presName="node" presStyleLbl="node1" presStyleIdx="6" presStyleCnt="16">
        <dgm:presLayoutVars>
          <dgm:bulletEnabled val="1"/>
        </dgm:presLayoutVars>
      </dgm:prSet>
      <dgm:spPr/>
    </dgm:pt>
    <dgm:pt modelId="{07AC57E6-403B-42AC-A1D8-C75481480CD7}" type="pres">
      <dgm:prSet presAssocID="{C7A48087-395C-4AFD-9943-8AB81011BDF4}" presName="sibTrans" presStyleCnt="0"/>
      <dgm:spPr/>
    </dgm:pt>
    <dgm:pt modelId="{6DA0699F-5FA1-43E2-9FFF-15BABEEA733F}" type="pres">
      <dgm:prSet presAssocID="{58E033D3-BFEF-43AF-B5CB-EE2D5372D6C8}" presName="node" presStyleLbl="node1" presStyleIdx="7" presStyleCnt="16">
        <dgm:presLayoutVars>
          <dgm:bulletEnabled val="1"/>
        </dgm:presLayoutVars>
      </dgm:prSet>
      <dgm:spPr/>
    </dgm:pt>
    <dgm:pt modelId="{BB46948D-4FA6-481E-B8AA-7655503D8990}" type="pres">
      <dgm:prSet presAssocID="{0DFDAB77-AE56-4EB3-AF7C-1F5680A3779E}" presName="sibTrans" presStyleCnt="0"/>
      <dgm:spPr/>
    </dgm:pt>
    <dgm:pt modelId="{19E99256-E672-4EA6-899E-1E560D0C9932}" type="pres">
      <dgm:prSet presAssocID="{FBC99EA9-B116-4895-952E-50888658A9F1}" presName="node" presStyleLbl="node1" presStyleIdx="8" presStyleCnt="16">
        <dgm:presLayoutVars>
          <dgm:bulletEnabled val="1"/>
        </dgm:presLayoutVars>
      </dgm:prSet>
      <dgm:spPr/>
    </dgm:pt>
    <dgm:pt modelId="{4C281E27-98DB-473A-8705-554B6D2A2FFA}" type="pres">
      <dgm:prSet presAssocID="{402BC822-3E4C-4DC9-9AF7-4D39C93A3559}" presName="sibTrans" presStyleCnt="0"/>
      <dgm:spPr/>
    </dgm:pt>
    <dgm:pt modelId="{D3A8C185-CDE4-4728-9183-7229A0039BA2}" type="pres">
      <dgm:prSet presAssocID="{CF97EF0C-5369-401C-95F9-E844BC01E92B}" presName="node" presStyleLbl="node1" presStyleIdx="9" presStyleCnt="16">
        <dgm:presLayoutVars>
          <dgm:bulletEnabled val="1"/>
        </dgm:presLayoutVars>
      </dgm:prSet>
      <dgm:spPr/>
    </dgm:pt>
    <dgm:pt modelId="{ED9F9EC8-7E2D-4A37-A4E3-21CC304A2E4B}" type="pres">
      <dgm:prSet presAssocID="{5C28F433-02CF-4E33-AAE9-D9B19DFE446B}" presName="sibTrans" presStyleCnt="0"/>
      <dgm:spPr/>
    </dgm:pt>
    <dgm:pt modelId="{C808C55F-2EC1-4B97-A04D-7FF335564DD9}" type="pres">
      <dgm:prSet presAssocID="{CFDF64C4-E7C4-4749-BC9F-5CECA76D3B75}" presName="node" presStyleLbl="node1" presStyleIdx="10" presStyleCnt="16">
        <dgm:presLayoutVars>
          <dgm:bulletEnabled val="1"/>
        </dgm:presLayoutVars>
      </dgm:prSet>
      <dgm:spPr/>
    </dgm:pt>
    <dgm:pt modelId="{C27EC6C3-0247-4400-B3FA-C37957CE37E1}" type="pres">
      <dgm:prSet presAssocID="{EC01A89D-2B3C-4131-8193-FC065852FF24}" presName="sibTrans" presStyleCnt="0"/>
      <dgm:spPr/>
    </dgm:pt>
    <dgm:pt modelId="{8136604B-5354-405A-9CF3-A87CCE36A4F9}" type="pres">
      <dgm:prSet presAssocID="{A44476F9-2318-4D3B-A30E-63A703175791}" presName="node" presStyleLbl="node1" presStyleIdx="11" presStyleCnt="16">
        <dgm:presLayoutVars>
          <dgm:bulletEnabled val="1"/>
        </dgm:presLayoutVars>
      </dgm:prSet>
      <dgm:spPr/>
    </dgm:pt>
    <dgm:pt modelId="{AE9D9AC1-4C72-45F1-AA0E-676006A35C54}" type="pres">
      <dgm:prSet presAssocID="{B1474A68-B58D-4869-9B02-B468C46A07A6}" presName="sibTrans" presStyleCnt="0"/>
      <dgm:spPr/>
    </dgm:pt>
    <dgm:pt modelId="{CF2993F7-83B1-4328-9B07-8590E0D43610}" type="pres">
      <dgm:prSet presAssocID="{C57DDCF6-C04F-4071-8010-264E13E80E60}" presName="node" presStyleLbl="node1" presStyleIdx="12" presStyleCnt="16">
        <dgm:presLayoutVars>
          <dgm:bulletEnabled val="1"/>
        </dgm:presLayoutVars>
      </dgm:prSet>
      <dgm:spPr/>
    </dgm:pt>
    <dgm:pt modelId="{E374ECD2-7A15-4014-BFEF-627751A8A9E3}" type="pres">
      <dgm:prSet presAssocID="{3FD7B54A-B0AD-48C8-BDD3-6C1E7192574B}" presName="sibTrans" presStyleCnt="0"/>
      <dgm:spPr/>
    </dgm:pt>
    <dgm:pt modelId="{2AE464CF-C175-4FEC-BBAE-9B23E7CEBA33}" type="pres">
      <dgm:prSet presAssocID="{CB4F1E0C-911E-4FB4-9FA4-4C0EDA374050}" presName="node" presStyleLbl="node1" presStyleIdx="13" presStyleCnt="16">
        <dgm:presLayoutVars>
          <dgm:bulletEnabled val="1"/>
        </dgm:presLayoutVars>
      </dgm:prSet>
      <dgm:spPr/>
    </dgm:pt>
    <dgm:pt modelId="{46F89997-FDA0-4B82-A035-5D12D53B7FBD}" type="pres">
      <dgm:prSet presAssocID="{A3B755CC-F975-46F3-BDF2-8CF7FCE6D4E9}" presName="sibTrans" presStyleCnt="0"/>
      <dgm:spPr/>
    </dgm:pt>
    <dgm:pt modelId="{3208E60A-7BE2-472A-8719-F40714182F9C}" type="pres">
      <dgm:prSet presAssocID="{14F4C4A8-2A55-4CD9-847E-7EC63EC811A5}" presName="node" presStyleLbl="node1" presStyleIdx="14" presStyleCnt="16">
        <dgm:presLayoutVars>
          <dgm:bulletEnabled val="1"/>
        </dgm:presLayoutVars>
      </dgm:prSet>
      <dgm:spPr/>
    </dgm:pt>
    <dgm:pt modelId="{281A8B4D-46DD-4B6D-A93D-BC8A46478FF9}" type="pres">
      <dgm:prSet presAssocID="{2D7224E4-9509-4621-8761-4689F3FD7F3A}" presName="sibTrans" presStyleCnt="0"/>
      <dgm:spPr/>
    </dgm:pt>
    <dgm:pt modelId="{E89402D4-2AD2-47A1-9949-69281B28DB85}" type="pres">
      <dgm:prSet presAssocID="{A38F4945-ADFD-427B-A6DC-922A5E7AA0E8}" presName="node" presStyleLbl="node1" presStyleIdx="15" presStyleCnt="16">
        <dgm:presLayoutVars>
          <dgm:bulletEnabled val="1"/>
        </dgm:presLayoutVars>
      </dgm:prSet>
      <dgm:spPr/>
    </dgm:pt>
  </dgm:ptLst>
  <dgm:cxnLst>
    <dgm:cxn modelId="{95D7D209-1811-479D-98CB-212ADB9DD4C8}" srcId="{DD30FFC6-FD9E-43BF-8C02-071681151BF1}" destId="{CFDF64C4-E7C4-4749-BC9F-5CECA76D3B75}" srcOrd="10" destOrd="0" parTransId="{E4EFC3BF-37D8-4433-80C6-E026227384CF}" sibTransId="{EC01A89D-2B3C-4131-8193-FC065852FF24}"/>
    <dgm:cxn modelId="{4223C21B-4325-494C-BE51-3BBE897B27F9}" srcId="{DD30FFC6-FD9E-43BF-8C02-071681151BF1}" destId="{76141FEF-BC8E-4624-889B-6BF356F2D22C}" srcOrd="5" destOrd="0" parTransId="{2BDE3CDE-577E-44BF-A051-D22E0E9EEA1E}" sibTransId="{97D9E5B6-C443-4FCD-B909-BB59CAFCDEB9}"/>
    <dgm:cxn modelId="{FEEA911C-2422-4399-A4BF-8BF23A4E1659}" type="presOf" srcId="{EF0DC7E6-3D93-4379-A3FE-EE3DA9B8B0DF}" destId="{06B2FF96-F53B-48DC-918F-3B0A00671942}" srcOrd="0" destOrd="0" presId="urn:microsoft.com/office/officeart/2005/8/layout/default"/>
    <dgm:cxn modelId="{896DE927-4F02-4DC9-85F8-A3A9FCB9456C}" type="presOf" srcId="{CF97EF0C-5369-401C-95F9-E844BC01E92B}" destId="{D3A8C185-CDE4-4728-9183-7229A0039BA2}" srcOrd="0" destOrd="0" presId="urn:microsoft.com/office/officeart/2005/8/layout/default"/>
    <dgm:cxn modelId="{E2CE6628-11FA-494C-AB05-3EB59B760991}" srcId="{DD30FFC6-FD9E-43BF-8C02-071681151BF1}" destId="{A44476F9-2318-4D3B-A30E-63A703175791}" srcOrd="11" destOrd="0" parTransId="{E4C8E64A-6D63-4892-98EA-5FF2AFE573FF}" sibTransId="{B1474A68-B58D-4869-9B02-B468C46A07A6}"/>
    <dgm:cxn modelId="{FE2F8A29-4044-440C-B95F-2213551BAC9E}" type="presOf" srcId="{8DD8A2CB-4C09-4937-B6EE-3D671AFBD8E5}" destId="{41525F1F-9231-460E-801B-FFF686A1A948}" srcOrd="0" destOrd="0" presId="urn:microsoft.com/office/officeart/2005/8/layout/default"/>
    <dgm:cxn modelId="{F293E52B-0E12-420D-A924-2ACC93417A5E}" type="presOf" srcId="{14F4C4A8-2A55-4CD9-847E-7EC63EC811A5}" destId="{3208E60A-7BE2-472A-8719-F40714182F9C}" srcOrd="0" destOrd="0" presId="urn:microsoft.com/office/officeart/2005/8/layout/default"/>
    <dgm:cxn modelId="{389B0C40-A0E5-4361-AEFA-FDB5EB7DA7DA}" srcId="{DD30FFC6-FD9E-43BF-8C02-071681151BF1}" destId="{642034CC-10BD-4E53-BBDF-4C58A55DF127}" srcOrd="1" destOrd="0" parTransId="{1B444725-E989-4A2C-ABDF-838B390EE7AD}" sibTransId="{4B2B35A9-76B4-4446-B89A-4D9397B0392B}"/>
    <dgm:cxn modelId="{D089C55B-30E8-4A5C-86E3-093D425A3C1F}" srcId="{DD30FFC6-FD9E-43BF-8C02-071681151BF1}" destId="{8DD8A2CB-4C09-4937-B6EE-3D671AFBD8E5}" srcOrd="6" destOrd="0" parTransId="{9708FCA6-C151-4309-950C-64F08069A445}" sibTransId="{C7A48087-395C-4AFD-9943-8AB81011BDF4}"/>
    <dgm:cxn modelId="{2ED0B460-7D74-4503-B6AF-A9FABD4381F8}" srcId="{DD30FFC6-FD9E-43BF-8C02-071681151BF1}" destId="{FBC99EA9-B116-4895-952E-50888658A9F1}" srcOrd="8" destOrd="0" parTransId="{7281D232-5540-4D76-9382-ADBC1B3BC848}" sibTransId="{402BC822-3E4C-4DC9-9AF7-4D39C93A3559}"/>
    <dgm:cxn modelId="{FD463D66-E661-4AF2-8C5E-06B824B86539}" srcId="{DD30FFC6-FD9E-43BF-8C02-071681151BF1}" destId="{EF0DC7E6-3D93-4379-A3FE-EE3DA9B8B0DF}" srcOrd="0" destOrd="0" parTransId="{5FC485D9-A053-431A-A87A-8C3480BD6968}" sibTransId="{6AF3F1C2-5FBB-4CD0-B3C8-EDB3B70E5B9C}"/>
    <dgm:cxn modelId="{0CE7706A-86DB-4F7C-A080-848A797766DA}" type="presOf" srcId="{629741E0-317C-43CC-B995-FCE4D399C258}" destId="{5B06B70D-0AE1-4E20-869F-5E9B26175F87}" srcOrd="0" destOrd="0" presId="urn:microsoft.com/office/officeart/2005/8/layout/default"/>
    <dgm:cxn modelId="{307F544C-2765-46E6-B6DF-C2205ECC397F}" srcId="{DD30FFC6-FD9E-43BF-8C02-071681151BF1}" destId="{58E033D3-BFEF-43AF-B5CB-EE2D5372D6C8}" srcOrd="7" destOrd="0" parTransId="{BF05087C-4E09-4590-9FEC-F5A2B37D71C4}" sibTransId="{0DFDAB77-AE56-4EB3-AF7C-1F5680A3779E}"/>
    <dgm:cxn modelId="{FE81ED4D-108B-40EA-9805-33719E3064D3}" type="presOf" srcId="{C57DDCF6-C04F-4071-8010-264E13E80E60}" destId="{CF2993F7-83B1-4328-9B07-8590E0D43610}" srcOrd="0" destOrd="0" presId="urn:microsoft.com/office/officeart/2005/8/layout/default"/>
    <dgm:cxn modelId="{87F39E6E-A73A-40B9-B33E-6FB22EBC8916}" srcId="{DD30FFC6-FD9E-43BF-8C02-071681151BF1}" destId="{14F4C4A8-2A55-4CD9-847E-7EC63EC811A5}" srcOrd="14" destOrd="0" parTransId="{3CDB782F-2AB8-4805-AA9E-BCE7F5CDE13F}" sibTransId="{2D7224E4-9509-4621-8761-4689F3FD7F3A}"/>
    <dgm:cxn modelId="{97BE5857-0488-4D45-9A97-58EC04A2E22B}" type="presOf" srcId="{FBC99EA9-B116-4895-952E-50888658A9F1}" destId="{19E99256-E672-4EA6-899E-1E560D0C9932}" srcOrd="0" destOrd="0" presId="urn:microsoft.com/office/officeart/2005/8/layout/default"/>
    <dgm:cxn modelId="{AC743C79-FDA6-4874-8A11-3E444D7A556A}" srcId="{DD30FFC6-FD9E-43BF-8C02-071681151BF1}" destId="{C21CCDE2-7358-4730-AD1B-9264CBA3C7C3}" srcOrd="4" destOrd="0" parTransId="{C381177D-56CA-4917-AEBC-A4DAB8642F30}" sibTransId="{EFC56C23-482E-49F6-A696-E1E946AC9D15}"/>
    <dgm:cxn modelId="{2385A68F-ED15-44A8-A15A-CA304E91E4CD}" type="presOf" srcId="{CFDF64C4-E7C4-4749-BC9F-5CECA76D3B75}" destId="{C808C55F-2EC1-4B97-A04D-7FF335564DD9}" srcOrd="0" destOrd="0" presId="urn:microsoft.com/office/officeart/2005/8/layout/default"/>
    <dgm:cxn modelId="{E2916A92-E4CA-4026-B082-DD64F0D76116}" srcId="{DD30FFC6-FD9E-43BF-8C02-071681151BF1}" destId="{629741E0-317C-43CC-B995-FCE4D399C258}" srcOrd="3" destOrd="0" parTransId="{24917A57-6129-46BA-BB0B-F6E2E95BDD70}" sibTransId="{05F9B54D-46C3-4BAC-834B-BDBBFFD769A0}"/>
    <dgm:cxn modelId="{7997CB95-E1AC-49ED-9A08-8CFAC7114766}" srcId="{DD30FFC6-FD9E-43BF-8C02-071681151BF1}" destId="{CF97EF0C-5369-401C-95F9-E844BC01E92B}" srcOrd="9" destOrd="0" parTransId="{D44659D0-D59B-46C2-BD06-124DCDE98EAA}" sibTransId="{5C28F433-02CF-4E33-AAE9-D9B19DFE446B}"/>
    <dgm:cxn modelId="{556161A1-688A-473A-B265-5076F79B0765}" type="presOf" srcId="{A38F4945-ADFD-427B-A6DC-922A5E7AA0E8}" destId="{E89402D4-2AD2-47A1-9949-69281B28DB85}" srcOrd="0" destOrd="0" presId="urn:microsoft.com/office/officeart/2005/8/layout/default"/>
    <dgm:cxn modelId="{010819AD-9C3B-492C-B4ED-7E9A058C9B16}" type="presOf" srcId="{2DFE7F7E-4AA4-4165-A4D1-B90AD05D56E7}" destId="{90044010-D6E2-4CCA-A170-2EA02C5A5AB5}" srcOrd="0" destOrd="0" presId="urn:microsoft.com/office/officeart/2005/8/layout/default"/>
    <dgm:cxn modelId="{CFEB74BD-D7BF-484E-B6E8-F785002FA6AA}" srcId="{DD30FFC6-FD9E-43BF-8C02-071681151BF1}" destId="{CB4F1E0C-911E-4FB4-9FA4-4C0EDA374050}" srcOrd="13" destOrd="0" parTransId="{B619C97E-1E3E-4E25-AB72-2212A2DC8D3B}" sibTransId="{A3B755CC-F975-46F3-BDF2-8CF7FCE6D4E9}"/>
    <dgm:cxn modelId="{46BA4FCE-7EE1-4A35-8301-5E32EB07B4F3}" srcId="{DD30FFC6-FD9E-43BF-8C02-071681151BF1}" destId="{A38F4945-ADFD-427B-A6DC-922A5E7AA0E8}" srcOrd="15" destOrd="0" parTransId="{3721D1C5-3132-45D6-B8F2-6B2215A106F9}" sibTransId="{55767D2D-E873-47DD-93BD-6A5AC9A9F378}"/>
    <dgm:cxn modelId="{19EC9FD6-65AA-4772-B149-6B237B1026DA}" type="presOf" srcId="{A44476F9-2318-4D3B-A30E-63A703175791}" destId="{8136604B-5354-405A-9CF3-A87CCE36A4F9}" srcOrd="0" destOrd="0" presId="urn:microsoft.com/office/officeart/2005/8/layout/default"/>
    <dgm:cxn modelId="{0F9842DF-F988-4463-B7B7-078212941A09}" type="presOf" srcId="{642034CC-10BD-4E53-BBDF-4C58A55DF127}" destId="{CF8000F6-8317-4EA6-B689-14F64D7AED97}" srcOrd="0" destOrd="0" presId="urn:microsoft.com/office/officeart/2005/8/layout/default"/>
    <dgm:cxn modelId="{E627C4E7-EDBA-4021-A4F9-582F1D9D49F2}" type="presOf" srcId="{76141FEF-BC8E-4624-889B-6BF356F2D22C}" destId="{190A938F-F251-4177-9823-DDD4280E18E2}" srcOrd="0" destOrd="0" presId="urn:microsoft.com/office/officeart/2005/8/layout/default"/>
    <dgm:cxn modelId="{2C5D67EC-2C64-4135-B51E-74E40FDEED53}" type="presOf" srcId="{DD30FFC6-FD9E-43BF-8C02-071681151BF1}" destId="{D04C833D-4BCE-425E-A624-7857A1106FCF}" srcOrd="0" destOrd="0" presId="urn:microsoft.com/office/officeart/2005/8/layout/default"/>
    <dgm:cxn modelId="{1E5DDFF1-48B5-4483-85E5-3E6F2F6D9BC1}" type="presOf" srcId="{58E033D3-BFEF-43AF-B5CB-EE2D5372D6C8}" destId="{6DA0699F-5FA1-43E2-9FFF-15BABEEA733F}" srcOrd="0" destOrd="0" presId="urn:microsoft.com/office/officeart/2005/8/layout/default"/>
    <dgm:cxn modelId="{7EBDEFF6-435C-4A15-A8A8-89C0D76F2042}" type="presOf" srcId="{C21CCDE2-7358-4730-AD1B-9264CBA3C7C3}" destId="{88E69DE9-866A-4139-8106-05BF775A0555}" srcOrd="0" destOrd="0" presId="urn:microsoft.com/office/officeart/2005/8/layout/default"/>
    <dgm:cxn modelId="{28FF08FA-D937-4FDC-8B9C-4E19AF8A7DC3}" type="presOf" srcId="{CB4F1E0C-911E-4FB4-9FA4-4C0EDA374050}" destId="{2AE464CF-C175-4FEC-BBAE-9B23E7CEBA33}" srcOrd="0" destOrd="0" presId="urn:microsoft.com/office/officeart/2005/8/layout/default"/>
    <dgm:cxn modelId="{342ED6FA-86F5-4FBC-8B32-6CE1CDC06BEE}" srcId="{DD30FFC6-FD9E-43BF-8C02-071681151BF1}" destId="{2DFE7F7E-4AA4-4165-A4D1-B90AD05D56E7}" srcOrd="2" destOrd="0" parTransId="{BC19D18D-CF4E-45A9-8C2A-3F20ED4823AB}" sibTransId="{7FFC3D90-F97A-41FD-BD1E-897CB017C3A2}"/>
    <dgm:cxn modelId="{331AD1FB-2E1F-4DA0-A622-5E8B21E0E566}" srcId="{DD30FFC6-FD9E-43BF-8C02-071681151BF1}" destId="{C57DDCF6-C04F-4071-8010-264E13E80E60}" srcOrd="12" destOrd="0" parTransId="{E47D1675-186F-45CF-8A6F-F585735A283F}" sibTransId="{3FD7B54A-B0AD-48C8-BDD3-6C1E7192574B}"/>
    <dgm:cxn modelId="{F39C1D4A-5703-4206-8597-2197988F2A35}" type="presParOf" srcId="{D04C833D-4BCE-425E-A624-7857A1106FCF}" destId="{06B2FF96-F53B-48DC-918F-3B0A00671942}" srcOrd="0" destOrd="0" presId="urn:microsoft.com/office/officeart/2005/8/layout/default"/>
    <dgm:cxn modelId="{A617A9B9-7B48-40FB-B26E-C54654437C96}" type="presParOf" srcId="{D04C833D-4BCE-425E-A624-7857A1106FCF}" destId="{3EA1D6CD-65E1-4249-8347-31B158155915}" srcOrd="1" destOrd="0" presId="urn:microsoft.com/office/officeart/2005/8/layout/default"/>
    <dgm:cxn modelId="{BF5C0029-6973-40A5-84CB-938EE6FD262E}" type="presParOf" srcId="{D04C833D-4BCE-425E-A624-7857A1106FCF}" destId="{CF8000F6-8317-4EA6-B689-14F64D7AED97}" srcOrd="2" destOrd="0" presId="urn:microsoft.com/office/officeart/2005/8/layout/default"/>
    <dgm:cxn modelId="{AA1445DB-22A2-488E-B094-AFBD7575C7A4}" type="presParOf" srcId="{D04C833D-4BCE-425E-A624-7857A1106FCF}" destId="{EAADDE62-75AB-4EC5-858C-0D036E2763B1}" srcOrd="3" destOrd="0" presId="urn:microsoft.com/office/officeart/2005/8/layout/default"/>
    <dgm:cxn modelId="{3A744ABE-67E2-4A91-8E26-597150D2A329}" type="presParOf" srcId="{D04C833D-4BCE-425E-A624-7857A1106FCF}" destId="{90044010-D6E2-4CCA-A170-2EA02C5A5AB5}" srcOrd="4" destOrd="0" presId="urn:microsoft.com/office/officeart/2005/8/layout/default"/>
    <dgm:cxn modelId="{C8FCAA88-FE2E-4C7F-ACC9-59FDE205FC20}" type="presParOf" srcId="{D04C833D-4BCE-425E-A624-7857A1106FCF}" destId="{70C814A3-101A-42C4-B1E8-0CBB04020E91}" srcOrd="5" destOrd="0" presId="urn:microsoft.com/office/officeart/2005/8/layout/default"/>
    <dgm:cxn modelId="{4877DD1F-02EB-4607-A849-4EC316B30915}" type="presParOf" srcId="{D04C833D-4BCE-425E-A624-7857A1106FCF}" destId="{5B06B70D-0AE1-4E20-869F-5E9B26175F87}" srcOrd="6" destOrd="0" presId="urn:microsoft.com/office/officeart/2005/8/layout/default"/>
    <dgm:cxn modelId="{F1A46B4B-5FE7-40FD-ACF4-09FFB04EDF38}" type="presParOf" srcId="{D04C833D-4BCE-425E-A624-7857A1106FCF}" destId="{109F6D4F-96D1-4F44-8586-45132D5C699F}" srcOrd="7" destOrd="0" presId="urn:microsoft.com/office/officeart/2005/8/layout/default"/>
    <dgm:cxn modelId="{6A5E4AE8-4D58-4FF9-BA32-C8918DDA02E7}" type="presParOf" srcId="{D04C833D-4BCE-425E-A624-7857A1106FCF}" destId="{88E69DE9-866A-4139-8106-05BF775A0555}" srcOrd="8" destOrd="0" presId="urn:microsoft.com/office/officeart/2005/8/layout/default"/>
    <dgm:cxn modelId="{3036E3CA-A051-45A5-88DB-EF58522CA6F9}" type="presParOf" srcId="{D04C833D-4BCE-425E-A624-7857A1106FCF}" destId="{08A16277-1A35-4508-822E-B3FC62E82785}" srcOrd="9" destOrd="0" presId="urn:microsoft.com/office/officeart/2005/8/layout/default"/>
    <dgm:cxn modelId="{B57F81C2-92FF-4BCE-989E-A5AC8F47FA83}" type="presParOf" srcId="{D04C833D-4BCE-425E-A624-7857A1106FCF}" destId="{190A938F-F251-4177-9823-DDD4280E18E2}" srcOrd="10" destOrd="0" presId="urn:microsoft.com/office/officeart/2005/8/layout/default"/>
    <dgm:cxn modelId="{2081F083-2147-4E09-BE8E-9E4C97112686}" type="presParOf" srcId="{D04C833D-4BCE-425E-A624-7857A1106FCF}" destId="{7CBC77ED-0554-405B-935F-E8A71E40AA37}" srcOrd="11" destOrd="0" presId="urn:microsoft.com/office/officeart/2005/8/layout/default"/>
    <dgm:cxn modelId="{DA64CAF4-DD5E-4497-A73B-D7883380E000}" type="presParOf" srcId="{D04C833D-4BCE-425E-A624-7857A1106FCF}" destId="{41525F1F-9231-460E-801B-FFF686A1A948}" srcOrd="12" destOrd="0" presId="urn:microsoft.com/office/officeart/2005/8/layout/default"/>
    <dgm:cxn modelId="{49BDCAD7-4AD9-4334-84F0-E1B11BFF9696}" type="presParOf" srcId="{D04C833D-4BCE-425E-A624-7857A1106FCF}" destId="{07AC57E6-403B-42AC-A1D8-C75481480CD7}" srcOrd="13" destOrd="0" presId="urn:microsoft.com/office/officeart/2005/8/layout/default"/>
    <dgm:cxn modelId="{DC5C2194-ABE8-4199-A840-7CE3CA7B07EC}" type="presParOf" srcId="{D04C833D-4BCE-425E-A624-7857A1106FCF}" destId="{6DA0699F-5FA1-43E2-9FFF-15BABEEA733F}" srcOrd="14" destOrd="0" presId="urn:microsoft.com/office/officeart/2005/8/layout/default"/>
    <dgm:cxn modelId="{7790DD94-C8DB-4B49-8FDF-955EFE968CAD}" type="presParOf" srcId="{D04C833D-4BCE-425E-A624-7857A1106FCF}" destId="{BB46948D-4FA6-481E-B8AA-7655503D8990}" srcOrd="15" destOrd="0" presId="urn:microsoft.com/office/officeart/2005/8/layout/default"/>
    <dgm:cxn modelId="{781005C5-A36E-4F4B-960C-F737B36991ED}" type="presParOf" srcId="{D04C833D-4BCE-425E-A624-7857A1106FCF}" destId="{19E99256-E672-4EA6-899E-1E560D0C9932}" srcOrd="16" destOrd="0" presId="urn:microsoft.com/office/officeart/2005/8/layout/default"/>
    <dgm:cxn modelId="{692406F4-3148-4B75-96DC-755088961276}" type="presParOf" srcId="{D04C833D-4BCE-425E-A624-7857A1106FCF}" destId="{4C281E27-98DB-473A-8705-554B6D2A2FFA}" srcOrd="17" destOrd="0" presId="urn:microsoft.com/office/officeart/2005/8/layout/default"/>
    <dgm:cxn modelId="{4A7F3F39-679E-4F06-B944-5E2EB0254AB9}" type="presParOf" srcId="{D04C833D-4BCE-425E-A624-7857A1106FCF}" destId="{D3A8C185-CDE4-4728-9183-7229A0039BA2}" srcOrd="18" destOrd="0" presId="urn:microsoft.com/office/officeart/2005/8/layout/default"/>
    <dgm:cxn modelId="{299E5F3C-8C7C-4275-B2F3-BD0E9577530B}" type="presParOf" srcId="{D04C833D-4BCE-425E-A624-7857A1106FCF}" destId="{ED9F9EC8-7E2D-4A37-A4E3-21CC304A2E4B}" srcOrd="19" destOrd="0" presId="urn:microsoft.com/office/officeart/2005/8/layout/default"/>
    <dgm:cxn modelId="{D7D944FA-3B51-47AB-BC00-D0E98A0DAE42}" type="presParOf" srcId="{D04C833D-4BCE-425E-A624-7857A1106FCF}" destId="{C808C55F-2EC1-4B97-A04D-7FF335564DD9}" srcOrd="20" destOrd="0" presId="urn:microsoft.com/office/officeart/2005/8/layout/default"/>
    <dgm:cxn modelId="{B3422FE9-DE76-436B-8176-209072577739}" type="presParOf" srcId="{D04C833D-4BCE-425E-A624-7857A1106FCF}" destId="{C27EC6C3-0247-4400-B3FA-C37957CE37E1}" srcOrd="21" destOrd="0" presId="urn:microsoft.com/office/officeart/2005/8/layout/default"/>
    <dgm:cxn modelId="{3694471A-45DF-4476-BB6C-D0884287E2DF}" type="presParOf" srcId="{D04C833D-4BCE-425E-A624-7857A1106FCF}" destId="{8136604B-5354-405A-9CF3-A87CCE36A4F9}" srcOrd="22" destOrd="0" presId="urn:microsoft.com/office/officeart/2005/8/layout/default"/>
    <dgm:cxn modelId="{EC1A71D1-7C68-4676-914A-A2EF9CF4F37A}" type="presParOf" srcId="{D04C833D-4BCE-425E-A624-7857A1106FCF}" destId="{AE9D9AC1-4C72-45F1-AA0E-676006A35C54}" srcOrd="23" destOrd="0" presId="urn:microsoft.com/office/officeart/2005/8/layout/default"/>
    <dgm:cxn modelId="{1CA4D39A-E746-4266-9EA0-D07FD1E26CB4}" type="presParOf" srcId="{D04C833D-4BCE-425E-A624-7857A1106FCF}" destId="{CF2993F7-83B1-4328-9B07-8590E0D43610}" srcOrd="24" destOrd="0" presId="urn:microsoft.com/office/officeart/2005/8/layout/default"/>
    <dgm:cxn modelId="{917178A6-D00C-4978-AB06-3ABF9E9C5EE6}" type="presParOf" srcId="{D04C833D-4BCE-425E-A624-7857A1106FCF}" destId="{E374ECD2-7A15-4014-BFEF-627751A8A9E3}" srcOrd="25" destOrd="0" presId="urn:microsoft.com/office/officeart/2005/8/layout/default"/>
    <dgm:cxn modelId="{14E197A5-D894-40FE-9FB8-5B6227F1A733}" type="presParOf" srcId="{D04C833D-4BCE-425E-A624-7857A1106FCF}" destId="{2AE464CF-C175-4FEC-BBAE-9B23E7CEBA33}" srcOrd="26" destOrd="0" presId="urn:microsoft.com/office/officeart/2005/8/layout/default"/>
    <dgm:cxn modelId="{B366624C-690B-440A-A19D-39C6F4171035}" type="presParOf" srcId="{D04C833D-4BCE-425E-A624-7857A1106FCF}" destId="{46F89997-FDA0-4B82-A035-5D12D53B7FBD}" srcOrd="27" destOrd="0" presId="urn:microsoft.com/office/officeart/2005/8/layout/default"/>
    <dgm:cxn modelId="{5399A235-EBB6-45DE-8B1F-C0862BFF06BC}" type="presParOf" srcId="{D04C833D-4BCE-425E-A624-7857A1106FCF}" destId="{3208E60A-7BE2-472A-8719-F40714182F9C}" srcOrd="28" destOrd="0" presId="urn:microsoft.com/office/officeart/2005/8/layout/default"/>
    <dgm:cxn modelId="{2AB87E67-56E0-4042-8A26-B02B4B96AAB9}" type="presParOf" srcId="{D04C833D-4BCE-425E-A624-7857A1106FCF}" destId="{281A8B4D-46DD-4B6D-A93D-BC8A46478FF9}" srcOrd="29" destOrd="0" presId="urn:microsoft.com/office/officeart/2005/8/layout/default"/>
    <dgm:cxn modelId="{2B8DCB25-3951-4BD0-84F9-A5671C8DB7D3}" type="presParOf" srcId="{D04C833D-4BCE-425E-A624-7857A1106FCF}" destId="{E89402D4-2AD2-47A1-9949-69281B28DB85}" srcOrd="3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77D044-7B22-4A79-9DD1-C9846B7568C0}"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A0843221-5877-474B-829D-6CA9185C52C3}">
      <dgm:prSet/>
      <dgm:spPr/>
      <dgm:t>
        <a:bodyPr/>
        <a:lstStyle/>
        <a:p>
          <a:r>
            <a:rPr lang="en-US"/>
            <a:t>Traditional Wireless Networks:</a:t>
          </a:r>
        </a:p>
      </dgm:t>
    </dgm:pt>
    <dgm:pt modelId="{E9E2C164-9669-4D60-B0BF-2D5E8639E053}" type="parTrans" cxnId="{545C16E2-41BE-477B-87D8-93C1500F182F}">
      <dgm:prSet/>
      <dgm:spPr/>
      <dgm:t>
        <a:bodyPr/>
        <a:lstStyle/>
        <a:p>
          <a:endParaRPr lang="en-US"/>
        </a:p>
      </dgm:t>
    </dgm:pt>
    <dgm:pt modelId="{92F44FA2-0859-40CC-B498-EF407FEC3328}" type="sibTrans" cxnId="{545C16E2-41BE-477B-87D8-93C1500F182F}">
      <dgm:prSet/>
      <dgm:spPr/>
      <dgm:t>
        <a:bodyPr/>
        <a:lstStyle/>
        <a:p>
          <a:endParaRPr lang="en-US"/>
        </a:p>
      </dgm:t>
    </dgm:pt>
    <dgm:pt modelId="{2C4EB0D5-66FF-4E73-8FAC-F08970F0E94A}">
      <dgm:prSet/>
      <dgm:spPr/>
      <dgm:t>
        <a:bodyPr/>
        <a:lstStyle/>
        <a:p>
          <a:r>
            <a:rPr lang="en-US"/>
            <a:t>"Store-and-forward" principle.</a:t>
          </a:r>
        </a:p>
      </dgm:t>
    </dgm:pt>
    <dgm:pt modelId="{AAC41A48-22CD-431C-8B7A-28DA9D251C35}" type="parTrans" cxnId="{6BAB0BB0-CF13-4C9D-AE05-AE6F6786E8BC}">
      <dgm:prSet/>
      <dgm:spPr/>
      <dgm:t>
        <a:bodyPr/>
        <a:lstStyle/>
        <a:p>
          <a:endParaRPr lang="en-US"/>
        </a:p>
      </dgm:t>
    </dgm:pt>
    <dgm:pt modelId="{51E48A4E-C46C-4F0A-8736-372CAA599623}" type="sibTrans" cxnId="{6BAB0BB0-CF13-4C9D-AE05-AE6F6786E8BC}">
      <dgm:prSet/>
      <dgm:spPr/>
      <dgm:t>
        <a:bodyPr/>
        <a:lstStyle/>
        <a:p>
          <a:endParaRPr lang="en-US"/>
        </a:p>
      </dgm:t>
    </dgm:pt>
    <dgm:pt modelId="{A88AE630-D1E9-4469-9F7B-95420C860C82}">
      <dgm:prSet/>
      <dgm:spPr/>
      <dgm:t>
        <a:bodyPr/>
        <a:lstStyle/>
        <a:p>
          <a:r>
            <a:rPr lang="en-US"/>
            <a:t>Poor utilization of network resources.</a:t>
          </a:r>
        </a:p>
      </dgm:t>
    </dgm:pt>
    <dgm:pt modelId="{3016A3B0-D93A-4525-A214-153C62AD95DF}" type="parTrans" cxnId="{96661EF8-89DD-475B-94E4-8534105EB119}">
      <dgm:prSet/>
      <dgm:spPr/>
      <dgm:t>
        <a:bodyPr/>
        <a:lstStyle/>
        <a:p>
          <a:endParaRPr lang="en-US"/>
        </a:p>
      </dgm:t>
    </dgm:pt>
    <dgm:pt modelId="{C1F14CBF-0A58-4C74-82C8-9D5C14B088BC}" type="sibTrans" cxnId="{96661EF8-89DD-475B-94E4-8534105EB119}">
      <dgm:prSet/>
      <dgm:spPr/>
      <dgm:t>
        <a:bodyPr/>
        <a:lstStyle/>
        <a:p>
          <a:endParaRPr lang="en-US"/>
        </a:p>
      </dgm:t>
    </dgm:pt>
    <dgm:pt modelId="{72FDFA6C-84DE-47DA-B32F-03D0B809DBBC}">
      <dgm:prSet/>
      <dgm:spPr/>
      <dgm:t>
        <a:bodyPr/>
        <a:lstStyle/>
        <a:p>
          <a:r>
            <a:rPr lang="en-US"/>
            <a:t>Challenges: broadcast nature, interference, limited bandwidth.</a:t>
          </a:r>
        </a:p>
      </dgm:t>
    </dgm:pt>
    <dgm:pt modelId="{23284957-5210-4BC5-A404-82B9F513863D}" type="parTrans" cxnId="{DFC0C313-EAFB-4460-A8DF-1A270A36963E}">
      <dgm:prSet/>
      <dgm:spPr/>
      <dgm:t>
        <a:bodyPr/>
        <a:lstStyle/>
        <a:p>
          <a:endParaRPr lang="en-US"/>
        </a:p>
      </dgm:t>
    </dgm:pt>
    <dgm:pt modelId="{19897416-F99D-4FD3-B377-74AFEE85037F}" type="sibTrans" cxnId="{DFC0C313-EAFB-4460-A8DF-1A270A36963E}">
      <dgm:prSet/>
      <dgm:spPr/>
      <dgm:t>
        <a:bodyPr/>
        <a:lstStyle/>
        <a:p>
          <a:endParaRPr lang="en-US"/>
        </a:p>
      </dgm:t>
    </dgm:pt>
    <dgm:pt modelId="{14AE8650-20CA-4340-B41F-AC9138E1DFCA}">
      <dgm:prSet/>
      <dgm:spPr/>
      <dgm:t>
        <a:bodyPr/>
        <a:lstStyle/>
        <a:p>
          <a:r>
            <a:rPr lang="en-US"/>
            <a:t>Introduction of Network Coding (Ahlswede et al., 2000):</a:t>
          </a:r>
        </a:p>
      </dgm:t>
    </dgm:pt>
    <dgm:pt modelId="{FA95CBD4-5D9C-4444-8C6F-206E61379E02}" type="parTrans" cxnId="{5EE0D069-8999-4857-9D68-FF03978C835D}">
      <dgm:prSet/>
      <dgm:spPr/>
      <dgm:t>
        <a:bodyPr/>
        <a:lstStyle/>
        <a:p>
          <a:endParaRPr lang="en-US"/>
        </a:p>
      </dgm:t>
    </dgm:pt>
    <dgm:pt modelId="{1CCF78D7-FFF4-44AA-ADC9-E864080F60DE}" type="sibTrans" cxnId="{5EE0D069-8999-4857-9D68-FF03978C835D}">
      <dgm:prSet/>
      <dgm:spPr/>
      <dgm:t>
        <a:bodyPr/>
        <a:lstStyle/>
        <a:p>
          <a:endParaRPr lang="en-US"/>
        </a:p>
      </dgm:t>
    </dgm:pt>
    <dgm:pt modelId="{16329C1C-798C-4D54-A183-CD10D1827E4C}">
      <dgm:prSet/>
      <dgm:spPr/>
      <dgm:t>
        <a:bodyPr/>
        <a:lstStyle/>
        <a:p>
          <a:r>
            <a:rPr lang="en-US"/>
            <a:t>Intermediate nodes combine data streams algebraically.</a:t>
          </a:r>
        </a:p>
      </dgm:t>
    </dgm:pt>
    <dgm:pt modelId="{657E331A-B2E6-4FF0-BC38-977D4935BCAF}" type="parTrans" cxnId="{A7889D8C-54F0-408B-A938-73E722AAB222}">
      <dgm:prSet/>
      <dgm:spPr/>
      <dgm:t>
        <a:bodyPr/>
        <a:lstStyle/>
        <a:p>
          <a:endParaRPr lang="en-US"/>
        </a:p>
      </dgm:t>
    </dgm:pt>
    <dgm:pt modelId="{B61FA7F5-09FD-4921-B179-61BC12557BD7}" type="sibTrans" cxnId="{A7889D8C-54F0-408B-A938-73E722AAB222}">
      <dgm:prSet/>
      <dgm:spPr/>
      <dgm:t>
        <a:bodyPr/>
        <a:lstStyle/>
        <a:p>
          <a:endParaRPr lang="en-US"/>
        </a:p>
      </dgm:t>
    </dgm:pt>
    <dgm:pt modelId="{0CE151B1-082D-452E-A261-C5256F6CCA11}">
      <dgm:prSet/>
      <dgm:spPr/>
      <dgm:t>
        <a:bodyPr/>
        <a:lstStyle/>
        <a:p>
          <a:r>
            <a:rPr lang="en-US"/>
            <a:t>Breaks the traditional paradigm.</a:t>
          </a:r>
        </a:p>
      </dgm:t>
    </dgm:pt>
    <dgm:pt modelId="{F5688415-0B0E-4C02-AB75-EB6A92DC0802}" type="parTrans" cxnId="{B5845E94-C4A6-487F-840B-A29357524BAF}">
      <dgm:prSet/>
      <dgm:spPr/>
      <dgm:t>
        <a:bodyPr/>
        <a:lstStyle/>
        <a:p>
          <a:endParaRPr lang="en-US"/>
        </a:p>
      </dgm:t>
    </dgm:pt>
    <dgm:pt modelId="{AF7B58F3-7638-4157-A3C6-25B4C1668BD9}" type="sibTrans" cxnId="{B5845E94-C4A6-487F-840B-A29357524BAF}">
      <dgm:prSet/>
      <dgm:spPr/>
      <dgm:t>
        <a:bodyPr/>
        <a:lstStyle/>
        <a:p>
          <a:endParaRPr lang="en-US"/>
        </a:p>
      </dgm:t>
    </dgm:pt>
    <dgm:pt modelId="{89004C8A-F4EC-4C0D-B2A2-31F9521D3B0F}">
      <dgm:prSet/>
      <dgm:spPr/>
      <dgm:t>
        <a:bodyPr/>
        <a:lstStyle/>
        <a:p>
          <a:r>
            <a:rPr lang="en-US"/>
            <a:t>Fundamental Change &amp; Benefits:</a:t>
          </a:r>
        </a:p>
      </dgm:t>
    </dgm:pt>
    <dgm:pt modelId="{D2F8AEE1-3A12-4AF6-8AB4-1247182FAE35}" type="parTrans" cxnId="{8A000239-CA5F-4452-A1A3-6E34D65601FC}">
      <dgm:prSet/>
      <dgm:spPr/>
      <dgm:t>
        <a:bodyPr/>
        <a:lstStyle/>
        <a:p>
          <a:endParaRPr lang="en-US"/>
        </a:p>
      </dgm:t>
    </dgm:pt>
    <dgm:pt modelId="{6D8EE869-6E6E-4AC6-90B4-D30F555E6991}" type="sibTrans" cxnId="{8A000239-CA5F-4452-A1A3-6E34D65601FC}">
      <dgm:prSet/>
      <dgm:spPr/>
      <dgm:t>
        <a:bodyPr/>
        <a:lstStyle/>
        <a:p>
          <a:endParaRPr lang="en-US"/>
        </a:p>
      </dgm:t>
    </dgm:pt>
    <dgm:pt modelId="{C3F0B64E-B06B-435F-86BA-66C58AF42158}">
      <dgm:prSet/>
      <dgm:spPr/>
      <dgm:t>
        <a:bodyPr/>
        <a:lstStyle/>
        <a:p>
          <a:r>
            <a:rPr lang="en-US"/>
            <a:t>Achieves theoretical maximum information flow (max-flow min-cut theorem).</a:t>
          </a:r>
        </a:p>
      </dgm:t>
    </dgm:pt>
    <dgm:pt modelId="{A9C38F38-9C38-4A23-83AB-9A0F9AACF504}" type="parTrans" cxnId="{0F31DC5B-8450-4A1D-A5DD-8DB1C3962680}">
      <dgm:prSet/>
      <dgm:spPr/>
      <dgm:t>
        <a:bodyPr/>
        <a:lstStyle/>
        <a:p>
          <a:endParaRPr lang="en-US"/>
        </a:p>
      </dgm:t>
    </dgm:pt>
    <dgm:pt modelId="{B88F14AC-16C9-49ED-9B7B-218CB9FAD09F}" type="sibTrans" cxnId="{0F31DC5B-8450-4A1D-A5DD-8DB1C3962680}">
      <dgm:prSet/>
      <dgm:spPr/>
      <dgm:t>
        <a:bodyPr/>
        <a:lstStyle/>
        <a:p>
          <a:endParaRPr lang="en-US"/>
        </a:p>
      </dgm:t>
    </dgm:pt>
    <dgm:pt modelId="{E5B398B9-55D2-46A8-B95C-E9DE9A3BE723}">
      <dgm:prSet/>
      <dgm:spPr/>
      <dgm:t>
        <a:bodyPr/>
        <a:lstStyle/>
        <a:p>
          <a:r>
            <a:rPr lang="en-US"/>
            <a:t>Added benefits: robustness, security, energy efficiency.</a:t>
          </a:r>
        </a:p>
      </dgm:t>
    </dgm:pt>
    <dgm:pt modelId="{57FD4215-89B2-47FD-A141-6FFA4BA5B3F0}" type="parTrans" cxnId="{777531A6-4581-4AFE-91F4-4CC8BFFCB6A6}">
      <dgm:prSet/>
      <dgm:spPr/>
      <dgm:t>
        <a:bodyPr/>
        <a:lstStyle/>
        <a:p>
          <a:endParaRPr lang="en-US"/>
        </a:p>
      </dgm:t>
    </dgm:pt>
    <dgm:pt modelId="{4185C07E-969D-4644-A10B-087AADF71036}" type="sibTrans" cxnId="{777531A6-4581-4AFE-91F4-4CC8BFFCB6A6}">
      <dgm:prSet/>
      <dgm:spPr/>
      <dgm:t>
        <a:bodyPr/>
        <a:lstStyle/>
        <a:p>
          <a:endParaRPr lang="en-US"/>
        </a:p>
      </dgm:t>
    </dgm:pt>
    <dgm:pt modelId="{7BD180DA-6C10-4777-A1D6-AE0616231D48}" type="pres">
      <dgm:prSet presAssocID="{AA77D044-7B22-4A79-9DD1-C9846B7568C0}" presName="Name0" presStyleCnt="0">
        <dgm:presLayoutVars>
          <dgm:dir/>
          <dgm:resizeHandles val="exact"/>
        </dgm:presLayoutVars>
      </dgm:prSet>
      <dgm:spPr/>
    </dgm:pt>
    <dgm:pt modelId="{4308E83B-1666-4677-A0AF-0C7DD438BD14}" type="pres">
      <dgm:prSet presAssocID="{A0843221-5877-474B-829D-6CA9185C52C3}" presName="node" presStyleLbl="node1" presStyleIdx="0" presStyleCnt="10">
        <dgm:presLayoutVars>
          <dgm:bulletEnabled val="1"/>
        </dgm:presLayoutVars>
      </dgm:prSet>
      <dgm:spPr/>
    </dgm:pt>
    <dgm:pt modelId="{E74ACB10-A338-46AD-B63E-F96EB4C4C610}" type="pres">
      <dgm:prSet presAssocID="{92F44FA2-0859-40CC-B498-EF407FEC3328}" presName="sibTrans" presStyleLbl="sibTrans1D1" presStyleIdx="0" presStyleCnt="9"/>
      <dgm:spPr/>
    </dgm:pt>
    <dgm:pt modelId="{68B2E4C8-225E-48EB-A335-4602B3DE736A}" type="pres">
      <dgm:prSet presAssocID="{92F44FA2-0859-40CC-B498-EF407FEC3328}" presName="connectorText" presStyleLbl="sibTrans1D1" presStyleIdx="0" presStyleCnt="9"/>
      <dgm:spPr/>
    </dgm:pt>
    <dgm:pt modelId="{AA8C9036-04D1-491A-AD7A-08D55CB8BBAC}" type="pres">
      <dgm:prSet presAssocID="{2C4EB0D5-66FF-4E73-8FAC-F08970F0E94A}" presName="node" presStyleLbl="node1" presStyleIdx="1" presStyleCnt="10">
        <dgm:presLayoutVars>
          <dgm:bulletEnabled val="1"/>
        </dgm:presLayoutVars>
      </dgm:prSet>
      <dgm:spPr/>
    </dgm:pt>
    <dgm:pt modelId="{DA16B3E8-29FF-41D1-9EF0-CFCAE33B1837}" type="pres">
      <dgm:prSet presAssocID="{51E48A4E-C46C-4F0A-8736-372CAA599623}" presName="sibTrans" presStyleLbl="sibTrans1D1" presStyleIdx="1" presStyleCnt="9"/>
      <dgm:spPr/>
    </dgm:pt>
    <dgm:pt modelId="{3C713CAF-8225-4967-AD88-6F309EE209C0}" type="pres">
      <dgm:prSet presAssocID="{51E48A4E-C46C-4F0A-8736-372CAA599623}" presName="connectorText" presStyleLbl="sibTrans1D1" presStyleIdx="1" presStyleCnt="9"/>
      <dgm:spPr/>
    </dgm:pt>
    <dgm:pt modelId="{F4C9CFCE-005C-4616-A83C-6C3653388D69}" type="pres">
      <dgm:prSet presAssocID="{A88AE630-D1E9-4469-9F7B-95420C860C82}" presName="node" presStyleLbl="node1" presStyleIdx="2" presStyleCnt="10">
        <dgm:presLayoutVars>
          <dgm:bulletEnabled val="1"/>
        </dgm:presLayoutVars>
      </dgm:prSet>
      <dgm:spPr/>
    </dgm:pt>
    <dgm:pt modelId="{DBC10B96-6CBD-4096-A2A1-1F6E6E563E9E}" type="pres">
      <dgm:prSet presAssocID="{C1F14CBF-0A58-4C74-82C8-9D5C14B088BC}" presName="sibTrans" presStyleLbl="sibTrans1D1" presStyleIdx="2" presStyleCnt="9"/>
      <dgm:spPr/>
    </dgm:pt>
    <dgm:pt modelId="{D463BE95-97EA-4AC3-8E9A-160D552C7B16}" type="pres">
      <dgm:prSet presAssocID="{C1F14CBF-0A58-4C74-82C8-9D5C14B088BC}" presName="connectorText" presStyleLbl="sibTrans1D1" presStyleIdx="2" presStyleCnt="9"/>
      <dgm:spPr/>
    </dgm:pt>
    <dgm:pt modelId="{C2378063-1F91-49F0-92E5-5D3AFF6171F0}" type="pres">
      <dgm:prSet presAssocID="{72FDFA6C-84DE-47DA-B32F-03D0B809DBBC}" presName="node" presStyleLbl="node1" presStyleIdx="3" presStyleCnt="10">
        <dgm:presLayoutVars>
          <dgm:bulletEnabled val="1"/>
        </dgm:presLayoutVars>
      </dgm:prSet>
      <dgm:spPr/>
    </dgm:pt>
    <dgm:pt modelId="{784110A7-B1C4-46B9-B212-6397977569A6}" type="pres">
      <dgm:prSet presAssocID="{19897416-F99D-4FD3-B377-74AFEE85037F}" presName="sibTrans" presStyleLbl="sibTrans1D1" presStyleIdx="3" presStyleCnt="9"/>
      <dgm:spPr/>
    </dgm:pt>
    <dgm:pt modelId="{F64E1549-864D-44B7-A669-6E76E842236D}" type="pres">
      <dgm:prSet presAssocID="{19897416-F99D-4FD3-B377-74AFEE85037F}" presName="connectorText" presStyleLbl="sibTrans1D1" presStyleIdx="3" presStyleCnt="9"/>
      <dgm:spPr/>
    </dgm:pt>
    <dgm:pt modelId="{5D1EE4B1-BD93-4656-AB0F-A1B91545851E}" type="pres">
      <dgm:prSet presAssocID="{14AE8650-20CA-4340-B41F-AC9138E1DFCA}" presName="node" presStyleLbl="node1" presStyleIdx="4" presStyleCnt="10">
        <dgm:presLayoutVars>
          <dgm:bulletEnabled val="1"/>
        </dgm:presLayoutVars>
      </dgm:prSet>
      <dgm:spPr/>
    </dgm:pt>
    <dgm:pt modelId="{49120021-03F6-4EBB-A855-87D0E4055026}" type="pres">
      <dgm:prSet presAssocID="{1CCF78D7-FFF4-44AA-ADC9-E864080F60DE}" presName="sibTrans" presStyleLbl="sibTrans1D1" presStyleIdx="4" presStyleCnt="9"/>
      <dgm:spPr/>
    </dgm:pt>
    <dgm:pt modelId="{8BA609C6-1507-4C4B-953C-3838E48015BA}" type="pres">
      <dgm:prSet presAssocID="{1CCF78D7-FFF4-44AA-ADC9-E864080F60DE}" presName="connectorText" presStyleLbl="sibTrans1D1" presStyleIdx="4" presStyleCnt="9"/>
      <dgm:spPr/>
    </dgm:pt>
    <dgm:pt modelId="{04C16347-9018-41D6-9739-BC658F31509A}" type="pres">
      <dgm:prSet presAssocID="{16329C1C-798C-4D54-A183-CD10D1827E4C}" presName="node" presStyleLbl="node1" presStyleIdx="5" presStyleCnt="10">
        <dgm:presLayoutVars>
          <dgm:bulletEnabled val="1"/>
        </dgm:presLayoutVars>
      </dgm:prSet>
      <dgm:spPr/>
    </dgm:pt>
    <dgm:pt modelId="{A9784A37-3CFC-4F85-881B-7A0142AD4DD7}" type="pres">
      <dgm:prSet presAssocID="{B61FA7F5-09FD-4921-B179-61BC12557BD7}" presName="sibTrans" presStyleLbl="sibTrans1D1" presStyleIdx="5" presStyleCnt="9"/>
      <dgm:spPr/>
    </dgm:pt>
    <dgm:pt modelId="{D12F350C-C48F-4D79-B86C-9DA26C609DCC}" type="pres">
      <dgm:prSet presAssocID="{B61FA7F5-09FD-4921-B179-61BC12557BD7}" presName="connectorText" presStyleLbl="sibTrans1D1" presStyleIdx="5" presStyleCnt="9"/>
      <dgm:spPr/>
    </dgm:pt>
    <dgm:pt modelId="{507C8487-7B60-4510-B638-BE120589E47E}" type="pres">
      <dgm:prSet presAssocID="{0CE151B1-082D-452E-A261-C5256F6CCA11}" presName="node" presStyleLbl="node1" presStyleIdx="6" presStyleCnt="10">
        <dgm:presLayoutVars>
          <dgm:bulletEnabled val="1"/>
        </dgm:presLayoutVars>
      </dgm:prSet>
      <dgm:spPr/>
    </dgm:pt>
    <dgm:pt modelId="{914E0328-1345-41DD-BB28-2E291A99A99D}" type="pres">
      <dgm:prSet presAssocID="{AF7B58F3-7638-4157-A3C6-25B4C1668BD9}" presName="sibTrans" presStyleLbl="sibTrans1D1" presStyleIdx="6" presStyleCnt="9"/>
      <dgm:spPr/>
    </dgm:pt>
    <dgm:pt modelId="{FBC9DE40-9DB4-4AC1-ABBA-A80805A4CB93}" type="pres">
      <dgm:prSet presAssocID="{AF7B58F3-7638-4157-A3C6-25B4C1668BD9}" presName="connectorText" presStyleLbl="sibTrans1D1" presStyleIdx="6" presStyleCnt="9"/>
      <dgm:spPr/>
    </dgm:pt>
    <dgm:pt modelId="{525DC9E6-1A75-4DF2-A1BD-93B537330D70}" type="pres">
      <dgm:prSet presAssocID="{89004C8A-F4EC-4C0D-B2A2-31F9521D3B0F}" presName="node" presStyleLbl="node1" presStyleIdx="7" presStyleCnt="10">
        <dgm:presLayoutVars>
          <dgm:bulletEnabled val="1"/>
        </dgm:presLayoutVars>
      </dgm:prSet>
      <dgm:spPr/>
    </dgm:pt>
    <dgm:pt modelId="{98634A5C-C32C-4466-992F-5CCA8645DFF3}" type="pres">
      <dgm:prSet presAssocID="{6D8EE869-6E6E-4AC6-90B4-D30F555E6991}" presName="sibTrans" presStyleLbl="sibTrans1D1" presStyleIdx="7" presStyleCnt="9"/>
      <dgm:spPr/>
    </dgm:pt>
    <dgm:pt modelId="{3527C601-4369-41C4-AA80-650112ADB247}" type="pres">
      <dgm:prSet presAssocID="{6D8EE869-6E6E-4AC6-90B4-D30F555E6991}" presName="connectorText" presStyleLbl="sibTrans1D1" presStyleIdx="7" presStyleCnt="9"/>
      <dgm:spPr/>
    </dgm:pt>
    <dgm:pt modelId="{2878BB98-A793-4149-83F2-111A234B4FB9}" type="pres">
      <dgm:prSet presAssocID="{C3F0B64E-B06B-435F-86BA-66C58AF42158}" presName="node" presStyleLbl="node1" presStyleIdx="8" presStyleCnt="10">
        <dgm:presLayoutVars>
          <dgm:bulletEnabled val="1"/>
        </dgm:presLayoutVars>
      </dgm:prSet>
      <dgm:spPr/>
    </dgm:pt>
    <dgm:pt modelId="{7D8DF1EB-D86D-4441-AB6C-0BD3BB5FE8BC}" type="pres">
      <dgm:prSet presAssocID="{B88F14AC-16C9-49ED-9B7B-218CB9FAD09F}" presName="sibTrans" presStyleLbl="sibTrans1D1" presStyleIdx="8" presStyleCnt="9"/>
      <dgm:spPr/>
    </dgm:pt>
    <dgm:pt modelId="{BA320FA4-0557-4F82-996E-FC173A835F01}" type="pres">
      <dgm:prSet presAssocID="{B88F14AC-16C9-49ED-9B7B-218CB9FAD09F}" presName="connectorText" presStyleLbl="sibTrans1D1" presStyleIdx="8" presStyleCnt="9"/>
      <dgm:spPr/>
    </dgm:pt>
    <dgm:pt modelId="{745C482C-C95D-4A5D-B367-FCAD88DF958B}" type="pres">
      <dgm:prSet presAssocID="{E5B398B9-55D2-46A8-B95C-E9DE9A3BE723}" presName="node" presStyleLbl="node1" presStyleIdx="9" presStyleCnt="10">
        <dgm:presLayoutVars>
          <dgm:bulletEnabled val="1"/>
        </dgm:presLayoutVars>
      </dgm:prSet>
      <dgm:spPr/>
    </dgm:pt>
  </dgm:ptLst>
  <dgm:cxnLst>
    <dgm:cxn modelId="{74C15B10-81C0-497D-966B-E51B32C4F90B}" type="presOf" srcId="{C1F14CBF-0A58-4C74-82C8-9D5C14B088BC}" destId="{D463BE95-97EA-4AC3-8E9A-160D552C7B16}" srcOrd="1" destOrd="0" presId="urn:microsoft.com/office/officeart/2016/7/layout/RepeatingBendingProcessNew"/>
    <dgm:cxn modelId="{DFC0C313-EAFB-4460-A8DF-1A270A36963E}" srcId="{AA77D044-7B22-4A79-9DD1-C9846B7568C0}" destId="{72FDFA6C-84DE-47DA-B32F-03D0B809DBBC}" srcOrd="3" destOrd="0" parTransId="{23284957-5210-4BC5-A404-82B9F513863D}" sibTransId="{19897416-F99D-4FD3-B377-74AFEE85037F}"/>
    <dgm:cxn modelId="{80A5DB1A-FF4E-4E9B-9C7C-78CD8FAB82BF}" type="presOf" srcId="{A0843221-5877-474B-829D-6CA9185C52C3}" destId="{4308E83B-1666-4677-A0AF-0C7DD438BD14}" srcOrd="0" destOrd="0" presId="urn:microsoft.com/office/officeart/2016/7/layout/RepeatingBendingProcessNew"/>
    <dgm:cxn modelId="{19A29122-A04C-4DF4-882F-BBD3F93310C2}" type="presOf" srcId="{AF7B58F3-7638-4157-A3C6-25B4C1668BD9}" destId="{914E0328-1345-41DD-BB28-2E291A99A99D}" srcOrd="0" destOrd="0" presId="urn:microsoft.com/office/officeart/2016/7/layout/RepeatingBendingProcessNew"/>
    <dgm:cxn modelId="{82870224-B353-4B53-B8F2-7ED99B047D7F}" type="presOf" srcId="{A88AE630-D1E9-4469-9F7B-95420C860C82}" destId="{F4C9CFCE-005C-4616-A83C-6C3653388D69}" srcOrd="0" destOrd="0" presId="urn:microsoft.com/office/officeart/2016/7/layout/RepeatingBendingProcessNew"/>
    <dgm:cxn modelId="{A5CCE428-FEE5-4CAC-949B-4B9C5250CC9F}" type="presOf" srcId="{6D8EE869-6E6E-4AC6-90B4-D30F555E6991}" destId="{98634A5C-C32C-4466-992F-5CCA8645DFF3}" srcOrd="0" destOrd="0" presId="urn:microsoft.com/office/officeart/2016/7/layout/RepeatingBendingProcessNew"/>
    <dgm:cxn modelId="{D5A6382E-B97C-433D-95D6-5452F14E29FA}" type="presOf" srcId="{92F44FA2-0859-40CC-B498-EF407FEC3328}" destId="{68B2E4C8-225E-48EB-A335-4602B3DE736A}" srcOrd="1" destOrd="0" presId="urn:microsoft.com/office/officeart/2016/7/layout/RepeatingBendingProcessNew"/>
    <dgm:cxn modelId="{DBAEA930-01BB-4516-AE41-7BE7A76A0859}" type="presOf" srcId="{B88F14AC-16C9-49ED-9B7B-218CB9FAD09F}" destId="{7D8DF1EB-D86D-4441-AB6C-0BD3BB5FE8BC}" srcOrd="0" destOrd="0" presId="urn:microsoft.com/office/officeart/2016/7/layout/RepeatingBendingProcessNew"/>
    <dgm:cxn modelId="{8A000239-CA5F-4452-A1A3-6E34D65601FC}" srcId="{AA77D044-7B22-4A79-9DD1-C9846B7568C0}" destId="{89004C8A-F4EC-4C0D-B2A2-31F9521D3B0F}" srcOrd="7" destOrd="0" parTransId="{D2F8AEE1-3A12-4AF6-8AB4-1247182FAE35}" sibTransId="{6D8EE869-6E6E-4AC6-90B4-D30F555E6991}"/>
    <dgm:cxn modelId="{0F31DC5B-8450-4A1D-A5DD-8DB1C3962680}" srcId="{AA77D044-7B22-4A79-9DD1-C9846B7568C0}" destId="{C3F0B64E-B06B-435F-86BA-66C58AF42158}" srcOrd="8" destOrd="0" parTransId="{A9C38F38-9C38-4A23-83AB-9A0F9AACF504}" sibTransId="{B88F14AC-16C9-49ED-9B7B-218CB9FAD09F}"/>
    <dgm:cxn modelId="{033FC85E-559D-4172-8365-B87249E2FD46}" type="presOf" srcId="{19897416-F99D-4FD3-B377-74AFEE85037F}" destId="{F64E1549-864D-44B7-A669-6E76E842236D}" srcOrd="1" destOrd="0" presId="urn:microsoft.com/office/officeart/2016/7/layout/RepeatingBendingProcessNew"/>
    <dgm:cxn modelId="{F906FE61-8FBF-4296-82A9-20B5703E6F26}" type="presOf" srcId="{19897416-F99D-4FD3-B377-74AFEE85037F}" destId="{784110A7-B1C4-46B9-B212-6397977569A6}" srcOrd="0" destOrd="0" presId="urn:microsoft.com/office/officeart/2016/7/layout/RepeatingBendingProcessNew"/>
    <dgm:cxn modelId="{CE2EB143-C2EB-4D4C-AE1B-F701F1012DF1}" type="presOf" srcId="{C3F0B64E-B06B-435F-86BA-66C58AF42158}" destId="{2878BB98-A793-4149-83F2-111A234B4FB9}" srcOrd="0" destOrd="0" presId="urn:microsoft.com/office/officeart/2016/7/layout/RepeatingBendingProcessNew"/>
    <dgm:cxn modelId="{9660D265-CFE7-4C31-902D-945FB092FA1F}" type="presOf" srcId="{C1F14CBF-0A58-4C74-82C8-9D5C14B088BC}" destId="{DBC10B96-6CBD-4096-A2A1-1F6E6E563E9E}" srcOrd="0" destOrd="0" presId="urn:microsoft.com/office/officeart/2016/7/layout/RepeatingBendingProcessNew"/>
    <dgm:cxn modelId="{AE553349-C7AF-417C-BA85-F41D2DC35D32}" type="presOf" srcId="{6D8EE869-6E6E-4AC6-90B4-D30F555E6991}" destId="{3527C601-4369-41C4-AA80-650112ADB247}" srcOrd="1" destOrd="0" presId="urn:microsoft.com/office/officeart/2016/7/layout/RepeatingBendingProcessNew"/>
    <dgm:cxn modelId="{5EE0D069-8999-4857-9D68-FF03978C835D}" srcId="{AA77D044-7B22-4A79-9DD1-C9846B7568C0}" destId="{14AE8650-20CA-4340-B41F-AC9138E1DFCA}" srcOrd="4" destOrd="0" parTransId="{FA95CBD4-5D9C-4444-8C6F-206E61379E02}" sibTransId="{1CCF78D7-FFF4-44AA-ADC9-E864080F60DE}"/>
    <dgm:cxn modelId="{65B48077-B7F7-4A9B-B9B1-E44E95F80522}" type="presOf" srcId="{1CCF78D7-FFF4-44AA-ADC9-E864080F60DE}" destId="{49120021-03F6-4EBB-A855-87D0E4055026}" srcOrd="0" destOrd="0" presId="urn:microsoft.com/office/officeart/2016/7/layout/RepeatingBendingProcessNew"/>
    <dgm:cxn modelId="{D589CE58-5D7A-446B-B32A-5D84F9EC2345}" type="presOf" srcId="{2C4EB0D5-66FF-4E73-8FAC-F08970F0E94A}" destId="{AA8C9036-04D1-491A-AD7A-08D55CB8BBAC}" srcOrd="0" destOrd="0" presId="urn:microsoft.com/office/officeart/2016/7/layout/RepeatingBendingProcessNew"/>
    <dgm:cxn modelId="{9147927C-024D-46E5-ADFC-97571300A4C5}" type="presOf" srcId="{92F44FA2-0859-40CC-B498-EF407FEC3328}" destId="{E74ACB10-A338-46AD-B63E-F96EB4C4C610}" srcOrd="0" destOrd="0" presId="urn:microsoft.com/office/officeart/2016/7/layout/RepeatingBendingProcessNew"/>
    <dgm:cxn modelId="{A7889D8C-54F0-408B-A938-73E722AAB222}" srcId="{AA77D044-7B22-4A79-9DD1-C9846B7568C0}" destId="{16329C1C-798C-4D54-A183-CD10D1827E4C}" srcOrd="5" destOrd="0" parTransId="{657E331A-B2E6-4FF0-BC38-977D4935BCAF}" sibTransId="{B61FA7F5-09FD-4921-B179-61BC12557BD7}"/>
    <dgm:cxn modelId="{B5845E94-C4A6-487F-840B-A29357524BAF}" srcId="{AA77D044-7B22-4A79-9DD1-C9846B7568C0}" destId="{0CE151B1-082D-452E-A261-C5256F6CCA11}" srcOrd="6" destOrd="0" parTransId="{F5688415-0B0E-4C02-AB75-EB6A92DC0802}" sibTransId="{AF7B58F3-7638-4157-A3C6-25B4C1668BD9}"/>
    <dgm:cxn modelId="{1B772F9D-27DC-4E00-8455-E1A943E8F668}" type="presOf" srcId="{89004C8A-F4EC-4C0D-B2A2-31F9521D3B0F}" destId="{525DC9E6-1A75-4DF2-A1BD-93B537330D70}" srcOrd="0" destOrd="0" presId="urn:microsoft.com/office/officeart/2016/7/layout/RepeatingBendingProcessNew"/>
    <dgm:cxn modelId="{CF009B9D-F546-4603-A984-BA659F780D44}" type="presOf" srcId="{14AE8650-20CA-4340-B41F-AC9138E1DFCA}" destId="{5D1EE4B1-BD93-4656-AB0F-A1B91545851E}" srcOrd="0" destOrd="0" presId="urn:microsoft.com/office/officeart/2016/7/layout/RepeatingBendingProcessNew"/>
    <dgm:cxn modelId="{777531A6-4581-4AFE-91F4-4CC8BFFCB6A6}" srcId="{AA77D044-7B22-4A79-9DD1-C9846B7568C0}" destId="{E5B398B9-55D2-46A8-B95C-E9DE9A3BE723}" srcOrd="9" destOrd="0" parTransId="{57FD4215-89B2-47FD-A141-6FFA4BA5B3F0}" sibTransId="{4185C07E-969D-4644-A10B-087AADF71036}"/>
    <dgm:cxn modelId="{6605A5A7-C729-436F-8E6F-0CB5B0593F78}" type="presOf" srcId="{51E48A4E-C46C-4F0A-8736-372CAA599623}" destId="{DA16B3E8-29FF-41D1-9EF0-CFCAE33B1837}" srcOrd="0" destOrd="0" presId="urn:microsoft.com/office/officeart/2016/7/layout/RepeatingBendingProcessNew"/>
    <dgm:cxn modelId="{4110CCA9-C3AC-46F9-B975-761C3D92862D}" type="presOf" srcId="{B61FA7F5-09FD-4921-B179-61BC12557BD7}" destId="{D12F350C-C48F-4D79-B86C-9DA26C609DCC}" srcOrd="1" destOrd="0" presId="urn:microsoft.com/office/officeart/2016/7/layout/RepeatingBendingProcessNew"/>
    <dgm:cxn modelId="{18624DAA-41EF-4D1F-ABCF-38DA93019CD3}" type="presOf" srcId="{E5B398B9-55D2-46A8-B95C-E9DE9A3BE723}" destId="{745C482C-C95D-4A5D-B367-FCAD88DF958B}" srcOrd="0" destOrd="0" presId="urn:microsoft.com/office/officeart/2016/7/layout/RepeatingBendingProcessNew"/>
    <dgm:cxn modelId="{6BAB0BB0-CF13-4C9D-AE05-AE6F6786E8BC}" srcId="{AA77D044-7B22-4A79-9DD1-C9846B7568C0}" destId="{2C4EB0D5-66FF-4E73-8FAC-F08970F0E94A}" srcOrd="1" destOrd="0" parTransId="{AAC41A48-22CD-431C-8B7A-28DA9D251C35}" sibTransId="{51E48A4E-C46C-4F0A-8736-372CAA599623}"/>
    <dgm:cxn modelId="{63FF8EB0-3D5F-4DF3-B738-30D565504156}" type="presOf" srcId="{16329C1C-798C-4D54-A183-CD10D1827E4C}" destId="{04C16347-9018-41D6-9739-BC658F31509A}" srcOrd="0" destOrd="0" presId="urn:microsoft.com/office/officeart/2016/7/layout/RepeatingBendingProcessNew"/>
    <dgm:cxn modelId="{BC373DB4-6D8C-442F-AD13-FA0E5B8C6F74}" type="presOf" srcId="{B61FA7F5-09FD-4921-B179-61BC12557BD7}" destId="{A9784A37-3CFC-4F85-881B-7A0142AD4DD7}" srcOrd="0" destOrd="0" presId="urn:microsoft.com/office/officeart/2016/7/layout/RepeatingBendingProcessNew"/>
    <dgm:cxn modelId="{DE1CACB4-8DB7-4F1B-8675-BF47565DA92A}" type="presOf" srcId="{AA77D044-7B22-4A79-9DD1-C9846B7568C0}" destId="{7BD180DA-6C10-4777-A1D6-AE0616231D48}" srcOrd="0" destOrd="0" presId="urn:microsoft.com/office/officeart/2016/7/layout/RepeatingBendingProcessNew"/>
    <dgm:cxn modelId="{5376B4B7-7E09-4825-99B2-E4B29693ED7C}" type="presOf" srcId="{AF7B58F3-7638-4157-A3C6-25B4C1668BD9}" destId="{FBC9DE40-9DB4-4AC1-ABBA-A80805A4CB93}" srcOrd="1" destOrd="0" presId="urn:microsoft.com/office/officeart/2016/7/layout/RepeatingBendingProcessNew"/>
    <dgm:cxn modelId="{75C9F8B9-2C9E-4E91-A689-79B596A64F64}" type="presOf" srcId="{1CCF78D7-FFF4-44AA-ADC9-E864080F60DE}" destId="{8BA609C6-1507-4C4B-953C-3838E48015BA}" srcOrd="1" destOrd="0" presId="urn:microsoft.com/office/officeart/2016/7/layout/RepeatingBendingProcessNew"/>
    <dgm:cxn modelId="{3164FDCD-A02D-48F4-811F-17A61B4D28B1}" type="presOf" srcId="{0CE151B1-082D-452E-A261-C5256F6CCA11}" destId="{507C8487-7B60-4510-B638-BE120589E47E}" srcOrd="0" destOrd="0" presId="urn:microsoft.com/office/officeart/2016/7/layout/RepeatingBendingProcessNew"/>
    <dgm:cxn modelId="{545C16E2-41BE-477B-87D8-93C1500F182F}" srcId="{AA77D044-7B22-4A79-9DD1-C9846B7568C0}" destId="{A0843221-5877-474B-829D-6CA9185C52C3}" srcOrd="0" destOrd="0" parTransId="{E9E2C164-9669-4D60-B0BF-2D5E8639E053}" sibTransId="{92F44FA2-0859-40CC-B498-EF407FEC3328}"/>
    <dgm:cxn modelId="{D58E58E6-D43C-4659-B535-9DCCE589AD72}" type="presOf" srcId="{72FDFA6C-84DE-47DA-B32F-03D0B809DBBC}" destId="{C2378063-1F91-49F0-92E5-5D3AFF6171F0}" srcOrd="0" destOrd="0" presId="urn:microsoft.com/office/officeart/2016/7/layout/RepeatingBendingProcessNew"/>
    <dgm:cxn modelId="{96FA9BF1-47A3-480A-AA2C-442E33DC62D7}" type="presOf" srcId="{51E48A4E-C46C-4F0A-8736-372CAA599623}" destId="{3C713CAF-8225-4967-AD88-6F309EE209C0}" srcOrd="1" destOrd="0" presId="urn:microsoft.com/office/officeart/2016/7/layout/RepeatingBendingProcessNew"/>
    <dgm:cxn modelId="{01ABFBF4-1E2F-44E8-BFF6-E846717F979F}" type="presOf" srcId="{B88F14AC-16C9-49ED-9B7B-218CB9FAD09F}" destId="{BA320FA4-0557-4F82-996E-FC173A835F01}" srcOrd="1" destOrd="0" presId="urn:microsoft.com/office/officeart/2016/7/layout/RepeatingBendingProcessNew"/>
    <dgm:cxn modelId="{96661EF8-89DD-475B-94E4-8534105EB119}" srcId="{AA77D044-7B22-4A79-9DD1-C9846B7568C0}" destId="{A88AE630-D1E9-4469-9F7B-95420C860C82}" srcOrd="2" destOrd="0" parTransId="{3016A3B0-D93A-4525-A214-153C62AD95DF}" sibTransId="{C1F14CBF-0A58-4C74-82C8-9D5C14B088BC}"/>
    <dgm:cxn modelId="{D39D8422-AF9C-45AA-A529-51432802669C}" type="presParOf" srcId="{7BD180DA-6C10-4777-A1D6-AE0616231D48}" destId="{4308E83B-1666-4677-A0AF-0C7DD438BD14}" srcOrd="0" destOrd="0" presId="urn:microsoft.com/office/officeart/2016/7/layout/RepeatingBendingProcessNew"/>
    <dgm:cxn modelId="{5192D271-0392-4A94-928A-9C7070D258A0}" type="presParOf" srcId="{7BD180DA-6C10-4777-A1D6-AE0616231D48}" destId="{E74ACB10-A338-46AD-B63E-F96EB4C4C610}" srcOrd="1" destOrd="0" presId="urn:microsoft.com/office/officeart/2016/7/layout/RepeatingBendingProcessNew"/>
    <dgm:cxn modelId="{A830D361-FA76-49E4-B70A-2E2E07BE7CE8}" type="presParOf" srcId="{E74ACB10-A338-46AD-B63E-F96EB4C4C610}" destId="{68B2E4C8-225E-48EB-A335-4602B3DE736A}" srcOrd="0" destOrd="0" presId="urn:microsoft.com/office/officeart/2016/7/layout/RepeatingBendingProcessNew"/>
    <dgm:cxn modelId="{A232584A-21C8-4CF0-AF67-3EC1FD6AC2FD}" type="presParOf" srcId="{7BD180DA-6C10-4777-A1D6-AE0616231D48}" destId="{AA8C9036-04D1-491A-AD7A-08D55CB8BBAC}" srcOrd="2" destOrd="0" presId="urn:microsoft.com/office/officeart/2016/7/layout/RepeatingBendingProcessNew"/>
    <dgm:cxn modelId="{608AC470-C8FD-494D-9A25-209AB3113F33}" type="presParOf" srcId="{7BD180DA-6C10-4777-A1D6-AE0616231D48}" destId="{DA16B3E8-29FF-41D1-9EF0-CFCAE33B1837}" srcOrd="3" destOrd="0" presId="urn:microsoft.com/office/officeart/2016/7/layout/RepeatingBendingProcessNew"/>
    <dgm:cxn modelId="{FE445982-4F80-40D0-A3E0-D8827F432FCC}" type="presParOf" srcId="{DA16B3E8-29FF-41D1-9EF0-CFCAE33B1837}" destId="{3C713CAF-8225-4967-AD88-6F309EE209C0}" srcOrd="0" destOrd="0" presId="urn:microsoft.com/office/officeart/2016/7/layout/RepeatingBendingProcessNew"/>
    <dgm:cxn modelId="{BC325D1B-0741-4A05-9E1D-F8D72C156B9B}" type="presParOf" srcId="{7BD180DA-6C10-4777-A1D6-AE0616231D48}" destId="{F4C9CFCE-005C-4616-A83C-6C3653388D69}" srcOrd="4" destOrd="0" presId="urn:microsoft.com/office/officeart/2016/7/layout/RepeatingBendingProcessNew"/>
    <dgm:cxn modelId="{F52B8C52-E597-47C6-B1C2-3ADFA9C1B469}" type="presParOf" srcId="{7BD180DA-6C10-4777-A1D6-AE0616231D48}" destId="{DBC10B96-6CBD-4096-A2A1-1F6E6E563E9E}" srcOrd="5" destOrd="0" presId="urn:microsoft.com/office/officeart/2016/7/layout/RepeatingBendingProcessNew"/>
    <dgm:cxn modelId="{9FC5EF84-234E-486F-9165-FBBCAEFCD615}" type="presParOf" srcId="{DBC10B96-6CBD-4096-A2A1-1F6E6E563E9E}" destId="{D463BE95-97EA-4AC3-8E9A-160D552C7B16}" srcOrd="0" destOrd="0" presId="urn:microsoft.com/office/officeart/2016/7/layout/RepeatingBendingProcessNew"/>
    <dgm:cxn modelId="{C528DED0-7259-44AF-A177-4B665A51C9D3}" type="presParOf" srcId="{7BD180DA-6C10-4777-A1D6-AE0616231D48}" destId="{C2378063-1F91-49F0-92E5-5D3AFF6171F0}" srcOrd="6" destOrd="0" presId="urn:microsoft.com/office/officeart/2016/7/layout/RepeatingBendingProcessNew"/>
    <dgm:cxn modelId="{AE106E8E-419B-471C-8585-36A25AD5DF3B}" type="presParOf" srcId="{7BD180DA-6C10-4777-A1D6-AE0616231D48}" destId="{784110A7-B1C4-46B9-B212-6397977569A6}" srcOrd="7" destOrd="0" presId="urn:microsoft.com/office/officeart/2016/7/layout/RepeatingBendingProcessNew"/>
    <dgm:cxn modelId="{24B4814A-02B3-4095-842F-25FCE191BDDA}" type="presParOf" srcId="{784110A7-B1C4-46B9-B212-6397977569A6}" destId="{F64E1549-864D-44B7-A669-6E76E842236D}" srcOrd="0" destOrd="0" presId="urn:microsoft.com/office/officeart/2016/7/layout/RepeatingBendingProcessNew"/>
    <dgm:cxn modelId="{D8EA682A-CCAE-46AB-90D0-8D9F5A8FAF44}" type="presParOf" srcId="{7BD180DA-6C10-4777-A1D6-AE0616231D48}" destId="{5D1EE4B1-BD93-4656-AB0F-A1B91545851E}" srcOrd="8" destOrd="0" presId="urn:microsoft.com/office/officeart/2016/7/layout/RepeatingBendingProcessNew"/>
    <dgm:cxn modelId="{4D664FB0-98AB-4E7D-BF73-05BFA6FB1DCF}" type="presParOf" srcId="{7BD180DA-6C10-4777-A1D6-AE0616231D48}" destId="{49120021-03F6-4EBB-A855-87D0E4055026}" srcOrd="9" destOrd="0" presId="urn:microsoft.com/office/officeart/2016/7/layout/RepeatingBendingProcessNew"/>
    <dgm:cxn modelId="{90689324-9773-4E61-868A-5E6B2D819B90}" type="presParOf" srcId="{49120021-03F6-4EBB-A855-87D0E4055026}" destId="{8BA609C6-1507-4C4B-953C-3838E48015BA}" srcOrd="0" destOrd="0" presId="urn:microsoft.com/office/officeart/2016/7/layout/RepeatingBendingProcessNew"/>
    <dgm:cxn modelId="{8E70E165-6AC7-4DA6-860C-7DF3C770D2C2}" type="presParOf" srcId="{7BD180DA-6C10-4777-A1D6-AE0616231D48}" destId="{04C16347-9018-41D6-9739-BC658F31509A}" srcOrd="10" destOrd="0" presId="urn:microsoft.com/office/officeart/2016/7/layout/RepeatingBendingProcessNew"/>
    <dgm:cxn modelId="{C3761BF6-1184-439C-89ED-30E3E50C3BD4}" type="presParOf" srcId="{7BD180DA-6C10-4777-A1D6-AE0616231D48}" destId="{A9784A37-3CFC-4F85-881B-7A0142AD4DD7}" srcOrd="11" destOrd="0" presId="urn:microsoft.com/office/officeart/2016/7/layout/RepeatingBendingProcessNew"/>
    <dgm:cxn modelId="{B9BBA1D7-3AF9-4A74-A2EA-A79AB1D198D5}" type="presParOf" srcId="{A9784A37-3CFC-4F85-881B-7A0142AD4DD7}" destId="{D12F350C-C48F-4D79-B86C-9DA26C609DCC}" srcOrd="0" destOrd="0" presId="urn:microsoft.com/office/officeart/2016/7/layout/RepeatingBendingProcessNew"/>
    <dgm:cxn modelId="{B8F5DD38-E3BF-40FF-ACBC-B3777D875FEB}" type="presParOf" srcId="{7BD180DA-6C10-4777-A1D6-AE0616231D48}" destId="{507C8487-7B60-4510-B638-BE120589E47E}" srcOrd="12" destOrd="0" presId="urn:microsoft.com/office/officeart/2016/7/layout/RepeatingBendingProcessNew"/>
    <dgm:cxn modelId="{17E87DA3-A4ED-4043-BF6E-45CF634FD99A}" type="presParOf" srcId="{7BD180DA-6C10-4777-A1D6-AE0616231D48}" destId="{914E0328-1345-41DD-BB28-2E291A99A99D}" srcOrd="13" destOrd="0" presId="urn:microsoft.com/office/officeart/2016/7/layout/RepeatingBendingProcessNew"/>
    <dgm:cxn modelId="{3FBF93FD-7005-430C-AC8B-E0B53392860C}" type="presParOf" srcId="{914E0328-1345-41DD-BB28-2E291A99A99D}" destId="{FBC9DE40-9DB4-4AC1-ABBA-A80805A4CB93}" srcOrd="0" destOrd="0" presId="urn:microsoft.com/office/officeart/2016/7/layout/RepeatingBendingProcessNew"/>
    <dgm:cxn modelId="{28DAC039-F49F-4BD9-8410-88597A4A6B00}" type="presParOf" srcId="{7BD180DA-6C10-4777-A1D6-AE0616231D48}" destId="{525DC9E6-1A75-4DF2-A1BD-93B537330D70}" srcOrd="14" destOrd="0" presId="urn:microsoft.com/office/officeart/2016/7/layout/RepeatingBendingProcessNew"/>
    <dgm:cxn modelId="{7E5639BC-636A-4928-B5A9-6C68AC17AA4B}" type="presParOf" srcId="{7BD180DA-6C10-4777-A1D6-AE0616231D48}" destId="{98634A5C-C32C-4466-992F-5CCA8645DFF3}" srcOrd="15" destOrd="0" presId="urn:microsoft.com/office/officeart/2016/7/layout/RepeatingBendingProcessNew"/>
    <dgm:cxn modelId="{ED158F72-FC49-450D-AF4A-99613B68661C}" type="presParOf" srcId="{98634A5C-C32C-4466-992F-5CCA8645DFF3}" destId="{3527C601-4369-41C4-AA80-650112ADB247}" srcOrd="0" destOrd="0" presId="urn:microsoft.com/office/officeart/2016/7/layout/RepeatingBendingProcessNew"/>
    <dgm:cxn modelId="{35992BFA-AFA1-4456-9A4C-BBD7410F3E76}" type="presParOf" srcId="{7BD180DA-6C10-4777-A1D6-AE0616231D48}" destId="{2878BB98-A793-4149-83F2-111A234B4FB9}" srcOrd="16" destOrd="0" presId="urn:microsoft.com/office/officeart/2016/7/layout/RepeatingBendingProcessNew"/>
    <dgm:cxn modelId="{92D2C982-D879-4EF4-9018-E1660CAA6FF5}" type="presParOf" srcId="{7BD180DA-6C10-4777-A1D6-AE0616231D48}" destId="{7D8DF1EB-D86D-4441-AB6C-0BD3BB5FE8BC}" srcOrd="17" destOrd="0" presId="urn:microsoft.com/office/officeart/2016/7/layout/RepeatingBendingProcessNew"/>
    <dgm:cxn modelId="{0F7E9F1D-9CE7-42B3-A910-48C8F8580EA0}" type="presParOf" srcId="{7D8DF1EB-D86D-4441-AB6C-0BD3BB5FE8BC}" destId="{BA320FA4-0557-4F82-996E-FC173A835F01}" srcOrd="0" destOrd="0" presId="urn:microsoft.com/office/officeart/2016/7/layout/RepeatingBendingProcessNew"/>
    <dgm:cxn modelId="{1E6208CB-E1B9-46B4-A7DD-6C53E7DEACDF}" type="presParOf" srcId="{7BD180DA-6C10-4777-A1D6-AE0616231D48}" destId="{745C482C-C95D-4A5D-B367-FCAD88DF958B}" srcOrd="1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D251B07-02D8-4CE5-8064-91CECB9E8DA0}"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AC15CD21-86B4-4D54-BA3A-5FAD103A6C58}">
      <dgm:prSet custT="1"/>
      <dgm:spPr/>
      <dgm:t>
        <a:bodyPr/>
        <a:lstStyle/>
        <a:p>
          <a:r>
            <a:rPr lang="en-US" sz="1800" dirty="0"/>
            <a:t>Network coding (NC) has become a crucial approach for improving the efficiency of data transmission, throughput, and resilience in wireless networks.</a:t>
          </a:r>
        </a:p>
      </dgm:t>
    </dgm:pt>
    <dgm:pt modelId="{E42ACEA2-6DAE-4A5A-B0C4-5B9E877252CD}" type="parTrans" cxnId="{78C3D9F3-4EEA-4AA9-81B8-165DC2D6F885}">
      <dgm:prSet/>
      <dgm:spPr/>
      <dgm:t>
        <a:bodyPr/>
        <a:lstStyle/>
        <a:p>
          <a:endParaRPr lang="en-US"/>
        </a:p>
      </dgm:t>
    </dgm:pt>
    <dgm:pt modelId="{A65BEA88-77D7-4916-ADCC-8E0D216F7186}" type="sibTrans" cxnId="{78C3D9F3-4EEA-4AA9-81B8-165DC2D6F885}">
      <dgm:prSet/>
      <dgm:spPr/>
      <dgm:t>
        <a:bodyPr/>
        <a:lstStyle/>
        <a:p>
          <a:endParaRPr lang="en-US"/>
        </a:p>
      </dgm:t>
    </dgm:pt>
    <dgm:pt modelId="{89896A16-C73B-477B-A360-6DC600829CC4}">
      <dgm:prSet custT="1"/>
      <dgm:spPr/>
      <dgm:t>
        <a:bodyPr/>
        <a:lstStyle/>
        <a:p>
          <a:r>
            <a:rPr lang="en-US" sz="1600" b="1" dirty="0"/>
            <a:t>Li et al. (2020)</a:t>
          </a:r>
          <a:r>
            <a:rPr lang="en-US" sz="1600" dirty="0"/>
            <a:t> suggested a linear network coding approach that was implemented in WSNs to enhance energy efficiency. By encoding data at intermediate nodes and minimizing retransmissions, the network was able to achieve higher throughput while maintaining lower latency.</a:t>
          </a:r>
        </a:p>
      </dgm:t>
    </dgm:pt>
    <dgm:pt modelId="{E6630DE1-E789-4984-8791-736D745D814A}" type="parTrans" cxnId="{D64B9792-AC7C-4D42-9635-3773A14FF383}">
      <dgm:prSet/>
      <dgm:spPr/>
      <dgm:t>
        <a:bodyPr/>
        <a:lstStyle/>
        <a:p>
          <a:endParaRPr lang="en-US"/>
        </a:p>
      </dgm:t>
    </dgm:pt>
    <dgm:pt modelId="{B02F19B3-6CB1-42C9-AD2B-87A3B2E31D62}" type="sibTrans" cxnId="{D64B9792-AC7C-4D42-9635-3773A14FF383}">
      <dgm:prSet/>
      <dgm:spPr/>
      <dgm:t>
        <a:bodyPr/>
        <a:lstStyle/>
        <a:p>
          <a:endParaRPr lang="en-US"/>
        </a:p>
      </dgm:t>
    </dgm:pt>
    <dgm:pt modelId="{8F4ACDEA-9AC4-49CC-8182-E64D641C0CAB}">
      <dgm:prSet custT="1"/>
      <dgm:spPr/>
      <dgm:t>
        <a:bodyPr/>
        <a:lstStyle/>
        <a:p>
          <a:r>
            <a:rPr lang="en-US" sz="1600" b="1" dirty="0"/>
            <a:t>Zhao &amp; Chen (2021)</a:t>
          </a:r>
          <a:r>
            <a:rPr lang="en-US" sz="1600" dirty="0"/>
            <a:t> delved into the concept of adaptive network coding (ANC) for VANETs. Their simulation-based approach demonstrated that ANC improved packet delivery under changing mobility conditions, guaranteeing quality of service in real-time vehicular applications.</a:t>
          </a:r>
        </a:p>
      </dgm:t>
    </dgm:pt>
    <dgm:pt modelId="{4C8E287A-114E-4108-8942-5A1D191D7E4A}" type="parTrans" cxnId="{32C27825-F43B-4300-B619-F3DDD4282FAF}">
      <dgm:prSet/>
      <dgm:spPr/>
      <dgm:t>
        <a:bodyPr/>
        <a:lstStyle/>
        <a:p>
          <a:endParaRPr lang="en-US"/>
        </a:p>
      </dgm:t>
    </dgm:pt>
    <dgm:pt modelId="{34AB35ED-B146-4191-8F40-0E03C1C5BC46}" type="sibTrans" cxnId="{32C27825-F43B-4300-B619-F3DDD4282FAF}">
      <dgm:prSet/>
      <dgm:spPr/>
      <dgm:t>
        <a:bodyPr/>
        <a:lstStyle/>
        <a:p>
          <a:endParaRPr lang="en-US"/>
        </a:p>
      </dgm:t>
    </dgm:pt>
    <dgm:pt modelId="{868AE827-A964-4B8E-A9FF-3C6C044232C7}">
      <dgm:prSet custT="1"/>
      <dgm:spPr/>
      <dgm:t>
        <a:bodyPr/>
        <a:lstStyle/>
        <a:p>
          <a:r>
            <a:rPr lang="en-US" sz="1600" b="1" dirty="0"/>
            <a:t>Wang et al. (2022)</a:t>
          </a:r>
          <a:r>
            <a:rPr lang="en-US" sz="1600" dirty="0"/>
            <a:t> examined the influence of random linear network coding (RLNC) in delay-tolerant networks (DTNs). Their analytical model demonstrated improved resilience to packet loss in networks that experience intermittent connectivity.</a:t>
          </a:r>
        </a:p>
      </dgm:t>
    </dgm:pt>
    <dgm:pt modelId="{A320883E-871C-4711-8F48-345557BD8086}" type="parTrans" cxnId="{81E4BEAB-EBBF-4F6D-B563-0583E93DF200}">
      <dgm:prSet/>
      <dgm:spPr/>
      <dgm:t>
        <a:bodyPr/>
        <a:lstStyle/>
        <a:p>
          <a:endParaRPr lang="en-US"/>
        </a:p>
      </dgm:t>
    </dgm:pt>
    <dgm:pt modelId="{192C70D6-F5FA-4B93-BB39-767DFA584AB4}" type="sibTrans" cxnId="{81E4BEAB-EBBF-4F6D-B563-0583E93DF200}">
      <dgm:prSet/>
      <dgm:spPr/>
      <dgm:t>
        <a:bodyPr/>
        <a:lstStyle/>
        <a:p>
          <a:endParaRPr lang="en-US"/>
        </a:p>
      </dgm:t>
    </dgm:pt>
    <dgm:pt modelId="{401A9225-D6E9-4745-857D-D7529F97E553}">
      <dgm:prSet custT="1"/>
      <dgm:spPr/>
      <dgm:t>
        <a:bodyPr/>
        <a:lstStyle/>
        <a:p>
          <a:r>
            <a:rPr lang="en-US" sz="1600" b="1" dirty="0"/>
            <a:t>Ahmed et al. (2023)</a:t>
          </a:r>
          <a:r>
            <a:rPr lang="en-US" sz="1600" dirty="0"/>
            <a:t> examined the use of NC in internet of things (iot) environments, with a focus on its application in smart agriculture. The research combined NC with MQTT protocols, demonstrating improved reliability and energy efficiency.</a:t>
          </a:r>
        </a:p>
      </dgm:t>
    </dgm:pt>
    <dgm:pt modelId="{9A717F9A-081D-4E68-B46B-BC4662D317D7}" type="parTrans" cxnId="{8419AF1A-BCC6-4F83-BDE8-CABD8B6C57A3}">
      <dgm:prSet/>
      <dgm:spPr/>
      <dgm:t>
        <a:bodyPr/>
        <a:lstStyle/>
        <a:p>
          <a:endParaRPr lang="en-US"/>
        </a:p>
      </dgm:t>
    </dgm:pt>
    <dgm:pt modelId="{D2B4F90F-7A81-4B92-94B9-4CF704234A69}" type="sibTrans" cxnId="{8419AF1A-BCC6-4F83-BDE8-CABD8B6C57A3}">
      <dgm:prSet/>
      <dgm:spPr/>
      <dgm:t>
        <a:bodyPr/>
        <a:lstStyle/>
        <a:p>
          <a:endParaRPr lang="en-US"/>
        </a:p>
      </dgm:t>
    </dgm:pt>
    <dgm:pt modelId="{C3B09799-D0DB-4B23-B122-9AAE36A501E5}">
      <dgm:prSet custT="1"/>
      <dgm:spPr/>
      <dgm:t>
        <a:bodyPr/>
        <a:lstStyle/>
        <a:p>
          <a:r>
            <a:rPr lang="en-US" sz="1600" b="1" dirty="0"/>
            <a:t>Kim &amp; Yu (2024)</a:t>
          </a:r>
          <a:r>
            <a:rPr lang="en-US" sz="1600" dirty="0"/>
            <a:t> suggested a hybrid approach that combines both non-cooperative and machine learning techniques for wireless mesh networks. Their approach anticipated network states and dynamically adjusted coding strategies, resulting in enhanced throughput and adaptability.</a:t>
          </a:r>
        </a:p>
      </dgm:t>
    </dgm:pt>
    <dgm:pt modelId="{3E54FCAE-B76E-4926-BD03-204A28EC2FB9}" type="parTrans" cxnId="{9D6BBFAE-6794-4E6D-A653-9384051E994F}">
      <dgm:prSet/>
      <dgm:spPr/>
      <dgm:t>
        <a:bodyPr/>
        <a:lstStyle/>
        <a:p>
          <a:endParaRPr lang="en-US"/>
        </a:p>
      </dgm:t>
    </dgm:pt>
    <dgm:pt modelId="{4A5A6C5D-A081-429F-83D3-FBC266A2C6CC}" type="sibTrans" cxnId="{9D6BBFAE-6794-4E6D-A653-9384051E994F}">
      <dgm:prSet/>
      <dgm:spPr/>
      <dgm:t>
        <a:bodyPr/>
        <a:lstStyle/>
        <a:p>
          <a:endParaRPr lang="en-US"/>
        </a:p>
      </dgm:t>
    </dgm:pt>
    <dgm:pt modelId="{453FA436-5E0A-41F9-A75E-3D02AB1CF254}" type="pres">
      <dgm:prSet presAssocID="{4D251B07-02D8-4CE5-8064-91CECB9E8DA0}" presName="diagram" presStyleCnt="0">
        <dgm:presLayoutVars>
          <dgm:dir/>
          <dgm:resizeHandles val="exact"/>
        </dgm:presLayoutVars>
      </dgm:prSet>
      <dgm:spPr/>
    </dgm:pt>
    <dgm:pt modelId="{49CD1180-5181-4E00-A098-FAFF061A6D3F}" type="pres">
      <dgm:prSet presAssocID="{AC15CD21-86B4-4D54-BA3A-5FAD103A6C58}" presName="node" presStyleLbl="node1" presStyleIdx="0" presStyleCnt="6">
        <dgm:presLayoutVars>
          <dgm:bulletEnabled val="1"/>
        </dgm:presLayoutVars>
      </dgm:prSet>
      <dgm:spPr/>
    </dgm:pt>
    <dgm:pt modelId="{77E13F43-4EA1-490D-9E7F-7A475A1D1E37}" type="pres">
      <dgm:prSet presAssocID="{A65BEA88-77D7-4916-ADCC-8E0D216F7186}" presName="sibTrans" presStyleCnt="0"/>
      <dgm:spPr/>
    </dgm:pt>
    <dgm:pt modelId="{70903E97-F225-443B-B1E8-932A66A91B58}" type="pres">
      <dgm:prSet presAssocID="{89896A16-C73B-477B-A360-6DC600829CC4}" presName="node" presStyleLbl="node1" presStyleIdx="1" presStyleCnt="6">
        <dgm:presLayoutVars>
          <dgm:bulletEnabled val="1"/>
        </dgm:presLayoutVars>
      </dgm:prSet>
      <dgm:spPr/>
    </dgm:pt>
    <dgm:pt modelId="{01F9D617-9BE2-4402-84EC-409213B4BC6A}" type="pres">
      <dgm:prSet presAssocID="{B02F19B3-6CB1-42C9-AD2B-87A3B2E31D62}" presName="sibTrans" presStyleCnt="0"/>
      <dgm:spPr/>
    </dgm:pt>
    <dgm:pt modelId="{8CEB2983-72DF-4F7F-A9EF-95580150981E}" type="pres">
      <dgm:prSet presAssocID="{8F4ACDEA-9AC4-49CC-8182-E64D641C0CAB}" presName="node" presStyleLbl="node1" presStyleIdx="2" presStyleCnt="6">
        <dgm:presLayoutVars>
          <dgm:bulletEnabled val="1"/>
        </dgm:presLayoutVars>
      </dgm:prSet>
      <dgm:spPr/>
    </dgm:pt>
    <dgm:pt modelId="{5BBB8D06-1132-4E49-B7F1-86EB74D062B7}" type="pres">
      <dgm:prSet presAssocID="{34AB35ED-B146-4191-8F40-0E03C1C5BC46}" presName="sibTrans" presStyleCnt="0"/>
      <dgm:spPr/>
    </dgm:pt>
    <dgm:pt modelId="{40B1178A-FAF7-4782-BFD6-BA92CE3F3635}" type="pres">
      <dgm:prSet presAssocID="{868AE827-A964-4B8E-A9FF-3C6C044232C7}" presName="node" presStyleLbl="node1" presStyleIdx="3" presStyleCnt="6">
        <dgm:presLayoutVars>
          <dgm:bulletEnabled val="1"/>
        </dgm:presLayoutVars>
      </dgm:prSet>
      <dgm:spPr/>
    </dgm:pt>
    <dgm:pt modelId="{8E80A7ED-2AD2-410C-B99D-5F5DB7E5A872}" type="pres">
      <dgm:prSet presAssocID="{192C70D6-F5FA-4B93-BB39-767DFA584AB4}" presName="sibTrans" presStyleCnt="0"/>
      <dgm:spPr/>
    </dgm:pt>
    <dgm:pt modelId="{EE004DB0-79B9-4801-AC17-7A219841C57A}" type="pres">
      <dgm:prSet presAssocID="{401A9225-D6E9-4745-857D-D7529F97E553}" presName="node" presStyleLbl="node1" presStyleIdx="4" presStyleCnt="6">
        <dgm:presLayoutVars>
          <dgm:bulletEnabled val="1"/>
        </dgm:presLayoutVars>
      </dgm:prSet>
      <dgm:spPr/>
    </dgm:pt>
    <dgm:pt modelId="{20F7D5E2-494A-4690-B758-FD3D172EB197}" type="pres">
      <dgm:prSet presAssocID="{D2B4F90F-7A81-4B92-94B9-4CF704234A69}" presName="sibTrans" presStyleCnt="0"/>
      <dgm:spPr/>
    </dgm:pt>
    <dgm:pt modelId="{323A9AA7-B974-4FD0-9A93-9159CDE327CE}" type="pres">
      <dgm:prSet presAssocID="{C3B09799-D0DB-4B23-B122-9AAE36A501E5}" presName="node" presStyleLbl="node1" presStyleIdx="5" presStyleCnt="6">
        <dgm:presLayoutVars>
          <dgm:bulletEnabled val="1"/>
        </dgm:presLayoutVars>
      </dgm:prSet>
      <dgm:spPr/>
    </dgm:pt>
  </dgm:ptLst>
  <dgm:cxnLst>
    <dgm:cxn modelId="{8419AF1A-BCC6-4F83-BDE8-CABD8B6C57A3}" srcId="{4D251B07-02D8-4CE5-8064-91CECB9E8DA0}" destId="{401A9225-D6E9-4745-857D-D7529F97E553}" srcOrd="4" destOrd="0" parTransId="{9A717F9A-081D-4E68-B46B-BC4662D317D7}" sibTransId="{D2B4F90F-7A81-4B92-94B9-4CF704234A69}"/>
    <dgm:cxn modelId="{32C27825-F43B-4300-B619-F3DDD4282FAF}" srcId="{4D251B07-02D8-4CE5-8064-91CECB9E8DA0}" destId="{8F4ACDEA-9AC4-49CC-8182-E64D641C0CAB}" srcOrd="2" destOrd="0" parTransId="{4C8E287A-114E-4108-8942-5A1D191D7E4A}" sibTransId="{34AB35ED-B146-4191-8F40-0E03C1C5BC46}"/>
    <dgm:cxn modelId="{CCA2B632-0A5E-4453-BF78-6BD48DBCE85E}" type="presOf" srcId="{C3B09799-D0DB-4B23-B122-9AAE36A501E5}" destId="{323A9AA7-B974-4FD0-9A93-9159CDE327CE}" srcOrd="0" destOrd="0" presId="urn:microsoft.com/office/officeart/2005/8/layout/default"/>
    <dgm:cxn modelId="{56E6173C-89FA-4AB9-9DBD-B8C889126BE6}" type="presOf" srcId="{4D251B07-02D8-4CE5-8064-91CECB9E8DA0}" destId="{453FA436-5E0A-41F9-A75E-3D02AB1CF254}" srcOrd="0" destOrd="0" presId="urn:microsoft.com/office/officeart/2005/8/layout/default"/>
    <dgm:cxn modelId="{0CDF735D-F76B-4852-9E20-743C25A1A471}" type="presOf" srcId="{868AE827-A964-4B8E-A9FF-3C6C044232C7}" destId="{40B1178A-FAF7-4782-BFD6-BA92CE3F3635}" srcOrd="0" destOrd="0" presId="urn:microsoft.com/office/officeart/2005/8/layout/default"/>
    <dgm:cxn modelId="{7CF2D381-01FD-4146-B006-86B66E52AD72}" type="presOf" srcId="{401A9225-D6E9-4745-857D-D7529F97E553}" destId="{EE004DB0-79B9-4801-AC17-7A219841C57A}" srcOrd="0" destOrd="0" presId="urn:microsoft.com/office/officeart/2005/8/layout/default"/>
    <dgm:cxn modelId="{69BD3491-E3B8-42C9-8B33-32EC723DACE8}" type="presOf" srcId="{89896A16-C73B-477B-A360-6DC600829CC4}" destId="{70903E97-F225-443B-B1E8-932A66A91B58}" srcOrd="0" destOrd="0" presId="urn:microsoft.com/office/officeart/2005/8/layout/default"/>
    <dgm:cxn modelId="{D64B9792-AC7C-4D42-9635-3773A14FF383}" srcId="{4D251B07-02D8-4CE5-8064-91CECB9E8DA0}" destId="{89896A16-C73B-477B-A360-6DC600829CC4}" srcOrd="1" destOrd="0" parTransId="{E6630DE1-E789-4984-8791-736D745D814A}" sibTransId="{B02F19B3-6CB1-42C9-AD2B-87A3B2E31D62}"/>
    <dgm:cxn modelId="{7633E1A9-8490-40F3-8257-D6B9BFDD4943}" type="presOf" srcId="{AC15CD21-86B4-4D54-BA3A-5FAD103A6C58}" destId="{49CD1180-5181-4E00-A098-FAFF061A6D3F}" srcOrd="0" destOrd="0" presId="urn:microsoft.com/office/officeart/2005/8/layout/default"/>
    <dgm:cxn modelId="{81E4BEAB-EBBF-4F6D-B563-0583E93DF200}" srcId="{4D251B07-02D8-4CE5-8064-91CECB9E8DA0}" destId="{868AE827-A964-4B8E-A9FF-3C6C044232C7}" srcOrd="3" destOrd="0" parTransId="{A320883E-871C-4711-8F48-345557BD8086}" sibTransId="{192C70D6-F5FA-4B93-BB39-767DFA584AB4}"/>
    <dgm:cxn modelId="{9D6BBFAE-6794-4E6D-A653-9384051E994F}" srcId="{4D251B07-02D8-4CE5-8064-91CECB9E8DA0}" destId="{C3B09799-D0DB-4B23-B122-9AAE36A501E5}" srcOrd="5" destOrd="0" parTransId="{3E54FCAE-B76E-4926-BD03-204A28EC2FB9}" sibTransId="{4A5A6C5D-A081-429F-83D3-FBC266A2C6CC}"/>
    <dgm:cxn modelId="{E4F6AEBF-3E28-499C-9F07-C930F49724A8}" type="presOf" srcId="{8F4ACDEA-9AC4-49CC-8182-E64D641C0CAB}" destId="{8CEB2983-72DF-4F7F-A9EF-95580150981E}" srcOrd="0" destOrd="0" presId="urn:microsoft.com/office/officeart/2005/8/layout/default"/>
    <dgm:cxn modelId="{78C3D9F3-4EEA-4AA9-81B8-165DC2D6F885}" srcId="{4D251B07-02D8-4CE5-8064-91CECB9E8DA0}" destId="{AC15CD21-86B4-4D54-BA3A-5FAD103A6C58}" srcOrd="0" destOrd="0" parTransId="{E42ACEA2-6DAE-4A5A-B0C4-5B9E877252CD}" sibTransId="{A65BEA88-77D7-4916-ADCC-8E0D216F7186}"/>
    <dgm:cxn modelId="{4DC7EEB2-45D2-4E17-862B-74873D412EE9}" type="presParOf" srcId="{453FA436-5E0A-41F9-A75E-3D02AB1CF254}" destId="{49CD1180-5181-4E00-A098-FAFF061A6D3F}" srcOrd="0" destOrd="0" presId="urn:microsoft.com/office/officeart/2005/8/layout/default"/>
    <dgm:cxn modelId="{B4A75F30-AD5D-4001-AD6C-2365F2E85598}" type="presParOf" srcId="{453FA436-5E0A-41F9-A75E-3D02AB1CF254}" destId="{77E13F43-4EA1-490D-9E7F-7A475A1D1E37}" srcOrd="1" destOrd="0" presId="urn:microsoft.com/office/officeart/2005/8/layout/default"/>
    <dgm:cxn modelId="{5DEDC86C-35DE-459A-A68A-59D64BACC26C}" type="presParOf" srcId="{453FA436-5E0A-41F9-A75E-3D02AB1CF254}" destId="{70903E97-F225-443B-B1E8-932A66A91B58}" srcOrd="2" destOrd="0" presId="urn:microsoft.com/office/officeart/2005/8/layout/default"/>
    <dgm:cxn modelId="{EADCE0FD-A3F5-4FFE-9D06-081B40534C6B}" type="presParOf" srcId="{453FA436-5E0A-41F9-A75E-3D02AB1CF254}" destId="{01F9D617-9BE2-4402-84EC-409213B4BC6A}" srcOrd="3" destOrd="0" presId="urn:microsoft.com/office/officeart/2005/8/layout/default"/>
    <dgm:cxn modelId="{E0B2EDE2-36EC-4163-A8D9-B243CE5B75F6}" type="presParOf" srcId="{453FA436-5E0A-41F9-A75E-3D02AB1CF254}" destId="{8CEB2983-72DF-4F7F-A9EF-95580150981E}" srcOrd="4" destOrd="0" presId="urn:microsoft.com/office/officeart/2005/8/layout/default"/>
    <dgm:cxn modelId="{BD3FC338-8546-42FA-9FF6-9EC9A80B6921}" type="presParOf" srcId="{453FA436-5E0A-41F9-A75E-3D02AB1CF254}" destId="{5BBB8D06-1132-4E49-B7F1-86EB74D062B7}" srcOrd="5" destOrd="0" presId="urn:microsoft.com/office/officeart/2005/8/layout/default"/>
    <dgm:cxn modelId="{F3CDF52B-112C-4E24-A732-F6C4853D3895}" type="presParOf" srcId="{453FA436-5E0A-41F9-A75E-3D02AB1CF254}" destId="{40B1178A-FAF7-4782-BFD6-BA92CE3F3635}" srcOrd="6" destOrd="0" presId="urn:microsoft.com/office/officeart/2005/8/layout/default"/>
    <dgm:cxn modelId="{B1D56E03-5CDD-4C62-8A3A-49990993B15E}" type="presParOf" srcId="{453FA436-5E0A-41F9-A75E-3D02AB1CF254}" destId="{8E80A7ED-2AD2-410C-B99D-5F5DB7E5A872}" srcOrd="7" destOrd="0" presId="urn:microsoft.com/office/officeart/2005/8/layout/default"/>
    <dgm:cxn modelId="{671DBB9D-A9DD-40B8-960A-0A2B9D7FD09C}" type="presParOf" srcId="{453FA436-5E0A-41F9-A75E-3D02AB1CF254}" destId="{EE004DB0-79B9-4801-AC17-7A219841C57A}" srcOrd="8" destOrd="0" presId="urn:microsoft.com/office/officeart/2005/8/layout/default"/>
    <dgm:cxn modelId="{CBC83983-FF24-47C9-8902-574B0275E8CC}" type="presParOf" srcId="{453FA436-5E0A-41F9-A75E-3D02AB1CF254}" destId="{20F7D5E2-494A-4690-B758-FD3D172EB197}" srcOrd="9" destOrd="0" presId="urn:microsoft.com/office/officeart/2005/8/layout/default"/>
    <dgm:cxn modelId="{5186B3F0-6F89-4CD6-8DBD-39ADDFC665D3}" type="presParOf" srcId="{453FA436-5E0A-41F9-A75E-3D02AB1CF254}" destId="{323A9AA7-B974-4FD0-9A93-9159CDE327CE}"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885C046-F4BF-47C0-BD39-8025E5894302}" type="doc">
      <dgm:prSet loTypeId="urn:microsoft.com/office/officeart/2005/8/layout/default" loCatId="list" qsTypeId="urn:microsoft.com/office/officeart/2005/8/quickstyle/simple5" qsCatId="simple" csTypeId="urn:microsoft.com/office/officeart/2005/8/colors/colorful1" csCatId="colorful"/>
      <dgm:spPr/>
      <dgm:t>
        <a:bodyPr/>
        <a:lstStyle/>
        <a:p>
          <a:endParaRPr lang="en-US"/>
        </a:p>
      </dgm:t>
    </dgm:pt>
    <dgm:pt modelId="{9B19EE4C-C437-4063-9E6D-0EA172B470A7}">
      <dgm:prSet/>
      <dgm:spPr/>
      <dgm:t>
        <a:bodyPr/>
        <a:lstStyle/>
        <a:p>
          <a:r>
            <a:rPr lang="en-US" b="1"/>
            <a:t>Core Principle:</a:t>
          </a:r>
          <a:r>
            <a:rPr lang="en-US"/>
            <a:t> Information can be added at intermediate nodes to improve performance.</a:t>
          </a:r>
        </a:p>
      </dgm:t>
    </dgm:pt>
    <dgm:pt modelId="{D53DE176-890C-4509-97CE-A1124F3A2BB7}" type="parTrans" cxnId="{34B83A1F-45A2-46EC-9BC6-64BBCC133165}">
      <dgm:prSet/>
      <dgm:spPr/>
      <dgm:t>
        <a:bodyPr/>
        <a:lstStyle/>
        <a:p>
          <a:endParaRPr lang="en-US"/>
        </a:p>
      </dgm:t>
    </dgm:pt>
    <dgm:pt modelId="{310D87FA-44D7-4FA3-A91A-74C285E1E0C1}" type="sibTrans" cxnId="{34B83A1F-45A2-46EC-9BC6-64BBCC133165}">
      <dgm:prSet/>
      <dgm:spPr/>
      <dgm:t>
        <a:bodyPr/>
        <a:lstStyle/>
        <a:p>
          <a:endParaRPr lang="en-US"/>
        </a:p>
      </dgm:t>
    </dgm:pt>
    <dgm:pt modelId="{33C81750-926A-4217-9558-CBAD1E2A5BAD}">
      <dgm:prSet/>
      <dgm:spPr/>
      <dgm:t>
        <a:bodyPr/>
        <a:lstStyle/>
        <a:p>
          <a:r>
            <a:rPr lang="en-US" b="1"/>
            <a:t>Linear Algebra on Finite Fields:</a:t>
          </a:r>
          <a:r>
            <a:rPr lang="en-US"/>
            <a:t>Network represented as a graph g=(V,E).</a:t>
          </a:r>
        </a:p>
      </dgm:t>
    </dgm:pt>
    <dgm:pt modelId="{25A1F898-00B3-46F7-9A0E-7CFD53BBFE4A}" type="parTrans" cxnId="{00720E63-AE26-49F0-8162-8218B7DB0847}">
      <dgm:prSet/>
      <dgm:spPr/>
      <dgm:t>
        <a:bodyPr/>
        <a:lstStyle/>
        <a:p>
          <a:endParaRPr lang="en-US"/>
        </a:p>
      </dgm:t>
    </dgm:pt>
    <dgm:pt modelId="{C631611B-119E-43B4-B5D4-DD1FF5C6D412}" type="sibTrans" cxnId="{00720E63-AE26-49F0-8162-8218B7DB0847}">
      <dgm:prSet/>
      <dgm:spPr/>
      <dgm:t>
        <a:bodyPr/>
        <a:lstStyle/>
        <a:p>
          <a:endParaRPr lang="en-US"/>
        </a:p>
      </dgm:t>
    </dgm:pt>
    <dgm:pt modelId="{249ACC95-8F15-453F-9B39-E43DDB11D5ED}">
      <dgm:prSet/>
      <dgm:spPr/>
      <dgm:t>
        <a:bodyPr/>
        <a:lstStyle/>
        <a:p>
          <a:r>
            <a:rPr lang="en-US"/>
            <a:t>Coding operation: ye=∑(ae,e′×xe′)ye: output symbol on edge e</a:t>
          </a:r>
        </a:p>
      </dgm:t>
    </dgm:pt>
    <dgm:pt modelId="{2892F902-DE3D-4A86-A68F-A40F1DBD8687}" type="parTrans" cxnId="{A7B9414E-D99E-4DDA-A3BC-9526762246AA}">
      <dgm:prSet/>
      <dgm:spPr/>
      <dgm:t>
        <a:bodyPr/>
        <a:lstStyle/>
        <a:p>
          <a:endParaRPr lang="en-US"/>
        </a:p>
      </dgm:t>
    </dgm:pt>
    <dgm:pt modelId="{B7F71F87-FE88-4D3C-BBA8-9C55AC09447E}" type="sibTrans" cxnId="{A7B9414E-D99E-4DDA-A3BC-9526762246AA}">
      <dgm:prSet/>
      <dgm:spPr/>
      <dgm:t>
        <a:bodyPr/>
        <a:lstStyle/>
        <a:p>
          <a:endParaRPr lang="en-US"/>
        </a:p>
      </dgm:t>
    </dgm:pt>
    <dgm:pt modelId="{82B4FB32-D940-44E4-8C80-9516C004F9AC}">
      <dgm:prSet/>
      <dgm:spPr/>
      <dgm:t>
        <a:bodyPr/>
        <a:lstStyle/>
        <a:p>
          <a:r>
            <a:rPr lang="en-US"/>
            <a:t>xe′: input symbols on incoming edges</a:t>
          </a:r>
        </a:p>
      </dgm:t>
    </dgm:pt>
    <dgm:pt modelId="{A3C44A5A-2E28-4F59-8651-50CDF9547321}" type="parTrans" cxnId="{ACA2479D-BF9E-4B09-9B56-52727F7F493F}">
      <dgm:prSet/>
      <dgm:spPr/>
      <dgm:t>
        <a:bodyPr/>
        <a:lstStyle/>
        <a:p>
          <a:endParaRPr lang="en-US"/>
        </a:p>
      </dgm:t>
    </dgm:pt>
    <dgm:pt modelId="{44547FA2-2B4F-48E9-8C59-E257A82FC7CE}" type="sibTrans" cxnId="{ACA2479D-BF9E-4B09-9B56-52727F7F493F}">
      <dgm:prSet/>
      <dgm:spPr/>
      <dgm:t>
        <a:bodyPr/>
        <a:lstStyle/>
        <a:p>
          <a:endParaRPr lang="en-US"/>
        </a:p>
      </dgm:t>
    </dgm:pt>
    <dgm:pt modelId="{FE272E32-1A23-45A2-AA54-2BA7FEEDB968}">
      <dgm:prSet/>
      <dgm:spPr/>
      <dgm:t>
        <a:bodyPr/>
        <a:lstStyle/>
        <a:p>
          <a:r>
            <a:rPr lang="en-US"/>
            <a:t>ae,e′: coding coefficients from a finite field</a:t>
          </a:r>
        </a:p>
      </dgm:t>
    </dgm:pt>
    <dgm:pt modelId="{EF43DD8A-09F9-403F-A529-C1EA40527024}" type="parTrans" cxnId="{6303DECA-1F94-42E5-9063-02068124F023}">
      <dgm:prSet/>
      <dgm:spPr/>
      <dgm:t>
        <a:bodyPr/>
        <a:lstStyle/>
        <a:p>
          <a:endParaRPr lang="en-US"/>
        </a:p>
      </dgm:t>
    </dgm:pt>
    <dgm:pt modelId="{2835FC05-A9E7-4D6D-AF92-F07F27E05F5A}" type="sibTrans" cxnId="{6303DECA-1F94-42E5-9063-02068124F023}">
      <dgm:prSet/>
      <dgm:spPr/>
      <dgm:t>
        <a:bodyPr/>
        <a:lstStyle/>
        <a:p>
          <a:endParaRPr lang="en-US"/>
        </a:p>
      </dgm:t>
    </dgm:pt>
    <dgm:pt modelId="{5603BE02-45C7-49A4-A297-42E4B98852FF}">
      <dgm:prSet/>
      <dgm:spPr/>
      <dgm:t>
        <a:bodyPr/>
        <a:lstStyle/>
        <a:p>
          <a:r>
            <a:rPr lang="en-US" b="1"/>
            <a:t>Finite Field Operation:</a:t>
          </a:r>
          <a:r>
            <a:rPr lang="en-US"/>
            <a:t>Usually on GF(2^m).</a:t>
          </a:r>
        </a:p>
      </dgm:t>
    </dgm:pt>
    <dgm:pt modelId="{FE1D2AA9-5E95-4BBD-ABBE-384CF4F0FCAF}" type="parTrans" cxnId="{A25FAAB7-3D8B-4921-BAA4-8EF789A11CC9}">
      <dgm:prSet/>
      <dgm:spPr/>
      <dgm:t>
        <a:bodyPr/>
        <a:lstStyle/>
        <a:p>
          <a:endParaRPr lang="en-US"/>
        </a:p>
      </dgm:t>
    </dgm:pt>
    <dgm:pt modelId="{F8399A31-39C1-4646-A795-54237A89508B}" type="sibTrans" cxnId="{A25FAAB7-3D8B-4921-BAA4-8EF789A11CC9}">
      <dgm:prSet/>
      <dgm:spPr/>
      <dgm:t>
        <a:bodyPr/>
        <a:lstStyle/>
        <a:p>
          <a:endParaRPr lang="en-US"/>
        </a:p>
      </dgm:t>
    </dgm:pt>
    <dgm:pt modelId="{4B06BB4F-10F4-4510-AE52-8E888AC59C03}">
      <dgm:prSet/>
      <dgm:spPr/>
      <dgm:t>
        <a:bodyPr/>
        <a:lstStyle/>
        <a:p>
          <a:r>
            <a:rPr lang="en-US"/>
            <a:t>Operations performed modulo an irreducible polynomial.</a:t>
          </a:r>
        </a:p>
      </dgm:t>
    </dgm:pt>
    <dgm:pt modelId="{28335E5E-55EE-4ABE-A001-112C9C1199EF}" type="parTrans" cxnId="{F89866C2-C620-48C8-BABE-4A572954139A}">
      <dgm:prSet/>
      <dgm:spPr/>
      <dgm:t>
        <a:bodyPr/>
        <a:lstStyle/>
        <a:p>
          <a:endParaRPr lang="en-US"/>
        </a:p>
      </dgm:t>
    </dgm:pt>
    <dgm:pt modelId="{FCC6443F-008E-4A6B-A16C-55C4C5E14BE1}" type="sibTrans" cxnId="{F89866C2-C620-48C8-BABE-4A572954139A}">
      <dgm:prSet/>
      <dgm:spPr/>
      <dgm:t>
        <a:bodyPr/>
        <a:lstStyle/>
        <a:p>
          <a:endParaRPr lang="en-US"/>
        </a:p>
      </dgm:t>
    </dgm:pt>
    <dgm:pt modelId="{D45C3035-90A2-443A-9129-94E3B294AFDB}">
      <dgm:prSet/>
      <dgm:spPr/>
      <dgm:t>
        <a:bodyPr/>
        <a:lstStyle/>
        <a:p>
          <a:r>
            <a:rPr lang="en-US"/>
            <a:t>Ensures reversibility and original information recovery.</a:t>
          </a:r>
        </a:p>
      </dgm:t>
    </dgm:pt>
    <dgm:pt modelId="{1BE15446-8E16-484D-A4F6-6699D4EE32C9}" type="parTrans" cxnId="{9F966686-B12F-48E8-8D64-0611A64CE0FD}">
      <dgm:prSet/>
      <dgm:spPr/>
      <dgm:t>
        <a:bodyPr/>
        <a:lstStyle/>
        <a:p>
          <a:endParaRPr lang="en-US"/>
        </a:p>
      </dgm:t>
    </dgm:pt>
    <dgm:pt modelId="{7D91C01C-074D-435D-A85C-2BC5F053C62C}" type="sibTrans" cxnId="{9F966686-B12F-48E8-8D64-0611A64CE0FD}">
      <dgm:prSet/>
      <dgm:spPr/>
      <dgm:t>
        <a:bodyPr/>
        <a:lstStyle/>
        <a:p>
          <a:endParaRPr lang="en-US"/>
        </a:p>
      </dgm:t>
    </dgm:pt>
    <dgm:pt modelId="{38428ADE-B556-482D-A413-742527625342}" type="pres">
      <dgm:prSet presAssocID="{A885C046-F4BF-47C0-BD39-8025E5894302}" presName="diagram" presStyleCnt="0">
        <dgm:presLayoutVars>
          <dgm:dir/>
          <dgm:resizeHandles val="exact"/>
        </dgm:presLayoutVars>
      </dgm:prSet>
      <dgm:spPr/>
    </dgm:pt>
    <dgm:pt modelId="{C28EDB4E-1896-4AB3-A857-65385285D61F}" type="pres">
      <dgm:prSet presAssocID="{9B19EE4C-C437-4063-9E6D-0EA172B470A7}" presName="node" presStyleLbl="node1" presStyleIdx="0" presStyleCnt="8">
        <dgm:presLayoutVars>
          <dgm:bulletEnabled val="1"/>
        </dgm:presLayoutVars>
      </dgm:prSet>
      <dgm:spPr/>
    </dgm:pt>
    <dgm:pt modelId="{546C8FFE-AA28-4AEB-91DB-E845DCC6988D}" type="pres">
      <dgm:prSet presAssocID="{310D87FA-44D7-4FA3-A91A-74C285E1E0C1}" presName="sibTrans" presStyleCnt="0"/>
      <dgm:spPr/>
    </dgm:pt>
    <dgm:pt modelId="{F368D9E7-1CF7-429A-A9DA-70004B0327F4}" type="pres">
      <dgm:prSet presAssocID="{33C81750-926A-4217-9558-CBAD1E2A5BAD}" presName="node" presStyleLbl="node1" presStyleIdx="1" presStyleCnt="8">
        <dgm:presLayoutVars>
          <dgm:bulletEnabled val="1"/>
        </dgm:presLayoutVars>
      </dgm:prSet>
      <dgm:spPr/>
    </dgm:pt>
    <dgm:pt modelId="{401A4EB6-1F4B-4994-94C4-4CA272C31954}" type="pres">
      <dgm:prSet presAssocID="{C631611B-119E-43B4-B5D4-DD1FF5C6D412}" presName="sibTrans" presStyleCnt="0"/>
      <dgm:spPr/>
    </dgm:pt>
    <dgm:pt modelId="{072A5CB2-C6F1-4ACD-9B2E-03D6AC173C5E}" type="pres">
      <dgm:prSet presAssocID="{249ACC95-8F15-453F-9B39-E43DDB11D5ED}" presName="node" presStyleLbl="node1" presStyleIdx="2" presStyleCnt="8">
        <dgm:presLayoutVars>
          <dgm:bulletEnabled val="1"/>
        </dgm:presLayoutVars>
      </dgm:prSet>
      <dgm:spPr/>
    </dgm:pt>
    <dgm:pt modelId="{577F25FD-0CB6-4565-92D8-5B171A25347A}" type="pres">
      <dgm:prSet presAssocID="{B7F71F87-FE88-4D3C-BBA8-9C55AC09447E}" presName="sibTrans" presStyleCnt="0"/>
      <dgm:spPr/>
    </dgm:pt>
    <dgm:pt modelId="{9FC801C3-9A37-4ACA-B221-7C27E4F2DD51}" type="pres">
      <dgm:prSet presAssocID="{82B4FB32-D940-44E4-8C80-9516C004F9AC}" presName="node" presStyleLbl="node1" presStyleIdx="3" presStyleCnt="8">
        <dgm:presLayoutVars>
          <dgm:bulletEnabled val="1"/>
        </dgm:presLayoutVars>
      </dgm:prSet>
      <dgm:spPr/>
    </dgm:pt>
    <dgm:pt modelId="{B94A8A21-FE95-4F7B-8309-E78BE5302615}" type="pres">
      <dgm:prSet presAssocID="{44547FA2-2B4F-48E9-8C59-E257A82FC7CE}" presName="sibTrans" presStyleCnt="0"/>
      <dgm:spPr/>
    </dgm:pt>
    <dgm:pt modelId="{012111D6-1EAE-4F0D-A07C-28F73EEB7AA5}" type="pres">
      <dgm:prSet presAssocID="{FE272E32-1A23-45A2-AA54-2BA7FEEDB968}" presName="node" presStyleLbl="node1" presStyleIdx="4" presStyleCnt="8">
        <dgm:presLayoutVars>
          <dgm:bulletEnabled val="1"/>
        </dgm:presLayoutVars>
      </dgm:prSet>
      <dgm:spPr/>
    </dgm:pt>
    <dgm:pt modelId="{A8056C3E-C2A1-4CFC-93C3-0B56568B1AB2}" type="pres">
      <dgm:prSet presAssocID="{2835FC05-A9E7-4D6D-AF92-F07F27E05F5A}" presName="sibTrans" presStyleCnt="0"/>
      <dgm:spPr/>
    </dgm:pt>
    <dgm:pt modelId="{93253BDD-58A5-42BA-B6E7-6E2122C771A9}" type="pres">
      <dgm:prSet presAssocID="{5603BE02-45C7-49A4-A297-42E4B98852FF}" presName="node" presStyleLbl="node1" presStyleIdx="5" presStyleCnt="8">
        <dgm:presLayoutVars>
          <dgm:bulletEnabled val="1"/>
        </dgm:presLayoutVars>
      </dgm:prSet>
      <dgm:spPr/>
    </dgm:pt>
    <dgm:pt modelId="{63ABD85E-DCA9-412D-B687-C7BAC5C3EF7A}" type="pres">
      <dgm:prSet presAssocID="{F8399A31-39C1-4646-A795-54237A89508B}" presName="sibTrans" presStyleCnt="0"/>
      <dgm:spPr/>
    </dgm:pt>
    <dgm:pt modelId="{3F273987-C6EE-41EB-9BDB-83D43AB8E0A6}" type="pres">
      <dgm:prSet presAssocID="{4B06BB4F-10F4-4510-AE52-8E888AC59C03}" presName="node" presStyleLbl="node1" presStyleIdx="6" presStyleCnt="8">
        <dgm:presLayoutVars>
          <dgm:bulletEnabled val="1"/>
        </dgm:presLayoutVars>
      </dgm:prSet>
      <dgm:spPr/>
    </dgm:pt>
    <dgm:pt modelId="{E1F20B47-9A39-4008-BB9C-68ECCA87A5B4}" type="pres">
      <dgm:prSet presAssocID="{FCC6443F-008E-4A6B-A16C-55C4C5E14BE1}" presName="sibTrans" presStyleCnt="0"/>
      <dgm:spPr/>
    </dgm:pt>
    <dgm:pt modelId="{4CF52597-1359-430F-B41B-4642AB439DB1}" type="pres">
      <dgm:prSet presAssocID="{D45C3035-90A2-443A-9129-94E3B294AFDB}" presName="node" presStyleLbl="node1" presStyleIdx="7" presStyleCnt="8">
        <dgm:presLayoutVars>
          <dgm:bulletEnabled val="1"/>
        </dgm:presLayoutVars>
      </dgm:prSet>
      <dgm:spPr/>
    </dgm:pt>
  </dgm:ptLst>
  <dgm:cxnLst>
    <dgm:cxn modelId="{E2347410-C614-491C-A2E6-6FF319C54DA2}" type="presOf" srcId="{5603BE02-45C7-49A4-A297-42E4B98852FF}" destId="{93253BDD-58A5-42BA-B6E7-6E2122C771A9}" srcOrd="0" destOrd="0" presId="urn:microsoft.com/office/officeart/2005/8/layout/default"/>
    <dgm:cxn modelId="{6CE2FB16-D25D-4C74-B0EF-60A67370C5D8}" type="presOf" srcId="{A885C046-F4BF-47C0-BD39-8025E5894302}" destId="{38428ADE-B556-482D-A413-742527625342}" srcOrd="0" destOrd="0" presId="urn:microsoft.com/office/officeart/2005/8/layout/default"/>
    <dgm:cxn modelId="{34B83A1F-45A2-46EC-9BC6-64BBCC133165}" srcId="{A885C046-F4BF-47C0-BD39-8025E5894302}" destId="{9B19EE4C-C437-4063-9E6D-0EA172B470A7}" srcOrd="0" destOrd="0" parTransId="{D53DE176-890C-4509-97CE-A1124F3A2BB7}" sibTransId="{310D87FA-44D7-4FA3-A91A-74C285E1E0C1}"/>
    <dgm:cxn modelId="{A4E1FA28-ADAE-45D7-B2AB-CD2AC5B26C3B}" type="presOf" srcId="{33C81750-926A-4217-9558-CBAD1E2A5BAD}" destId="{F368D9E7-1CF7-429A-A9DA-70004B0327F4}" srcOrd="0" destOrd="0" presId="urn:microsoft.com/office/officeart/2005/8/layout/default"/>
    <dgm:cxn modelId="{35C8F131-6DD4-4B8F-8EF4-F25385F46824}" type="presOf" srcId="{9B19EE4C-C437-4063-9E6D-0EA172B470A7}" destId="{C28EDB4E-1896-4AB3-A857-65385285D61F}" srcOrd="0" destOrd="0" presId="urn:microsoft.com/office/officeart/2005/8/layout/default"/>
    <dgm:cxn modelId="{00720E63-AE26-49F0-8162-8218B7DB0847}" srcId="{A885C046-F4BF-47C0-BD39-8025E5894302}" destId="{33C81750-926A-4217-9558-CBAD1E2A5BAD}" srcOrd="1" destOrd="0" parTransId="{25A1F898-00B3-46F7-9A0E-7CFD53BBFE4A}" sibTransId="{C631611B-119E-43B4-B5D4-DD1FF5C6D412}"/>
    <dgm:cxn modelId="{7650DD49-680B-4DFE-B0F1-805E34B0666E}" type="presOf" srcId="{FE272E32-1A23-45A2-AA54-2BA7FEEDB968}" destId="{012111D6-1EAE-4F0D-A07C-28F73EEB7AA5}" srcOrd="0" destOrd="0" presId="urn:microsoft.com/office/officeart/2005/8/layout/default"/>
    <dgm:cxn modelId="{A7B9414E-D99E-4DDA-A3BC-9526762246AA}" srcId="{A885C046-F4BF-47C0-BD39-8025E5894302}" destId="{249ACC95-8F15-453F-9B39-E43DDB11D5ED}" srcOrd="2" destOrd="0" parTransId="{2892F902-DE3D-4A86-A68F-A40F1DBD8687}" sibTransId="{B7F71F87-FE88-4D3C-BBA8-9C55AC09447E}"/>
    <dgm:cxn modelId="{9F966686-B12F-48E8-8D64-0611A64CE0FD}" srcId="{A885C046-F4BF-47C0-BD39-8025E5894302}" destId="{D45C3035-90A2-443A-9129-94E3B294AFDB}" srcOrd="7" destOrd="0" parTransId="{1BE15446-8E16-484D-A4F6-6699D4EE32C9}" sibTransId="{7D91C01C-074D-435D-A85C-2BC5F053C62C}"/>
    <dgm:cxn modelId="{896CF58B-C776-4697-B23E-5271DA23B32B}" type="presOf" srcId="{D45C3035-90A2-443A-9129-94E3B294AFDB}" destId="{4CF52597-1359-430F-B41B-4642AB439DB1}" srcOrd="0" destOrd="0" presId="urn:microsoft.com/office/officeart/2005/8/layout/default"/>
    <dgm:cxn modelId="{ACA2479D-BF9E-4B09-9B56-52727F7F493F}" srcId="{A885C046-F4BF-47C0-BD39-8025E5894302}" destId="{82B4FB32-D940-44E4-8C80-9516C004F9AC}" srcOrd="3" destOrd="0" parTransId="{A3C44A5A-2E28-4F59-8651-50CDF9547321}" sibTransId="{44547FA2-2B4F-48E9-8C59-E257A82FC7CE}"/>
    <dgm:cxn modelId="{133AC1A4-F012-4717-900C-890FD6651341}" type="presOf" srcId="{4B06BB4F-10F4-4510-AE52-8E888AC59C03}" destId="{3F273987-C6EE-41EB-9BDB-83D43AB8E0A6}" srcOrd="0" destOrd="0" presId="urn:microsoft.com/office/officeart/2005/8/layout/default"/>
    <dgm:cxn modelId="{A25FAAB7-3D8B-4921-BAA4-8EF789A11CC9}" srcId="{A885C046-F4BF-47C0-BD39-8025E5894302}" destId="{5603BE02-45C7-49A4-A297-42E4B98852FF}" srcOrd="5" destOrd="0" parTransId="{FE1D2AA9-5E95-4BBD-ABBE-384CF4F0FCAF}" sibTransId="{F8399A31-39C1-4646-A795-54237A89508B}"/>
    <dgm:cxn modelId="{F89866C2-C620-48C8-BABE-4A572954139A}" srcId="{A885C046-F4BF-47C0-BD39-8025E5894302}" destId="{4B06BB4F-10F4-4510-AE52-8E888AC59C03}" srcOrd="6" destOrd="0" parTransId="{28335E5E-55EE-4ABE-A001-112C9C1199EF}" sibTransId="{FCC6443F-008E-4A6B-A16C-55C4C5E14BE1}"/>
    <dgm:cxn modelId="{5C1E3ACA-1182-47DD-B944-2AD07344512B}" type="presOf" srcId="{249ACC95-8F15-453F-9B39-E43DDB11D5ED}" destId="{072A5CB2-C6F1-4ACD-9B2E-03D6AC173C5E}" srcOrd="0" destOrd="0" presId="urn:microsoft.com/office/officeart/2005/8/layout/default"/>
    <dgm:cxn modelId="{6303DECA-1F94-42E5-9063-02068124F023}" srcId="{A885C046-F4BF-47C0-BD39-8025E5894302}" destId="{FE272E32-1A23-45A2-AA54-2BA7FEEDB968}" srcOrd="4" destOrd="0" parTransId="{EF43DD8A-09F9-403F-A529-C1EA40527024}" sibTransId="{2835FC05-A9E7-4D6D-AF92-F07F27E05F5A}"/>
    <dgm:cxn modelId="{5EAFEACD-1CBD-452F-8921-42035E01E981}" type="presOf" srcId="{82B4FB32-D940-44E4-8C80-9516C004F9AC}" destId="{9FC801C3-9A37-4ACA-B221-7C27E4F2DD51}" srcOrd="0" destOrd="0" presId="urn:microsoft.com/office/officeart/2005/8/layout/default"/>
    <dgm:cxn modelId="{73EB9D6A-D4EE-4767-A26C-E1BF55AD77A9}" type="presParOf" srcId="{38428ADE-B556-482D-A413-742527625342}" destId="{C28EDB4E-1896-4AB3-A857-65385285D61F}" srcOrd="0" destOrd="0" presId="urn:microsoft.com/office/officeart/2005/8/layout/default"/>
    <dgm:cxn modelId="{9B1BE51E-601A-4307-AE4E-D52CAF9D91EF}" type="presParOf" srcId="{38428ADE-B556-482D-A413-742527625342}" destId="{546C8FFE-AA28-4AEB-91DB-E845DCC6988D}" srcOrd="1" destOrd="0" presId="urn:microsoft.com/office/officeart/2005/8/layout/default"/>
    <dgm:cxn modelId="{052D12DB-97DB-499C-A585-811AB6992E24}" type="presParOf" srcId="{38428ADE-B556-482D-A413-742527625342}" destId="{F368D9E7-1CF7-429A-A9DA-70004B0327F4}" srcOrd="2" destOrd="0" presId="urn:microsoft.com/office/officeart/2005/8/layout/default"/>
    <dgm:cxn modelId="{E1F00DF5-B224-45D1-926A-63989713781F}" type="presParOf" srcId="{38428ADE-B556-482D-A413-742527625342}" destId="{401A4EB6-1F4B-4994-94C4-4CA272C31954}" srcOrd="3" destOrd="0" presId="urn:microsoft.com/office/officeart/2005/8/layout/default"/>
    <dgm:cxn modelId="{3221997F-5069-4EDD-9F9F-B4786CA91322}" type="presParOf" srcId="{38428ADE-B556-482D-A413-742527625342}" destId="{072A5CB2-C6F1-4ACD-9B2E-03D6AC173C5E}" srcOrd="4" destOrd="0" presId="urn:microsoft.com/office/officeart/2005/8/layout/default"/>
    <dgm:cxn modelId="{AC3AF1DD-42D6-477A-A05B-D9D758FA9097}" type="presParOf" srcId="{38428ADE-B556-482D-A413-742527625342}" destId="{577F25FD-0CB6-4565-92D8-5B171A25347A}" srcOrd="5" destOrd="0" presId="urn:microsoft.com/office/officeart/2005/8/layout/default"/>
    <dgm:cxn modelId="{C2769B61-D0A9-4954-BA35-B18744BB4DDA}" type="presParOf" srcId="{38428ADE-B556-482D-A413-742527625342}" destId="{9FC801C3-9A37-4ACA-B221-7C27E4F2DD51}" srcOrd="6" destOrd="0" presId="urn:microsoft.com/office/officeart/2005/8/layout/default"/>
    <dgm:cxn modelId="{024EF82A-ECB8-4038-AF54-4908C785482A}" type="presParOf" srcId="{38428ADE-B556-482D-A413-742527625342}" destId="{B94A8A21-FE95-4F7B-8309-E78BE5302615}" srcOrd="7" destOrd="0" presId="urn:microsoft.com/office/officeart/2005/8/layout/default"/>
    <dgm:cxn modelId="{1E82DF7A-F019-46A9-964D-290B22BBEF72}" type="presParOf" srcId="{38428ADE-B556-482D-A413-742527625342}" destId="{012111D6-1EAE-4F0D-A07C-28F73EEB7AA5}" srcOrd="8" destOrd="0" presId="urn:microsoft.com/office/officeart/2005/8/layout/default"/>
    <dgm:cxn modelId="{1E1212F6-53C3-42AD-9F77-67508A6E1716}" type="presParOf" srcId="{38428ADE-B556-482D-A413-742527625342}" destId="{A8056C3E-C2A1-4CFC-93C3-0B56568B1AB2}" srcOrd="9" destOrd="0" presId="urn:microsoft.com/office/officeart/2005/8/layout/default"/>
    <dgm:cxn modelId="{CA34E4E0-4E11-45FB-8280-B9641FB19AE3}" type="presParOf" srcId="{38428ADE-B556-482D-A413-742527625342}" destId="{93253BDD-58A5-42BA-B6E7-6E2122C771A9}" srcOrd="10" destOrd="0" presId="urn:microsoft.com/office/officeart/2005/8/layout/default"/>
    <dgm:cxn modelId="{852EE5B9-16D5-43D6-9EA3-8FD9A932F400}" type="presParOf" srcId="{38428ADE-B556-482D-A413-742527625342}" destId="{63ABD85E-DCA9-412D-B687-C7BAC5C3EF7A}" srcOrd="11" destOrd="0" presId="urn:microsoft.com/office/officeart/2005/8/layout/default"/>
    <dgm:cxn modelId="{85C9F2C8-DE12-496D-98C1-30D2DC268DF8}" type="presParOf" srcId="{38428ADE-B556-482D-A413-742527625342}" destId="{3F273987-C6EE-41EB-9BDB-83D43AB8E0A6}" srcOrd="12" destOrd="0" presId="urn:microsoft.com/office/officeart/2005/8/layout/default"/>
    <dgm:cxn modelId="{63B6A8E6-BDF3-4291-A329-95FF6B859B6E}" type="presParOf" srcId="{38428ADE-B556-482D-A413-742527625342}" destId="{E1F20B47-9A39-4008-BB9C-68ECCA87A5B4}" srcOrd="13" destOrd="0" presId="urn:microsoft.com/office/officeart/2005/8/layout/default"/>
    <dgm:cxn modelId="{5314E944-210D-49BB-BB02-F11E694BE593}" type="presParOf" srcId="{38428ADE-B556-482D-A413-742527625342}" destId="{4CF52597-1359-430F-B41B-4642AB439DB1}"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2FB963-BD9C-4CAE-9332-2DEEFA17E016}" type="doc">
      <dgm:prSet loTypeId="urn:microsoft.com/office/officeart/2005/8/layout/default" loCatId="list" qsTypeId="urn:microsoft.com/office/officeart/2005/8/quickstyle/simple4" qsCatId="simple" csTypeId="urn:microsoft.com/office/officeart/2005/8/colors/colorful1" csCatId="colorful"/>
      <dgm:spPr/>
      <dgm:t>
        <a:bodyPr/>
        <a:lstStyle/>
        <a:p>
          <a:endParaRPr lang="en-US"/>
        </a:p>
      </dgm:t>
    </dgm:pt>
    <dgm:pt modelId="{8E9685E7-58C3-4BBC-8318-0E3FE07091B6}">
      <dgm:prSet/>
      <dgm:spPr/>
      <dgm:t>
        <a:bodyPr/>
        <a:lstStyle/>
        <a:p>
          <a:r>
            <a:rPr lang="en-US" b="1"/>
            <a:t>Random Linear Network Coding (RLNC):</a:t>
          </a:r>
          <a:r>
            <a:rPr lang="en-US"/>
            <a:t>Most widely studied form.</a:t>
          </a:r>
        </a:p>
      </dgm:t>
    </dgm:pt>
    <dgm:pt modelId="{3E1DCEB1-3B90-4E19-8D0E-96E737E344C1}" type="parTrans" cxnId="{A4A6FF26-2668-44B5-AAD7-529C1DE7136B}">
      <dgm:prSet/>
      <dgm:spPr/>
      <dgm:t>
        <a:bodyPr/>
        <a:lstStyle/>
        <a:p>
          <a:endParaRPr lang="en-US"/>
        </a:p>
      </dgm:t>
    </dgm:pt>
    <dgm:pt modelId="{466B7331-C628-426A-8FF5-D12C322DE122}" type="sibTrans" cxnId="{A4A6FF26-2668-44B5-AAD7-529C1DE7136B}">
      <dgm:prSet/>
      <dgm:spPr/>
      <dgm:t>
        <a:bodyPr/>
        <a:lstStyle/>
        <a:p>
          <a:endParaRPr lang="en-US"/>
        </a:p>
      </dgm:t>
    </dgm:pt>
    <dgm:pt modelId="{2F9192BD-84A9-437D-8F9C-789A78F8B134}">
      <dgm:prSet/>
      <dgm:spPr/>
      <dgm:t>
        <a:bodyPr/>
        <a:lstStyle/>
        <a:p>
          <a:r>
            <a:rPr lang="en-US"/>
            <a:t>Coding coefficients chosen randomly from a finite region.</a:t>
          </a:r>
        </a:p>
      </dgm:t>
    </dgm:pt>
    <dgm:pt modelId="{65DBF66E-CC60-4A4C-AD59-D60BAD1AC598}" type="parTrans" cxnId="{658830A6-CA8E-4C16-9A09-3E50720B3C33}">
      <dgm:prSet/>
      <dgm:spPr/>
      <dgm:t>
        <a:bodyPr/>
        <a:lstStyle/>
        <a:p>
          <a:endParaRPr lang="en-US"/>
        </a:p>
      </dgm:t>
    </dgm:pt>
    <dgm:pt modelId="{26ED070F-D19C-4EF2-B29B-032A206C6FBA}" type="sibTrans" cxnId="{658830A6-CA8E-4C16-9A09-3E50720B3C33}">
      <dgm:prSet/>
      <dgm:spPr/>
      <dgm:t>
        <a:bodyPr/>
        <a:lstStyle/>
        <a:p>
          <a:endParaRPr lang="en-US"/>
        </a:p>
      </dgm:t>
    </dgm:pt>
    <dgm:pt modelId="{4027C753-F695-4A96-A672-5CFA84A8E0F3}">
      <dgm:prSet/>
      <dgm:spPr/>
      <dgm:t>
        <a:bodyPr/>
        <a:lstStyle/>
        <a:p>
          <a:r>
            <a:rPr lang="en-US" b="1"/>
            <a:t>Major Benefits:Distributed Implementation:</a:t>
          </a:r>
          <a:r>
            <a:rPr lang="en-US"/>
            <a:t> No centralized coordination needed.</a:t>
          </a:r>
        </a:p>
      </dgm:t>
    </dgm:pt>
    <dgm:pt modelId="{DAF93436-CF1E-4A87-91E1-3511DB910718}" type="parTrans" cxnId="{C80ADD27-5821-42B5-8F4E-A89C174D5CE6}">
      <dgm:prSet/>
      <dgm:spPr/>
      <dgm:t>
        <a:bodyPr/>
        <a:lstStyle/>
        <a:p>
          <a:endParaRPr lang="en-US"/>
        </a:p>
      </dgm:t>
    </dgm:pt>
    <dgm:pt modelId="{D544D9BD-36F1-4662-8A7F-9896B9583084}" type="sibTrans" cxnId="{C80ADD27-5821-42B5-8F4E-A89C174D5CE6}">
      <dgm:prSet/>
      <dgm:spPr/>
      <dgm:t>
        <a:bodyPr/>
        <a:lstStyle/>
        <a:p>
          <a:endParaRPr lang="en-US"/>
        </a:p>
      </dgm:t>
    </dgm:pt>
    <dgm:pt modelId="{326776DD-9777-453E-BE86-4DC36A01A3A5}">
      <dgm:prSet/>
      <dgm:spPr/>
      <dgm:t>
        <a:bodyPr/>
        <a:lstStyle/>
        <a:p>
          <a:r>
            <a:rPr lang="en-US" b="1"/>
            <a:t>Adaptability:</a:t>
          </a:r>
          <a:r>
            <a:rPr lang="en-US"/>
            <a:t> Works well with dynamic topologies.</a:t>
          </a:r>
        </a:p>
      </dgm:t>
    </dgm:pt>
    <dgm:pt modelId="{4A7CA862-0A1D-4783-9AF1-8335B476EEDC}" type="parTrans" cxnId="{8C3AB360-6C12-4B95-9A78-DB76CA9CBA55}">
      <dgm:prSet/>
      <dgm:spPr/>
      <dgm:t>
        <a:bodyPr/>
        <a:lstStyle/>
        <a:p>
          <a:endParaRPr lang="en-US"/>
        </a:p>
      </dgm:t>
    </dgm:pt>
    <dgm:pt modelId="{D5596242-93A8-4B5C-845C-0F15D3C5FC72}" type="sibTrans" cxnId="{8C3AB360-6C12-4B95-9A78-DB76CA9CBA55}">
      <dgm:prSet/>
      <dgm:spPr/>
      <dgm:t>
        <a:bodyPr/>
        <a:lstStyle/>
        <a:p>
          <a:endParaRPr lang="en-US"/>
        </a:p>
      </dgm:t>
    </dgm:pt>
    <dgm:pt modelId="{F2268FD4-8957-4E64-8EB3-A3CAB91033CB}">
      <dgm:prSet/>
      <dgm:spPr/>
      <dgm:t>
        <a:bodyPr/>
        <a:lstStyle/>
        <a:p>
          <a:r>
            <a:rPr lang="en-US" b="1"/>
            <a:t>Robustness:</a:t>
          </a:r>
          <a:r>
            <a:rPr lang="en-US"/>
            <a:t> Provides inherent error correction.</a:t>
          </a:r>
        </a:p>
      </dgm:t>
    </dgm:pt>
    <dgm:pt modelId="{B1090B31-2DB6-4696-A81B-AC730A015BBC}" type="parTrans" cxnId="{BF402A60-8DE7-4A14-B884-B4726C806F81}">
      <dgm:prSet/>
      <dgm:spPr/>
      <dgm:t>
        <a:bodyPr/>
        <a:lstStyle/>
        <a:p>
          <a:endParaRPr lang="en-US"/>
        </a:p>
      </dgm:t>
    </dgm:pt>
    <dgm:pt modelId="{0E624A1C-A590-4AB7-B9F9-607A323FE750}" type="sibTrans" cxnId="{BF402A60-8DE7-4A14-B884-B4726C806F81}">
      <dgm:prSet/>
      <dgm:spPr/>
      <dgm:t>
        <a:bodyPr/>
        <a:lstStyle/>
        <a:p>
          <a:endParaRPr lang="en-US"/>
        </a:p>
      </dgm:t>
    </dgm:pt>
    <dgm:pt modelId="{A2F3BDB5-763B-4D90-BCDD-E0EE1CAF6DB0}">
      <dgm:prSet/>
      <dgm:spPr/>
      <dgm:t>
        <a:bodyPr/>
        <a:lstStyle/>
        <a:p>
          <a:r>
            <a:rPr lang="en-US" b="1"/>
            <a:t>Implementation Details:</a:t>
          </a:r>
          <a:r>
            <a:rPr lang="en-US"/>
            <a:t>Each coded packet contains:Coding vector (linear combination).</a:t>
          </a:r>
        </a:p>
      </dgm:t>
    </dgm:pt>
    <dgm:pt modelId="{9F28CDE6-1A2E-4A10-893D-3ABA93DD2383}" type="parTrans" cxnId="{E4C1F993-257D-4B4D-B7B2-D0A3CF85D496}">
      <dgm:prSet/>
      <dgm:spPr/>
      <dgm:t>
        <a:bodyPr/>
        <a:lstStyle/>
        <a:p>
          <a:endParaRPr lang="en-US"/>
        </a:p>
      </dgm:t>
    </dgm:pt>
    <dgm:pt modelId="{3CA48A35-5069-4241-A38D-E1701A8A5B12}" type="sibTrans" cxnId="{E4C1F993-257D-4B4D-B7B2-D0A3CF85D496}">
      <dgm:prSet/>
      <dgm:spPr/>
      <dgm:t>
        <a:bodyPr/>
        <a:lstStyle/>
        <a:p>
          <a:endParaRPr lang="en-US"/>
        </a:p>
      </dgm:t>
    </dgm:pt>
    <dgm:pt modelId="{20BD7E2D-D433-4213-AF3A-A968596486B0}">
      <dgm:prSet/>
      <dgm:spPr/>
      <dgm:t>
        <a:bodyPr/>
        <a:lstStyle/>
        <a:p>
          <a:r>
            <a:rPr lang="en-US"/>
            <a:t>Payload (actual coded data).</a:t>
          </a:r>
        </a:p>
      </dgm:t>
    </dgm:pt>
    <dgm:pt modelId="{DFCA2911-53EE-41F4-92DD-62DDE15CE2E6}" type="parTrans" cxnId="{1772DC98-ED56-40CD-A035-A27D2C61202C}">
      <dgm:prSet/>
      <dgm:spPr/>
      <dgm:t>
        <a:bodyPr/>
        <a:lstStyle/>
        <a:p>
          <a:endParaRPr lang="en-US"/>
        </a:p>
      </dgm:t>
    </dgm:pt>
    <dgm:pt modelId="{18AA357F-BE8A-4461-860C-5EA11ECC1844}" type="sibTrans" cxnId="{1772DC98-ED56-40CD-A035-A27D2C61202C}">
      <dgm:prSet/>
      <dgm:spPr/>
      <dgm:t>
        <a:bodyPr/>
        <a:lstStyle/>
        <a:p>
          <a:endParaRPr lang="en-US"/>
        </a:p>
      </dgm:t>
    </dgm:pt>
    <dgm:pt modelId="{D9A064E3-9016-492A-89A1-92DF402EA747}">
      <dgm:prSet/>
      <dgm:spPr/>
      <dgm:t>
        <a:bodyPr/>
        <a:lstStyle/>
        <a:p>
          <a:r>
            <a:rPr lang="en-US"/>
            <a:t>Generation identifier (for packet grouping).</a:t>
          </a:r>
        </a:p>
      </dgm:t>
    </dgm:pt>
    <dgm:pt modelId="{0412C852-0DD6-49CA-BF29-97538CE871BC}" type="parTrans" cxnId="{2FEE347F-9735-4FF2-930B-D1D350155A0C}">
      <dgm:prSet/>
      <dgm:spPr/>
      <dgm:t>
        <a:bodyPr/>
        <a:lstStyle/>
        <a:p>
          <a:endParaRPr lang="en-US"/>
        </a:p>
      </dgm:t>
    </dgm:pt>
    <dgm:pt modelId="{BD49CB8B-0BE0-4554-8B10-1184F95CACD1}" type="sibTrans" cxnId="{2FEE347F-9735-4FF2-930B-D1D350155A0C}">
      <dgm:prSet/>
      <dgm:spPr/>
      <dgm:t>
        <a:bodyPr/>
        <a:lstStyle/>
        <a:p>
          <a:endParaRPr lang="en-US"/>
        </a:p>
      </dgm:t>
    </dgm:pt>
    <dgm:pt modelId="{C0D9C0EA-8F9B-4F16-A0F0-267B3F84CABC}">
      <dgm:prSet/>
      <dgm:spPr/>
      <dgm:t>
        <a:bodyPr/>
        <a:lstStyle/>
        <a:p>
          <a:r>
            <a:rPr lang="en-US" b="1"/>
            <a:t>Decoding Process:</a:t>
          </a:r>
          <a:r>
            <a:rPr lang="en-US"/>
            <a:t>Receivers collect linearly independent combinations.</a:t>
          </a:r>
        </a:p>
      </dgm:t>
    </dgm:pt>
    <dgm:pt modelId="{A5C26BEC-96F9-450E-8BCC-C335BBE88B0A}" type="parTrans" cxnId="{334AD576-D5AD-4591-8166-8EB4D07D7B88}">
      <dgm:prSet/>
      <dgm:spPr/>
      <dgm:t>
        <a:bodyPr/>
        <a:lstStyle/>
        <a:p>
          <a:endParaRPr lang="en-US"/>
        </a:p>
      </dgm:t>
    </dgm:pt>
    <dgm:pt modelId="{F24478CF-15B1-4A55-B7F9-B6CA92D0664E}" type="sibTrans" cxnId="{334AD576-D5AD-4591-8166-8EB4D07D7B88}">
      <dgm:prSet/>
      <dgm:spPr/>
      <dgm:t>
        <a:bodyPr/>
        <a:lstStyle/>
        <a:p>
          <a:endParaRPr lang="en-US"/>
        </a:p>
      </dgm:t>
    </dgm:pt>
    <dgm:pt modelId="{AD5018CB-1AB3-4644-8FD5-A8B5AE854F67}">
      <dgm:prSet/>
      <dgm:spPr/>
      <dgm:t>
        <a:bodyPr/>
        <a:lstStyle/>
        <a:p>
          <a:r>
            <a:rPr lang="en-US"/>
            <a:t>Solve for original data using Gaussian elimination.</a:t>
          </a:r>
        </a:p>
      </dgm:t>
    </dgm:pt>
    <dgm:pt modelId="{62D6426C-B4B9-45B4-935B-3C136BAF2315}" type="parTrans" cxnId="{E1565E64-247C-4C31-843C-CAFEC629F6E0}">
      <dgm:prSet/>
      <dgm:spPr/>
      <dgm:t>
        <a:bodyPr/>
        <a:lstStyle/>
        <a:p>
          <a:endParaRPr lang="en-US"/>
        </a:p>
      </dgm:t>
    </dgm:pt>
    <dgm:pt modelId="{7D1A09FC-8DBE-49FF-9940-8AD04DC1C57C}" type="sibTrans" cxnId="{E1565E64-247C-4C31-843C-CAFEC629F6E0}">
      <dgm:prSet/>
      <dgm:spPr/>
      <dgm:t>
        <a:bodyPr/>
        <a:lstStyle/>
        <a:p>
          <a:endParaRPr lang="en-US"/>
        </a:p>
      </dgm:t>
    </dgm:pt>
    <dgm:pt modelId="{A8E058DF-D0B4-4195-A645-B3B36A6205A8}" type="pres">
      <dgm:prSet presAssocID="{DA2FB963-BD9C-4CAE-9332-2DEEFA17E016}" presName="diagram" presStyleCnt="0">
        <dgm:presLayoutVars>
          <dgm:dir/>
          <dgm:resizeHandles val="exact"/>
        </dgm:presLayoutVars>
      </dgm:prSet>
      <dgm:spPr/>
    </dgm:pt>
    <dgm:pt modelId="{A4EA16A7-2A12-48F3-92D7-966B96A6E257}" type="pres">
      <dgm:prSet presAssocID="{8E9685E7-58C3-4BBC-8318-0E3FE07091B6}" presName="node" presStyleLbl="node1" presStyleIdx="0" presStyleCnt="10">
        <dgm:presLayoutVars>
          <dgm:bulletEnabled val="1"/>
        </dgm:presLayoutVars>
      </dgm:prSet>
      <dgm:spPr/>
    </dgm:pt>
    <dgm:pt modelId="{AAEDE903-3D34-4CBC-A144-004DCB553123}" type="pres">
      <dgm:prSet presAssocID="{466B7331-C628-426A-8FF5-D12C322DE122}" presName="sibTrans" presStyleCnt="0"/>
      <dgm:spPr/>
    </dgm:pt>
    <dgm:pt modelId="{B542C1D3-027E-43A4-A2CA-5FD1B85177D2}" type="pres">
      <dgm:prSet presAssocID="{2F9192BD-84A9-437D-8F9C-789A78F8B134}" presName="node" presStyleLbl="node1" presStyleIdx="1" presStyleCnt="10">
        <dgm:presLayoutVars>
          <dgm:bulletEnabled val="1"/>
        </dgm:presLayoutVars>
      </dgm:prSet>
      <dgm:spPr/>
    </dgm:pt>
    <dgm:pt modelId="{66DD1BA7-8F90-4ACE-95EC-23EFC003998D}" type="pres">
      <dgm:prSet presAssocID="{26ED070F-D19C-4EF2-B29B-032A206C6FBA}" presName="sibTrans" presStyleCnt="0"/>
      <dgm:spPr/>
    </dgm:pt>
    <dgm:pt modelId="{145A56CD-D1AD-4D3A-BF13-D783635F49D4}" type="pres">
      <dgm:prSet presAssocID="{4027C753-F695-4A96-A672-5CFA84A8E0F3}" presName="node" presStyleLbl="node1" presStyleIdx="2" presStyleCnt="10">
        <dgm:presLayoutVars>
          <dgm:bulletEnabled val="1"/>
        </dgm:presLayoutVars>
      </dgm:prSet>
      <dgm:spPr/>
    </dgm:pt>
    <dgm:pt modelId="{9332FBC0-8F0D-4F41-8B85-B5DE04DE43B2}" type="pres">
      <dgm:prSet presAssocID="{D544D9BD-36F1-4662-8A7F-9896B9583084}" presName="sibTrans" presStyleCnt="0"/>
      <dgm:spPr/>
    </dgm:pt>
    <dgm:pt modelId="{238284E3-B02B-45CD-ABE6-C60B7A08C9D1}" type="pres">
      <dgm:prSet presAssocID="{326776DD-9777-453E-BE86-4DC36A01A3A5}" presName="node" presStyleLbl="node1" presStyleIdx="3" presStyleCnt="10">
        <dgm:presLayoutVars>
          <dgm:bulletEnabled val="1"/>
        </dgm:presLayoutVars>
      </dgm:prSet>
      <dgm:spPr/>
    </dgm:pt>
    <dgm:pt modelId="{40EC035E-123E-4F0F-BFE4-06EC7E54276A}" type="pres">
      <dgm:prSet presAssocID="{D5596242-93A8-4B5C-845C-0F15D3C5FC72}" presName="sibTrans" presStyleCnt="0"/>
      <dgm:spPr/>
    </dgm:pt>
    <dgm:pt modelId="{372F6B9A-D376-48B7-B2AA-D665A7CBB461}" type="pres">
      <dgm:prSet presAssocID="{F2268FD4-8957-4E64-8EB3-A3CAB91033CB}" presName="node" presStyleLbl="node1" presStyleIdx="4" presStyleCnt="10">
        <dgm:presLayoutVars>
          <dgm:bulletEnabled val="1"/>
        </dgm:presLayoutVars>
      </dgm:prSet>
      <dgm:spPr/>
    </dgm:pt>
    <dgm:pt modelId="{506AEB66-155E-49D6-8F56-CAA17934CEA0}" type="pres">
      <dgm:prSet presAssocID="{0E624A1C-A590-4AB7-B9F9-607A323FE750}" presName="sibTrans" presStyleCnt="0"/>
      <dgm:spPr/>
    </dgm:pt>
    <dgm:pt modelId="{1A9D6638-3571-40BD-B18F-704F0DBD9607}" type="pres">
      <dgm:prSet presAssocID="{A2F3BDB5-763B-4D90-BCDD-E0EE1CAF6DB0}" presName="node" presStyleLbl="node1" presStyleIdx="5" presStyleCnt="10">
        <dgm:presLayoutVars>
          <dgm:bulletEnabled val="1"/>
        </dgm:presLayoutVars>
      </dgm:prSet>
      <dgm:spPr/>
    </dgm:pt>
    <dgm:pt modelId="{076BF493-39ED-4A92-BEA7-26127A6EBCF9}" type="pres">
      <dgm:prSet presAssocID="{3CA48A35-5069-4241-A38D-E1701A8A5B12}" presName="sibTrans" presStyleCnt="0"/>
      <dgm:spPr/>
    </dgm:pt>
    <dgm:pt modelId="{93F626C1-3FE8-4A39-8128-43B2F5F56C0C}" type="pres">
      <dgm:prSet presAssocID="{20BD7E2D-D433-4213-AF3A-A968596486B0}" presName="node" presStyleLbl="node1" presStyleIdx="6" presStyleCnt="10">
        <dgm:presLayoutVars>
          <dgm:bulletEnabled val="1"/>
        </dgm:presLayoutVars>
      </dgm:prSet>
      <dgm:spPr/>
    </dgm:pt>
    <dgm:pt modelId="{21EDA935-4FAD-466A-83BA-83A7C61DAEE3}" type="pres">
      <dgm:prSet presAssocID="{18AA357F-BE8A-4461-860C-5EA11ECC1844}" presName="sibTrans" presStyleCnt="0"/>
      <dgm:spPr/>
    </dgm:pt>
    <dgm:pt modelId="{53B1E5A5-562C-40E9-99C7-A0A377E6B00D}" type="pres">
      <dgm:prSet presAssocID="{D9A064E3-9016-492A-89A1-92DF402EA747}" presName="node" presStyleLbl="node1" presStyleIdx="7" presStyleCnt="10">
        <dgm:presLayoutVars>
          <dgm:bulletEnabled val="1"/>
        </dgm:presLayoutVars>
      </dgm:prSet>
      <dgm:spPr/>
    </dgm:pt>
    <dgm:pt modelId="{7DD3A6ED-3CFB-4447-81DA-EE97DD4846E1}" type="pres">
      <dgm:prSet presAssocID="{BD49CB8B-0BE0-4554-8B10-1184F95CACD1}" presName="sibTrans" presStyleCnt="0"/>
      <dgm:spPr/>
    </dgm:pt>
    <dgm:pt modelId="{F84E4502-F999-46C3-BB76-7E41E2CB1D35}" type="pres">
      <dgm:prSet presAssocID="{C0D9C0EA-8F9B-4F16-A0F0-267B3F84CABC}" presName="node" presStyleLbl="node1" presStyleIdx="8" presStyleCnt="10">
        <dgm:presLayoutVars>
          <dgm:bulletEnabled val="1"/>
        </dgm:presLayoutVars>
      </dgm:prSet>
      <dgm:spPr/>
    </dgm:pt>
    <dgm:pt modelId="{6F55DA2E-E34C-4EB9-9162-218A9AB7809F}" type="pres">
      <dgm:prSet presAssocID="{F24478CF-15B1-4A55-B7F9-B6CA92D0664E}" presName="sibTrans" presStyleCnt="0"/>
      <dgm:spPr/>
    </dgm:pt>
    <dgm:pt modelId="{A39DE727-3F1A-4870-B9D0-06C6EFFA98F6}" type="pres">
      <dgm:prSet presAssocID="{AD5018CB-1AB3-4644-8FD5-A8B5AE854F67}" presName="node" presStyleLbl="node1" presStyleIdx="9" presStyleCnt="10">
        <dgm:presLayoutVars>
          <dgm:bulletEnabled val="1"/>
        </dgm:presLayoutVars>
      </dgm:prSet>
      <dgm:spPr/>
    </dgm:pt>
  </dgm:ptLst>
  <dgm:cxnLst>
    <dgm:cxn modelId="{A4A6FF26-2668-44B5-AAD7-529C1DE7136B}" srcId="{DA2FB963-BD9C-4CAE-9332-2DEEFA17E016}" destId="{8E9685E7-58C3-4BBC-8318-0E3FE07091B6}" srcOrd="0" destOrd="0" parTransId="{3E1DCEB1-3B90-4E19-8D0E-96E737E344C1}" sibTransId="{466B7331-C628-426A-8FF5-D12C322DE122}"/>
    <dgm:cxn modelId="{C80ADD27-5821-42B5-8F4E-A89C174D5CE6}" srcId="{DA2FB963-BD9C-4CAE-9332-2DEEFA17E016}" destId="{4027C753-F695-4A96-A672-5CFA84A8E0F3}" srcOrd="2" destOrd="0" parTransId="{DAF93436-CF1E-4A87-91E1-3511DB910718}" sibTransId="{D544D9BD-36F1-4662-8A7F-9896B9583084}"/>
    <dgm:cxn modelId="{10686231-8A83-422E-80F0-48170A1130C6}" type="presOf" srcId="{8E9685E7-58C3-4BBC-8318-0E3FE07091B6}" destId="{A4EA16A7-2A12-48F3-92D7-966B96A6E257}" srcOrd="0" destOrd="0" presId="urn:microsoft.com/office/officeart/2005/8/layout/default"/>
    <dgm:cxn modelId="{60920D36-EB9B-446F-90C7-C18495E29951}" type="presOf" srcId="{F2268FD4-8957-4E64-8EB3-A3CAB91033CB}" destId="{372F6B9A-D376-48B7-B2AA-D665A7CBB461}" srcOrd="0" destOrd="0" presId="urn:microsoft.com/office/officeart/2005/8/layout/default"/>
    <dgm:cxn modelId="{1DCE513D-78C3-4894-B2EA-C94B7F8389FE}" type="presOf" srcId="{A2F3BDB5-763B-4D90-BCDD-E0EE1CAF6DB0}" destId="{1A9D6638-3571-40BD-B18F-704F0DBD9607}" srcOrd="0" destOrd="0" presId="urn:microsoft.com/office/officeart/2005/8/layout/default"/>
    <dgm:cxn modelId="{BF402A60-8DE7-4A14-B884-B4726C806F81}" srcId="{DA2FB963-BD9C-4CAE-9332-2DEEFA17E016}" destId="{F2268FD4-8957-4E64-8EB3-A3CAB91033CB}" srcOrd="4" destOrd="0" parTransId="{B1090B31-2DB6-4696-A81B-AC730A015BBC}" sibTransId="{0E624A1C-A590-4AB7-B9F9-607A323FE750}"/>
    <dgm:cxn modelId="{8C3AB360-6C12-4B95-9A78-DB76CA9CBA55}" srcId="{DA2FB963-BD9C-4CAE-9332-2DEEFA17E016}" destId="{326776DD-9777-453E-BE86-4DC36A01A3A5}" srcOrd="3" destOrd="0" parTransId="{4A7CA862-0A1D-4783-9AF1-8335B476EEDC}" sibTransId="{D5596242-93A8-4B5C-845C-0F15D3C5FC72}"/>
    <dgm:cxn modelId="{E1565E64-247C-4C31-843C-CAFEC629F6E0}" srcId="{DA2FB963-BD9C-4CAE-9332-2DEEFA17E016}" destId="{AD5018CB-1AB3-4644-8FD5-A8B5AE854F67}" srcOrd="9" destOrd="0" parTransId="{62D6426C-B4B9-45B4-935B-3C136BAF2315}" sibTransId="{7D1A09FC-8DBE-49FF-9940-8AD04DC1C57C}"/>
    <dgm:cxn modelId="{96DE1075-E069-4D60-B38E-9FF5F1BD5E27}" type="presOf" srcId="{2F9192BD-84A9-437D-8F9C-789A78F8B134}" destId="{B542C1D3-027E-43A4-A2CA-5FD1B85177D2}" srcOrd="0" destOrd="0" presId="urn:microsoft.com/office/officeart/2005/8/layout/default"/>
    <dgm:cxn modelId="{40327856-FA04-48AA-8C04-6F1FBBBAB448}" type="presOf" srcId="{DA2FB963-BD9C-4CAE-9332-2DEEFA17E016}" destId="{A8E058DF-D0B4-4195-A645-B3B36A6205A8}" srcOrd="0" destOrd="0" presId="urn:microsoft.com/office/officeart/2005/8/layout/default"/>
    <dgm:cxn modelId="{334AD576-D5AD-4591-8166-8EB4D07D7B88}" srcId="{DA2FB963-BD9C-4CAE-9332-2DEEFA17E016}" destId="{C0D9C0EA-8F9B-4F16-A0F0-267B3F84CABC}" srcOrd="8" destOrd="0" parTransId="{A5C26BEC-96F9-450E-8BCC-C335BBE88B0A}" sibTransId="{F24478CF-15B1-4A55-B7F9-B6CA92D0664E}"/>
    <dgm:cxn modelId="{2FEE347F-9735-4FF2-930B-D1D350155A0C}" srcId="{DA2FB963-BD9C-4CAE-9332-2DEEFA17E016}" destId="{D9A064E3-9016-492A-89A1-92DF402EA747}" srcOrd="7" destOrd="0" parTransId="{0412C852-0DD6-49CA-BF29-97538CE871BC}" sibTransId="{BD49CB8B-0BE0-4554-8B10-1184F95CACD1}"/>
    <dgm:cxn modelId="{E4C1F993-257D-4B4D-B7B2-D0A3CF85D496}" srcId="{DA2FB963-BD9C-4CAE-9332-2DEEFA17E016}" destId="{A2F3BDB5-763B-4D90-BCDD-E0EE1CAF6DB0}" srcOrd="5" destOrd="0" parTransId="{9F28CDE6-1A2E-4A10-893D-3ABA93DD2383}" sibTransId="{3CA48A35-5069-4241-A38D-E1701A8A5B12}"/>
    <dgm:cxn modelId="{1772DC98-ED56-40CD-A035-A27D2C61202C}" srcId="{DA2FB963-BD9C-4CAE-9332-2DEEFA17E016}" destId="{20BD7E2D-D433-4213-AF3A-A968596486B0}" srcOrd="6" destOrd="0" parTransId="{DFCA2911-53EE-41F4-92DD-62DDE15CE2E6}" sibTransId="{18AA357F-BE8A-4461-860C-5EA11ECC1844}"/>
    <dgm:cxn modelId="{658830A6-CA8E-4C16-9A09-3E50720B3C33}" srcId="{DA2FB963-BD9C-4CAE-9332-2DEEFA17E016}" destId="{2F9192BD-84A9-437D-8F9C-789A78F8B134}" srcOrd="1" destOrd="0" parTransId="{65DBF66E-CC60-4A4C-AD59-D60BAD1AC598}" sibTransId="{26ED070F-D19C-4EF2-B29B-032A206C6FBA}"/>
    <dgm:cxn modelId="{F8DA47A7-3885-41C1-9506-E51AB97BA586}" type="presOf" srcId="{D9A064E3-9016-492A-89A1-92DF402EA747}" destId="{53B1E5A5-562C-40E9-99C7-A0A377E6B00D}" srcOrd="0" destOrd="0" presId="urn:microsoft.com/office/officeart/2005/8/layout/default"/>
    <dgm:cxn modelId="{B09BD5A8-6ACA-4450-9C9C-2E613DB17430}" type="presOf" srcId="{C0D9C0EA-8F9B-4F16-A0F0-267B3F84CABC}" destId="{F84E4502-F999-46C3-BB76-7E41E2CB1D35}" srcOrd="0" destOrd="0" presId="urn:microsoft.com/office/officeart/2005/8/layout/default"/>
    <dgm:cxn modelId="{9D5CC5AF-FE75-4A00-9502-5CD7C1DBD369}" type="presOf" srcId="{AD5018CB-1AB3-4644-8FD5-A8B5AE854F67}" destId="{A39DE727-3F1A-4870-B9D0-06C6EFFA98F6}" srcOrd="0" destOrd="0" presId="urn:microsoft.com/office/officeart/2005/8/layout/default"/>
    <dgm:cxn modelId="{BB4D23B8-3948-494E-8195-E19F9B1BEE8E}" type="presOf" srcId="{20BD7E2D-D433-4213-AF3A-A968596486B0}" destId="{93F626C1-3FE8-4A39-8128-43B2F5F56C0C}" srcOrd="0" destOrd="0" presId="urn:microsoft.com/office/officeart/2005/8/layout/default"/>
    <dgm:cxn modelId="{6B6665BD-CCAB-4D80-BEA0-BD86FC04A34C}" type="presOf" srcId="{326776DD-9777-453E-BE86-4DC36A01A3A5}" destId="{238284E3-B02B-45CD-ABE6-C60B7A08C9D1}" srcOrd="0" destOrd="0" presId="urn:microsoft.com/office/officeart/2005/8/layout/default"/>
    <dgm:cxn modelId="{4241ACC4-879A-4711-83F3-216B3DA21C7D}" type="presOf" srcId="{4027C753-F695-4A96-A672-5CFA84A8E0F3}" destId="{145A56CD-D1AD-4D3A-BF13-D783635F49D4}" srcOrd="0" destOrd="0" presId="urn:microsoft.com/office/officeart/2005/8/layout/default"/>
    <dgm:cxn modelId="{D116D40E-69E7-420F-B2E3-10AF4B88CDCB}" type="presParOf" srcId="{A8E058DF-D0B4-4195-A645-B3B36A6205A8}" destId="{A4EA16A7-2A12-48F3-92D7-966B96A6E257}" srcOrd="0" destOrd="0" presId="urn:microsoft.com/office/officeart/2005/8/layout/default"/>
    <dgm:cxn modelId="{92048E19-7C93-44A0-804A-AEC44E915284}" type="presParOf" srcId="{A8E058DF-D0B4-4195-A645-B3B36A6205A8}" destId="{AAEDE903-3D34-4CBC-A144-004DCB553123}" srcOrd="1" destOrd="0" presId="urn:microsoft.com/office/officeart/2005/8/layout/default"/>
    <dgm:cxn modelId="{A59BBE07-2BF8-4DEA-8956-BA13665DEE24}" type="presParOf" srcId="{A8E058DF-D0B4-4195-A645-B3B36A6205A8}" destId="{B542C1D3-027E-43A4-A2CA-5FD1B85177D2}" srcOrd="2" destOrd="0" presId="urn:microsoft.com/office/officeart/2005/8/layout/default"/>
    <dgm:cxn modelId="{D417CA83-9937-45C0-9F01-EDF4189CA786}" type="presParOf" srcId="{A8E058DF-D0B4-4195-A645-B3B36A6205A8}" destId="{66DD1BA7-8F90-4ACE-95EC-23EFC003998D}" srcOrd="3" destOrd="0" presId="urn:microsoft.com/office/officeart/2005/8/layout/default"/>
    <dgm:cxn modelId="{F6A51641-3357-4DF9-98F4-E34A379ED2D8}" type="presParOf" srcId="{A8E058DF-D0B4-4195-A645-B3B36A6205A8}" destId="{145A56CD-D1AD-4D3A-BF13-D783635F49D4}" srcOrd="4" destOrd="0" presId="urn:microsoft.com/office/officeart/2005/8/layout/default"/>
    <dgm:cxn modelId="{61505C38-1C1C-4072-812E-1F40D4744E55}" type="presParOf" srcId="{A8E058DF-D0B4-4195-A645-B3B36A6205A8}" destId="{9332FBC0-8F0D-4F41-8B85-B5DE04DE43B2}" srcOrd="5" destOrd="0" presId="urn:microsoft.com/office/officeart/2005/8/layout/default"/>
    <dgm:cxn modelId="{6425D496-EAF6-4497-9DC6-D82E8877DE88}" type="presParOf" srcId="{A8E058DF-D0B4-4195-A645-B3B36A6205A8}" destId="{238284E3-B02B-45CD-ABE6-C60B7A08C9D1}" srcOrd="6" destOrd="0" presId="urn:microsoft.com/office/officeart/2005/8/layout/default"/>
    <dgm:cxn modelId="{9F898A72-9A40-4DC6-81E8-78CB3C832B7D}" type="presParOf" srcId="{A8E058DF-D0B4-4195-A645-B3B36A6205A8}" destId="{40EC035E-123E-4F0F-BFE4-06EC7E54276A}" srcOrd="7" destOrd="0" presId="urn:microsoft.com/office/officeart/2005/8/layout/default"/>
    <dgm:cxn modelId="{E0744473-4694-4585-BA18-18CDB58CC719}" type="presParOf" srcId="{A8E058DF-D0B4-4195-A645-B3B36A6205A8}" destId="{372F6B9A-D376-48B7-B2AA-D665A7CBB461}" srcOrd="8" destOrd="0" presId="urn:microsoft.com/office/officeart/2005/8/layout/default"/>
    <dgm:cxn modelId="{FEFDD645-201A-4FD1-99A3-02FD9254FED3}" type="presParOf" srcId="{A8E058DF-D0B4-4195-A645-B3B36A6205A8}" destId="{506AEB66-155E-49D6-8F56-CAA17934CEA0}" srcOrd="9" destOrd="0" presId="urn:microsoft.com/office/officeart/2005/8/layout/default"/>
    <dgm:cxn modelId="{BE2F19CB-4C3E-4DA5-9A5A-6A15DCB83F41}" type="presParOf" srcId="{A8E058DF-D0B4-4195-A645-B3B36A6205A8}" destId="{1A9D6638-3571-40BD-B18F-704F0DBD9607}" srcOrd="10" destOrd="0" presId="urn:microsoft.com/office/officeart/2005/8/layout/default"/>
    <dgm:cxn modelId="{0889ABC0-159B-401A-ACBA-3918BF3F6704}" type="presParOf" srcId="{A8E058DF-D0B4-4195-A645-B3B36A6205A8}" destId="{076BF493-39ED-4A92-BEA7-26127A6EBCF9}" srcOrd="11" destOrd="0" presId="urn:microsoft.com/office/officeart/2005/8/layout/default"/>
    <dgm:cxn modelId="{0EEA7C97-3959-4B00-A9F9-BA50EB641E38}" type="presParOf" srcId="{A8E058DF-D0B4-4195-A645-B3B36A6205A8}" destId="{93F626C1-3FE8-4A39-8128-43B2F5F56C0C}" srcOrd="12" destOrd="0" presId="urn:microsoft.com/office/officeart/2005/8/layout/default"/>
    <dgm:cxn modelId="{1BF249EA-A3DE-4D4F-8B43-545ABD8CF78A}" type="presParOf" srcId="{A8E058DF-D0B4-4195-A645-B3B36A6205A8}" destId="{21EDA935-4FAD-466A-83BA-83A7C61DAEE3}" srcOrd="13" destOrd="0" presId="urn:microsoft.com/office/officeart/2005/8/layout/default"/>
    <dgm:cxn modelId="{2751FD47-8323-4EF7-85A4-4A0BA01C3F07}" type="presParOf" srcId="{A8E058DF-D0B4-4195-A645-B3B36A6205A8}" destId="{53B1E5A5-562C-40E9-99C7-A0A377E6B00D}" srcOrd="14" destOrd="0" presId="urn:microsoft.com/office/officeart/2005/8/layout/default"/>
    <dgm:cxn modelId="{48BF1A47-6CDD-49EF-8157-1C2C742E9600}" type="presParOf" srcId="{A8E058DF-D0B4-4195-A645-B3B36A6205A8}" destId="{7DD3A6ED-3CFB-4447-81DA-EE97DD4846E1}" srcOrd="15" destOrd="0" presId="urn:microsoft.com/office/officeart/2005/8/layout/default"/>
    <dgm:cxn modelId="{02193D25-1EAD-4A72-9632-3C2602746D88}" type="presParOf" srcId="{A8E058DF-D0B4-4195-A645-B3B36A6205A8}" destId="{F84E4502-F999-46C3-BB76-7E41E2CB1D35}" srcOrd="16" destOrd="0" presId="urn:microsoft.com/office/officeart/2005/8/layout/default"/>
    <dgm:cxn modelId="{16EB4487-184E-4C5B-B9CA-B5C2694873E1}" type="presParOf" srcId="{A8E058DF-D0B4-4195-A645-B3B36A6205A8}" destId="{6F55DA2E-E34C-4EB9-9162-218A9AB7809F}" srcOrd="17" destOrd="0" presId="urn:microsoft.com/office/officeart/2005/8/layout/default"/>
    <dgm:cxn modelId="{D7BFD2FC-FC1E-4F80-B0FF-D568BE6343EB}" type="presParOf" srcId="{A8E058DF-D0B4-4195-A645-B3B36A6205A8}" destId="{A39DE727-3F1A-4870-B9D0-06C6EFFA98F6}"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6F657C4-F559-4102-9261-72A884C5994F}"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7DCDD409-76E2-4B74-BB05-9B34E08DD4E2}">
      <dgm:prSet/>
      <dgm:spPr/>
      <dgm:t>
        <a:bodyPr/>
        <a:lstStyle/>
        <a:p>
          <a:r>
            <a:rPr lang="en-US" b="1"/>
            <a:t>Error Resilience:</a:t>
          </a:r>
          <a:r>
            <a:rPr lang="en-US"/>
            <a:t>NC provides inherent error correction capabilities.</a:t>
          </a:r>
        </a:p>
      </dgm:t>
    </dgm:pt>
    <dgm:pt modelId="{CDBD4969-7381-4DCD-8078-392C0B4979DF}" type="parTrans" cxnId="{F1C2B6DB-7E21-4CBC-8581-F21D2DC53017}">
      <dgm:prSet/>
      <dgm:spPr/>
      <dgm:t>
        <a:bodyPr/>
        <a:lstStyle/>
        <a:p>
          <a:endParaRPr lang="en-US"/>
        </a:p>
      </dgm:t>
    </dgm:pt>
    <dgm:pt modelId="{07B044E0-2B10-42A6-BC6C-A20234A5C07C}" type="sibTrans" cxnId="{F1C2B6DB-7E21-4CBC-8581-F21D2DC53017}">
      <dgm:prSet/>
      <dgm:spPr/>
      <dgm:t>
        <a:bodyPr/>
        <a:lstStyle/>
        <a:p>
          <a:endParaRPr lang="en-US"/>
        </a:p>
      </dgm:t>
    </dgm:pt>
    <dgm:pt modelId="{C7DB9678-3908-4056-9547-FD0ABB26B18D}">
      <dgm:prSet/>
      <dgm:spPr/>
      <dgm:t>
        <a:bodyPr/>
        <a:lstStyle/>
        <a:p>
          <a:r>
            <a:rPr lang="en-US"/>
            <a:t>Minimum distance of the code determines error correction.</a:t>
          </a:r>
        </a:p>
      </dgm:t>
    </dgm:pt>
    <dgm:pt modelId="{FB845C47-D617-45CF-8E95-4EB19FD3D48F}" type="parTrans" cxnId="{5B0A933D-8B75-40FA-A03C-13D75D1C5A3B}">
      <dgm:prSet/>
      <dgm:spPr/>
      <dgm:t>
        <a:bodyPr/>
        <a:lstStyle/>
        <a:p>
          <a:endParaRPr lang="en-US"/>
        </a:p>
      </dgm:t>
    </dgm:pt>
    <dgm:pt modelId="{CC82A621-BD2D-4271-9AE3-EE2E7BF4A372}" type="sibTrans" cxnId="{5B0A933D-8B75-40FA-A03C-13D75D1C5A3B}">
      <dgm:prSet/>
      <dgm:spPr/>
      <dgm:t>
        <a:bodyPr/>
        <a:lstStyle/>
        <a:p>
          <a:endParaRPr lang="en-US"/>
        </a:p>
      </dgm:t>
    </dgm:pt>
    <dgm:pt modelId="{59AECEFE-0508-4DA9-A7FE-B1F3D318070F}">
      <dgm:prSet/>
      <dgm:spPr/>
      <dgm:t>
        <a:bodyPr/>
        <a:lstStyle/>
        <a:p>
          <a:r>
            <a:rPr lang="en-US"/>
            <a:t>dmin=minwt(c):c∈C,c≠0</a:t>
          </a:r>
        </a:p>
      </dgm:t>
    </dgm:pt>
    <dgm:pt modelId="{8E998BCC-4D16-45DC-A0A3-61284491B8A7}" type="parTrans" cxnId="{C36D6ABA-2730-4CED-AF49-66F68B2D781E}">
      <dgm:prSet/>
      <dgm:spPr/>
      <dgm:t>
        <a:bodyPr/>
        <a:lstStyle/>
        <a:p>
          <a:endParaRPr lang="en-US"/>
        </a:p>
      </dgm:t>
    </dgm:pt>
    <dgm:pt modelId="{3A184327-01A1-4E41-B793-0DD372FD493D}" type="sibTrans" cxnId="{C36D6ABA-2730-4CED-AF49-66F68B2D781E}">
      <dgm:prSet/>
      <dgm:spPr/>
      <dgm:t>
        <a:bodyPr/>
        <a:lstStyle/>
        <a:p>
          <a:endParaRPr lang="en-US"/>
        </a:p>
      </dgm:t>
    </dgm:pt>
    <dgm:pt modelId="{63C85788-D6AE-4EEE-926E-893441FBA342}">
      <dgm:prSet/>
      <dgm:spPr/>
      <dgm:t>
        <a:bodyPr/>
        <a:lstStyle/>
        <a:p>
          <a:r>
            <a:rPr lang="en-US" b="1"/>
            <a:t>Packet Loss Recovery:</a:t>
          </a:r>
          <a:r>
            <a:rPr lang="en-US"/>
            <a:t>NC can recover from packet losses without retransmissions.</a:t>
          </a:r>
        </a:p>
      </dgm:t>
    </dgm:pt>
    <dgm:pt modelId="{153C7147-183F-4E01-B957-9CBAF778D6BE}" type="parTrans" cxnId="{E7BEFFFB-D981-44C1-B708-40F428D3558E}">
      <dgm:prSet/>
      <dgm:spPr/>
      <dgm:t>
        <a:bodyPr/>
        <a:lstStyle/>
        <a:p>
          <a:endParaRPr lang="en-US"/>
        </a:p>
      </dgm:t>
    </dgm:pt>
    <dgm:pt modelId="{F9BDA3F7-FB0C-4900-9AD8-00057BBB246E}" type="sibTrans" cxnId="{E7BEFFFB-D981-44C1-B708-40F428D3558E}">
      <dgm:prSet/>
      <dgm:spPr/>
      <dgm:t>
        <a:bodyPr/>
        <a:lstStyle/>
        <a:p>
          <a:endParaRPr lang="en-US"/>
        </a:p>
      </dgm:t>
    </dgm:pt>
    <dgm:pt modelId="{C0C57910-2DD0-49D7-A604-F292EE837728}">
      <dgm:prSet/>
      <dgm:spPr/>
      <dgm:t>
        <a:bodyPr/>
        <a:lstStyle/>
        <a:p>
          <a:r>
            <a:rPr lang="en-US"/>
            <a:t>Requires sufficient coded packets to be received.</a:t>
          </a:r>
        </a:p>
      </dgm:t>
    </dgm:pt>
    <dgm:pt modelId="{122A2068-25F6-4B25-89B9-8A97B7B9EBC6}" type="parTrans" cxnId="{C05512CB-8238-40DA-8D40-9E7FABA82933}">
      <dgm:prSet/>
      <dgm:spPr/>
      <dgm:t>
        <a:bodyPr/>
        <a:lstStyle/>
        <a:p>
          <a:endParaRPr lang="en-US"/>
        </a:p>
      </dgm:t>
    </dgm:pt>
    <dgm:pt modelId="{DA84CC73-B545-4F19-8879-CB4381F4A588}" type="sibTrans" cxnId="{C05512CB-8238-40DA-8D40-9E7FABA82933}">
      <dgm:prSet/>
      <dgm:spPr/>
      <dgm:t>
        <a:bodyPr/>
        <a:lstStyle/>
        <a:p>
          <a:endParaRPr lang="en-US"/>
        </a:p>
      </dgm:t>
    </dgm:pt>
    <dgm:pt modelId="{CF1B3F43-F01C-4B2D-B4DD-D196A725995B}" type="pres">
      <dgm:prSet presAssocID="{66F657C4-F559-4102-9261-72A884C5994F}" presName="linear" presStyleCnt="0">
        <dgm:presLayoutVars>
          <dgm:animLvl val="lvl"/>
          <dgm:resizeHandles val="exact"/>
        </dgm:presLayoutVars>
      </dgm:prSet>
      <dgm:spPr/>
    </dgm:pt>
    <dgm:pt modelId="{93D63671-CD4A-44EE-9283-B0C0A66234F5}" type="pres">
      <dgm:prSet presAssocID="{7DCDD409-76E2-4B74-BB05-9B34E08DD4E2}" presName="parentText" presStyleLbl="node1" presStyleIdx="0" presStyleCnt="5">
        <dgm:presLayoutVars>
          <dgm:chMax val="0"/>
          <dgm:bulletEnabled val="1"/>
        </dgm:presLayoutVars>
      </dgm:prSet>
      <dgm:spPr/>
    </dgm:pt>
    <dgm:pt modelId="{D65A8394-7332-4C97-80EE-A4CD26B6CD2B}" type="pres">
      <dgm:prSet presAssocID="{07B044E0-2B10-42A6-BC6C-A20234A5C07C}" presName="spacer" presStyleCnt="0"/>
      <dgm:spPr/>
    </dgm:pt>
    <dgm:pt modelId="{6487696E-B276-4F22-B216-623300D72DA5}" type="pres">
      <dgm:prSet presAssocID="{C7DB9678-3908-4056-9547-FD0ABB26B18D}" presName="parentText" presStyleLbl="node1" presStyleIdx="1" presStyleCnt="5">
        <dgm:presLayoutVars>
          <dgm:chMax val="0"/>
          <dgm:bulletEnabled val="1"/>
        </dgm:presLayoutVars>
      </dgm:prSet>
      <dgm:spPr/>
    </dgm:pt>
    <dgm:pt modelId="{B33882F8-FCFC-49F7-8982-D63A35DCC63A}" type="pres">
      <dgm:prSet presAssocID="{CC82A621-BD2D-4271-9AE3-EE2E7BF4A372}" presName="spacer" presStyleCnt="0"/>
      <dgm:spPr/>
    </dgm:pt>
    <dgm:pt modelId="{7C958305-3B4A-46E3-BA23-33782941B75B}" type="pres">
      <dgm:prSet presAssocID="{59AECEFE-0508-4DA9-A7FE-B1F3D318070F}" presName="parentText" presStyleLbl="node1" presStyleIdx="2" presStyleCnt="5">
        <dgm:presLayoutVars>
          <dgm:chMax val="0"/>
          <dgm:bulletEnabled val="1"/>
        </dgm:presLayoutVars>
      </dgm:prSet>
      <dgm:spPr/>
    </dgm:pt>
    <dgm:pt modelId="{1AA0C66C-2A57-4B00-B0E3-74488910B239}" type="pres">
      <dgm:prSet presAssocID="{3A184327-01A1-4E41-B793-0DD372FD493D}" presName="spacer" presStyleCnt="0"/>
      <dgm:spPr/>
    </dgm:pt>
    <dgm:pt modelId="{6C45D05F-C5FA-403B-BBD3-1FE3C441A415}" type="pres">
      <dgm:prSet presAssocID="{63C85788-D6AE-4EEE-926E-893441FBA342}" presName="parentText" presStyleLbl="node1" presStyleIdx="3" presStyleCnt="5">
        <dgm:presLayoutVars>
          <dgm:chMax val="0"/>
          <dgm:bulletEnabled val="1"/>
        </dgm:presLayoutVars>
      </dgm:prSet>
      <dgm:spPr/>
    </dgm:pt>
    <dgm:pt modelId="{138BEA78-E971-4F1E-AA5F-5781358FFE92}" type="pres">
      <dgm:prSet presAssocID="{F9BDA3F7-FB0C-4900-9AD8-00057BBB246E}" presName="spacer" presStyleCnt="0"/>
      <dgm:spPr/>
    </dgm:pt>
    <dgm:pt modelId="{8DFF94B7-D3EE-47F2-BCDB-592359ACB5BA}" type="pres">
      <dgm:prSet presAssocID="{C0C57910-2DD0-49D7-A604-F292EE837728}" presName="parentText" presStyleLbl="node1" presStyleIdx="4" presStyleCnt="5">
        <dgm:presLayoutVars>
          <dgm:chMax val="0"/>
          <dgm:bulletEnabled val="1"/>
        </dgm:presLayoutVars>
      </dgm:prSet>
      <dgm:spPr/>
    </dgm:pt>
  </dgm:ptLst>
  <dgm:cxnLst>
    <dgm:cxn modelId="{EB431A33-C005-4635-8F0A-40BCDEF23FFE}" type="presOf" srcId="{59AECEFE-0508-4DA9-A7FE-B1F3D318070F}" destId="{7C958305-3B4A-46E3-BA23-33782941B75B}" srcOrd="0" destOrd="0" presId="urn:microsoft.com/office/officeart/2005/8/layout/vList2"/>
    <dgm:cxn modelId="{5B0A933D-8B75-40FA-A03C-13D75D1C5A3B}" srcId="{66F657C4-F559-4102-9261-72A884C5994F}" destId="{C7DB9678-3908-4056-9547-FD0ABB26B18D}" srcOrd="1" destOrd="0" parTransId="{FB845C47-D617-45CF-8E95-4EB19FD3D48F}" sibTransId="{CC82A621-BD2D-4271-9AE3-EE2E7BF4A372}"/>
    <dgm:cxn modelId="{679DF980-4351-4488-999D-CB2D69D267AF}" type="presOf" srcId="{66F657C4-F559-4102-9261-72A884C5994F}" destId="{CF1B3F43-F01C-4B2D-B4DD-D196A725995B}" srcOrd="0" destOrd="0" presId="urn:microsoft.com/office/officeart/2005/8/layout/vList2"/>
    <dgm:cxn modelId="{99D61E8A-8152-4B9A-A4C7-085460A815F8}" type="presOf" srcId="{C7DB9678-3908-4056-9547-FD0ABB26B18D}" destId="{6487696E-B276-4F22-B216-623300D72DA5}" srcOrd="0" destOrd="0" presId="urn:microsoft.com/office/officeart/2005/8/layout/vList2"/>
    <dgm:cxn modelId="{14900E9B-C568-428C-A258-95BDE11B3C4D}" type="presOf" srcId="{63C85788-D6AE-4EEE-926E-893441FBA342}" destId="{6C45D05F-C5FA-403B-BBD3-1FE3C441A415}" srcOrd="0" destOrd="0" presId="urn:microsoft.com/office/officeart/2005/8/layout/vList2"/>
    <dgm:cxn modelId="{C36D6ABA-2730-4CED-AF49-66F68B2D781E}" srcId="{66F657C4-F559-4102-9261-72A884C5994F}" destId="{59AECEFE-0508-4DA9-A7FE-B1F3D318070F}" srcOrd="2" destOrd="0" parTransId="{8E998BCC-4D16-45DC-A0A3-61284491B8A7}" sibTransId="{3A184327-01A1-4E41-B793-0DD372FD493D}"/>
    <dgm:cxn modelId="{799017BD-2885-4AA1-9B52-C5D246B79D68}" type="presOf" srcId="{C0C57910-2DD0-49D7-A604-F292EE837728}" destId="{8DFF94B7-D3EE-47F2-BCDB-592359ACB5BA}" srcOrd="0" destOrd="0" presId="urn:microsoft.com/office/officeart/2005/8/layout/vList2"/>
    <dgm:cxn modelId="{C05512CB-8238-40DA-8D40-9E7FABA82933}" srcId="{66F657C4-F559-4102-9261-72A884C5994F}" destId="{C0C57910-2DD0-49D7-A604-F292EE837728}" srcOrd="4" destOrd="0" parTransId="{122A2068-25F6-4B25-89B9-8A97B7B9EBC6}" sibTransId="{DA84CC73-B545-4F19-8879-CB4381F4A588}"/>
    <dgm:cxn modelId="{F1C2B6DB-7E21-4CBC-8581-F21D2DC53017}" srcId="{66F657C4-F559-4102-9261-72A884C5994F}" destId="{7DCDD409-76E2-4B74-BB05-9B34E08DD4E2}" srcOrd="0" destOrd="0" parTransId="{CDBD4969-7381-4DCD-8078-392C0B4979DF}" sibTransId="{07B044E0-2B10-42A6-BC6C-A20234A5C07C}"/>
    <dgm:cxn modelId="{E7BEFFFB-D981-44C1-B708-40F428D3558E}" srcId="{66F657C4-F559-4102-9261-72A884C5994F}" destId="{63C85788-D6AE-4EEE-926E-893441FBA342}" srcOrd="3" destOrd="0" parTransId="{153C7147-183F-4E01-B957-9CBAF778D6BE}" sibTransId="{F9BDA3F7-FB0C-4900-9AD8-00057BBB246E}"/>
    <dgm:cxn modelId="{0322D8FE-3C0F-4318-AFAE-B777F60D9285}" type="presOf" srcId="{7DCDD409-76E2-4B74-BB05-9B34E08DD4E2}" destId="{93D63671-CD4A-44EE-9283-B0C0A66234F5}" srcOrd="0" destOrd="0" presId="urn:microsoft.com/office/officeart/2005/8/layout/vList2"/>
    <dgm:cxn modelId="{A03D30CD-038E-4C4E-B96E-85A11E15A862}" type="presParOf" srcId="{CF1B3F43-F01C-4B2D-B4DD-D196A725995B}" destId="{93D63671-CD4A-44EE-9283-B0C0A66234F5}" srcOrd="0" destOrd="0" presId="urn:microsoft.com/office/officeart/2005/8/layout/vList2"/>
    <dgm:cxn modelId="{9BEE918A-B365-49B9-AFC8-B4A8CF27C3C0}" type="presParOf" srcId="{CF1B3F43-F01C-4B2D-B4DD-D196A725995B}" destId="{D65A8394-7332-4C97-80EE-A4CD26B6CD2B}" srcOrd="1" destOrd="0" presId="urn:microsoft.com/office/officeart/2005/8/layout/vList2"/>
    <dgm:cxn modelId="{F12897B0-D6B6-420C-BB5C-5FA426B681F7}" type="presParOf" srcId="{CF1B3F43-F01C-4B2D-B4DD-D196A725995B}" destId="{6487696E-B276-4F22-B216-623300D72DA5}" srcOrd="2" destOrd="0" presId="urn:microsoft.com/office/officeart/2005/8/layout/vList2"/>
    <dgm:cxn modelId="{6F8EB38F-A0A8-4F1C-A916-466D4B8365ED}" type="presParOf" srcId="{CF1B3F43-F01C-4B2D-B4DD-D196A725995B}" destId="{B33882F8-FCFC-49F7-8982-D63A35DCC63A}" srcOrd="3" destOrd="0" presId="urn:microsoft.com/office/officeart/2005/8/layout/vList2"/>
    <dgm:cxn modelId="{8320801D-8CE3-4D1D-91FB-61D0A6B8711D}" type="presParOf" srcId="{CF1B3F43-F01C-4B2D-B4DD-D196A725995B}" destId="{7C958305-3B4A-46E3-BA23-33782941B75B}" srcOrd="4" destOrd="0" presId="urn:microsoft.com/office/officeart/2005/8/layout/vList2"/>
    <dgm:cxn modelId="{6DA1FE07-DF9C-4DBC-BCD8-1AD419E4EFA9}" type="presParOf" srcId="{CF1B3F43-F01C-4B2D-B4DD-D196A725995B}" destId="{1AA0C66C-2A57-4B00-B0E3-74488910B239}" srcOrd="5" destOrd="0" presId="urn:microsoft.com/office/officeart/2005/8/layout/vList2"/>
    <dgm:cxn modelId="{4E7C579A-DAAD-4DC9-8FC4-DE5905164E27}" type="presParOf" srcId="{CF1B3F43-F01C-4B2D-B4DD-D196A725995B}" destId="{6C45D05F-C5FA-403B-BBD3-1FE3C441A415}" srcOrd="6" destOrd="0" presId="urn:microsoft.com/office/officeart/2005/8/layout/vList2"/>
    <dgm:cxn modelId="{EE64298A-B7EC-44A0-BB3C-348C998E602A}" type="presParOf" srcId="{CF1B3F43-F01C-4B2D-B4DD-D196A725995B}" destId="{138BEA78-E971-4F1E-AA5F-5781358FFE92}" srcOrd="7" destOrd="0" presId="urn:microsoft.com/office/officeart/2005/8/layout/vList2"/>
    <dgm:cxn modelId="{A6F9B024-CA53-43DC-A3B0-525B0D3A53A2}" type="presParOf" srcId="{CF1B3F43-F01C-4B2D-B4DD-D196A725995B}" destId="{8DFF94B7-D3EE-47F2-BCDB-592359ACB5B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D212195-F955-44AC-941C-6C1CBFB1830C}"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CA42A076-2762-4D18-9C50-D7C502460C8C}">
      <dgm:prSet/>
      <dgm:spPr/>
      <dgm:t>
        <a:bodyPr/>
        <a:lstStyle/>
        <a:p>
          <a:r>
            <a:rPr lang="en-US"/>
            <a:t>Multicast/Broadcast Services:</a:t>
          </a:r>
        </a:p>
      </dgm:t>
    </dgm:pt>
    <dgm:pt modelId="{A9D7CE92-D379-4609-B821-D218057BD075}" type="parTrans" cxnId="{A8E40ABD-938D-4D70-A321-3297184F9F67}">
      <dgm:prSet/>
      <dgm:spPr/>
      <dgm:t>
        <a:bodyPr/>
        <a:lstStyle/>
        <a:p>
          <a:endParaRPr lang="en-US"/>
        </a:p>
      </dgm:t>
    </dgm:pt>
    <dgm:pt modelId="{D67F99FF-6235-4B4F-BC97-C0EE704C91A1}" type="sibTrans" cxnId="{A8E40ABD-938D-4D70-A321-3297184F9F67}">
      <dgm:prSet/>
      <dgm:spPr/>
      <dgm:t>
        <a:bodyPr/>
        <a:lstStyle/>
        <a:p>
          <a:endParaRPr lang="en-US"/>
        </a:p>
      </dgm:t>
    </dgm:pt>
    <dgm:pt modelId="{6758D7A1-DD5E-410F-9DF5-86300BB3C0E2}">
      <dgm:prSet/>
      <dgm:spPr/>
      <dgm:t>
        <a:bodyPr/>
        <a:lstStyle/>
        <a:p>
          <a:r>
            <a:rPr lang="en-US"/>
            <a:t>Significantly improves efficiency in cellular multicast.</a:t>
          </a:r>
        </a:p>
      </dgm:t>
    </dgm:pt>
    <dgm:pt modelId="{8E4F18E4-AE12-4C62-9CC6-CFF283BAC278}" type="parTrans" cxnId="{B78844A4-F06B-4D1F-BC82-83D0F63785FD}">
      <dgm:prSet/>
      <dgm:spPr/>
      <dgm:t>
        <a:bodyPr/>
        <a:lstStyle/>
        <a:p>
          <a:endParaRPr lang="en-US"/>
        </a:p>
      </dgm:t>
    </dgm:pt>
    <dgm:pt modelId="{9E7FF02B-F20A-4E37-872E-65031B115833}" type="sibTrans" cxnId="{B78844A4-F06B-4D1F-BC82-83D0F63785FD}">
      <dgm:prSet/>
      <dgm:spPr/>
      <dgm:t>
        <a:bodyPr/>
        <a:lstStyle/>
        <a:p>
          <a:endParaRPr lang="en-US"/>
        </a:p>
      </dgm:t>
    </dgm:pt>
    <dgm:pt modelId="{167BCF79-2EF2-4790-BFA1-FB79BDD384B1}">
      <dgm:prSet/>
      <dgm:spPr/>
      <dgm:t>
        <a:bodyPr/>
        <a:lstStyle/>
        <a:p>
          <a:r>
            <a:rPr lang="en-US"/>
            <a:t>Examples: Mobile TV Broadcasting, Software Updates, Content Distribution.</a:t>
          </a:r>
        </a:p>
      </dgm:t>
    </dgm:pt>
    <dgm:pt modelId="{34B901FD-AD3A-4724-A792-2E6D0E0510BA}" type="parTrans" cxnId="{A6CA9D47-895D-485F-8082-9DEEB8C7B07A}">
      <dgm:prSet/>
      <dgm:spPr/>
      <dgm:t>
        <a:bodyPr/>
        <a:lstStyle/>
        <a:p>
          <a:endParaRPr lang="en-US"/>
        </a:p>
      </dgm:t>
    </dgm:pt>
    <dgm:pt modelId="{43A48226-BE08-4B90-B108-26E51F406115}" type="sibTrans" cxnId="{A6CA9D47-895D-485F-8082-9DEEB8C7B07A}">
      <dgm:prSet/>
      <dgm:spPr/>
      <dgm:t>
        <a:bodyPr/>
        <a:lstStyle/>
        <a:p>
          <a:endParaRPr lang="en-US"/>
        </a:p>
      </dgm:t>
    </dgm:pt>
    <dgm:pt modelId="{A9BA237E-3005-4DDE-8EAB-B0D4B31544A2}">
      <dgm:prSet/>
      <dgm:spPr/>
      <dgm:t>
        <a:bodyPr/>
        <a:lstStyle/>
        <a:p>
          <a:r>
            <a:rPr lang="en-US"/>
            <a:t>Implementation in LTE/5G:</a:t>
          </a:r>
        </a:p>
      </dgm:t>
    </dgm:pt>
    <dgm:pt modelId="{98D04F87-D668-4939-A921-1601A3AF500C}" type="parTrans" cxnId="{D5D4F4B7-E0F4-469C-909B-1D2A2656F79A}">
      <dgm:prSet/>
      <dgm:spPr/>
      <dgm:t>
        <a:bodyPr/>
        <a:lstStyle/>
        <a:p>
          <a:endParaRPr lang="en-US"/>
        </a:p>
      </dgm:t>
    </dgm:pt>
    <dgm:pt modelId="{2C148BF8-612C-4B4D-8021-43AB5192B2B3}" type="sibTrans" cxnId="{D5D4F4B7-E0F4-469C-909B-1D2A2656F79A}">
      <dgm:prSet/>
      <dgm:spPr/>
      <dgm:t>
        <a:bodyPr/>
        <a:lstStyle/>
        <a:p>
          <a:endParaRPr lang="en-US"/>
        </a:p>
      </dgm:t>
    </dgm:pt>
    <dgm:pt modelId="{88E040DF-3B40-4F85-A05F-17A12FFAFBA6}">
      <dgm:prSet/>
      <dgm:spPr/>
      <dgm:t>
        <a:bodyPr/>
        <a:lstStyle/>
        <a:p>
          <a:r>
            <a:rPr lang="en-US"/>
            <a:t>eMBMS: Uses NC for efficient multicast.</a:t>
          </a:r>
        </a:p>
      </dgm:t>
    </dgm:pt>
    <dgm:pt modelId="{41A59005-C31A-402C-9CC6-45E947D3A30E}" type="parTrans" cxnId="{82A305D2-96F8-47E6-A79E-7980CFFCCE8F}">
      <dgm:prSet/>
      <dgm:spPr/>
      <dgm:t>
        <a:bodyPr/>
        <a:lstStyle/>
        <a:p>
          <a:endParaRPr lang="en-US"/>
        </a:p>
      </dgm:t>
    </dgm:pt>
    <dgm:pt modelId="{77116308-24E3-4CBF-B5A6-14B15E162898}" type="sibTrans" cxnId="{82A305D2-96F8-47E6-A79E-7980CFFCCE8F}">
      <dgm:prSet/>
      <dgm:spPr/>
      <dgm:t>
        <a:bodyPr/>
        <a:lstStyle/>
        <a:p>
          <a:endParaRPr lang="en-US"/>
        </a:p>
      </dgm:t>
    </dgm:pt>
    <dgm:pt modelId="{29C85743-503C-481E-928B-BE64B83ADA6D}">
      <dgm:prSet/>
      <dgm:spPr/>
      <dgm:t>
        <a:bodyPr/>
        <a:lstStyle/>
        <a:p>
          <a:r>
            <a:rPr lang="en-US"/>
            <a:t>Coordinated Multipoint (CoMP): NC enhances cooperation between base stations.</a:t>
          </a:r>
        </a:p>
      </dgm:t>
    </dgm:pt>
    <dgm:pt modelId="{1C1F2BAE-CFF0-45DA-BD41-52E658C0674D}" type="parTrans" cxnId="{82C5D518-5F24-4195-A26B-CCCC9CF57EC2}">
      <dgm:prSet/>
      <dgm:spPr/>
      <dgm:t>
        <a:bodyPr/>
        <a:lstStyle/>
        <a:p>
          <a:endParaRPr lang="en-US"/>
        </a:p>
      </dgm:t>
    </dgm:pt>
    <dgm:pt modelId="{91D077DA-2F1A-4569-A42E-BB7981D9F4E5}" type="sibTrans" cxnId="{82C5D518-5F24-4195-A26B-CCCC9CF57EC2}">
      <dgm:prSet/>
      <dgm:spPr/>
      <dgm:t>
        <a:bodyPr/>
        <a:lstStyle/>
        <a:p>
          <a:endParaRPr lang="en-US"/>
        </a:p>
      </dgm:t>
    </dgm:pt>
    <dgm:pt modelId="{F05AC24C-9C23-4F17-9CC5-C254F65835B3}">
      <dgm:prSet/>
      <dgm:spPr/>
      <dgm:t>
        <a:bodyPr/>
        <a:lstStyle/>
        <a:p>
          <a:r>
            <a:rPr lang="en-US"/>
            <a:t>Device-to-Device (D2D) Communication: Coding improves relay efficiency.</a:t>
          </a:r>
        </a:p>
      </dgm:t>
    </dgm:pt>
    <dgm:pt modelId="{0E87598D-51E5-4B33-B86E-F07A79AAAA5E}" type="parTrans" cxnId="{192B194E-8BA4-406E-9CBA-EB7EFABBCBC3}">
      <dgm:prSet/>
      <dgm:spPr/>
      <dgm:t>
        <a:bodyPr/>
        <a:lstStyle/>
        <a:p>
          <a:endParaRPr lang="en-US"/>
        </a:p>
      </dgm:t>
    </dgm:pt>
    <dgm:pt modelId="{B0FC3565-728F-479A-BCC3-D11A62BA2EEC}" type="sibTrans" cxnId="{192B194E-8BA4-406E-9CBA-EB7EFABBCBC3}">
      <dgm:prSet/>
      <dgm:spPr/>
      <dgm:t>
        <a:bodyPr/>
        <a:lstStyle/>
        <a:p>
          <a:endParaRPr lang="en-US"/>
        </a:p>
      </dgm:t>
    </dgm:pt>
    <dgm:pt modelId="{E2DF4B28-88FC-4716-AA72-FBB4A7E343CF}">
      <dgm:prSet/>
      <dgm:spPr/>
      <dgm:t>
        <a:bodyPr/>
        <a:lstStyle/>
        <a:p>
          <a:r>
            <a:rPr lang="en-US"/>
            <a:t>Performance Gains:</a:t>
          </a:r>
        </a:p>
      </dgm:t>
    </dgm:pt>
    <dgm:pt modelId="{1E49ED55-6B9D-479D-BBF0-5A07A6B436C2}" type="parTrans" cxnId="{D667C38B-2051-4F11-BCFE-DC94E058A694}">
      <dgm:prSet/>
      <dgm:spPr/>
      <dgm:t>
        <a:bodyPr/>
        <a:lstStyle/>
        <a:p>
          <a:endParaRPr lang="en-US"/>
        </a:p>
      </dgm:t>
    </dgm:pt>
    <dgm:pt modelId="{56A408BB-9616-49F7-89DB-D2545ECCFE39}" type="sibTrans" cxnId="{D667C38B-2051-4F11-BCFE-DC94E058A694}">
      <dgm:prSet/>
      <dgm:spPr/>
      <dgm:t>
        <a:bodyPr/>
        <a:lstStyle/>
        <a:p>
          <a:endParaRPr lang="en-US"/>
        </a:p>
      </dgm:t>
    </dgm:pt>
    <dgm:pt modelId="{A3C58B26-9948-4BD3-9B09-4EC1A526B85A}">
      <dgm:prSet/>
      <dgm:spPr/>
      <dgm:t>
        <a:bodyPr/>
        <a:lstStyle/>
        <a:p>
          <a:r>
            <a:rPr lang="en-US"/>
            <a:t>2-3x improvement in multicast efficiency.</a:t>
          </a:r>
        </a:p>
      </dgm:t>
    </dgm:pt>
    <dgm:pt modelId="{8F2F5143-8AD0-4E1E-B1A8-97D5F5C5873B}" type="parTrans" cxnId="{89E24A47-46FC-414E-A1BD-413FBA1D37CD}">
      <dgm:prSet/>
      <dgm:spPr/>
      <dgm:t>
        <a:bodyPr/>
        <a:lstStyle/>
        <a:p>
          <a:endParaRPr lang="en-US"/>
        </a:p>
      </dgm:t>
    </dgm:pt>
    <dgm:pt modelId="{DAD12F38-B8ED-4065-8ACC-D984D3EA5453}" type="sibTrans" cxnId="{89E24A47-46FC-414E-A1BD-413FBA1D37CD}">
      <dgm:prSet/>
      <dgm:spPr/>
      <dgm:t>
        <a:bodyPr/>
        <a:lstStyle/>
        <a:p>
          <a:endParaRPr lang="en-US"/>
        </a:p>
      </dgm:t>
    </dgm:pt>
    <dgm:pt modelId="{3493339C-BB99-453E-9AAB-A0942DE79B4D}">
      <dgm:prSet/>
      <dgm:spPr/>
      <dgm:t>
        <a:bodyPr/>
        <a:lstStyle/>
        <a:p>
          <a:r>
            <a:rPr lang="en-US"/>
            <a:t>30-40% reduction in transmission power.</a:t>
          </a:r>
        </a:p>
      </dgm:t>
    </dgm:pt>
    <dgm:pt modelId="{942D757C-0952-4DA7-B9DF-E63C1F101481}" type="parTrans" cxnId="{074B1593-9D39-421F-9195-72EDDC00448B}">
      <dgm:prSet/>
      <dgm:spPr/>
      <dgm:t>
        <a:bodyPr/>
        <a:lstStyle/>
        <a:p>
          <a:endParaRPr lang="en-US"/>
        </a:p>
      </dgm:t>
    </dgm:pt>
    <dgm:pt modelId="{5D5AC042-28FF-4BE6-BCD8-2204C9191D44}" type="sibTrans" cxnId="{074B1593-9D39-421F-9195-72EDDC00448B}">
      <dgm:prSet/>
      <dgm:spPr/>
      <dgm:t>
        <a:bodyPr/>
        <a:lstStyle/>
        <a:p>
          <a:endParaRPr lang="en-US"/>
        </a:p>
      </dgm:t>
    </dgm:pt>
    <dgm:pt modelId="{BBB40EB2-56AA-48B8-9A81-9AD0B19801ED}" type="pres">
      <dgm:prSet presAssocID="{FD212195-F955-44AC-941C-6C1CBFB1830C}" presName="diagram" presStyleCnt="0">
        <dgm:presLayoutVars>
          <dgm:dir/>
          <dgm:resizeHandles val="exact"/>
        </dgm:presLayoutVars>
      </dgm:prSet>
      <dgm:spPr/>
    </dgm:pt>
    <dgm:pt modelId="{362C20DF-5A49-4592-84DA-84AE4A0BF27E}" type="pres">
      <dgm:prSet presAssocID="{CA42A076-2762-4D18-9C50-D7C502460C8C}" presName="node" presStyleLbl="node1" presStyleIdx="0" presStyleCnt="10">
        <dgm:presLayoutVars>
          <dgm:bulletEnabled val="1"/>
        </dgm:presLayoutVars>
      </dgm:prSet>
      <dgm:spPr/>
    </dgm:pt>
    <dgm:pt modelId="{F32E438B-11C2-4F93-B28A-1A01199660AA}" type="pres">
      <dgm:prSet presAssocID="{D67F99FF-6235-4B4F-BC97-C0EE704C91A1}" presName="sibTrans" presStyleCnt="0"/>
      <dgm:spPr/>
    </dgm:pt>
    <dgm:pt modelId="{A5BC1763-407E-40BC-92EC-AAD00BAE5127}" type="pres">
      <dgm:prSet presAssocID="{6758D7A1-DD5E-410F-9DF5-86300BB3C0E2}" presName="node" presStyleLbl="node1" presStyleIdx="1" presStyleCnt="10">
        <dgm:presLayoutVars>
          <dgm:bulletEnabled val="1"/>
        </dgm:presLayoutVars>
      </dgm:prSet>
      <dgm:spPr/>
    </dgm:pt>
    <dgm:pt modelId="{D0B791BF-2C36-48AF-9B68-1FA56BA84CB4}" type="pres">
      <dgm:prSet presAssocID="{9E7FF02B-F20A-4E37-872E-65031B115833}" presName="sibTrans" presStyleCnt="0"/>
      <dgm:spPr/>
    </dgm:pt>
    <dgm:pt modelId="{4D837835-3189-421F-B973-E4A47A081B79}" type="pres">
      <dgm:prSet presAssocID="{167BCF79-2EF2-4790-BFA1-FB79BDD384B1}" presName="node" presStyleLbl="node1" presStyleIdx="2" presStyleCnt="10">
        <dgm:presLayoutVars>
          <dgm:bulletEnabled val="1"/>
        </dgm:presLayoutVars>
      </dgm:prSet>
      <dgm:spPr/>
    </dgm:pt>
    <dgm:pt modelId="{DED5CBF2-9CAF-416B-9948-525013FF29BA}" type="pres">
      <dgm:prSet presAssocID="{43A48226-BE08-4B90-B108-26E51F406115}" presName="sibTrans" presStyleCnt="0"/>
      <dgm:spPr/>
    </dgm:pt>
    <dgm:pt modelId="{FC2774B7-5B93-415B-A5F0-ED95C62C38E3}" type="pres">
      <dgm:prSet presAssocID="{A9BA237E-3005-4DDE-8EAB-B0D4B31544A2}" presName="node" presStyleLbl="node1" presStyleIdx="3" presStyleCnt="10">
        <dgm:presLayoutVars>
          <dgm:bulletEnabled val="1"/>
        </dgm:presLayoutVars>
      </dgm:prSet>
      <dgm:spPr/>
    </dgm:pt>
    <dgm:pt modelId="{19B4D402-8D20-4E8D-9F19-041B746A7929}" type="pres">
      <dgm:prSet presAssocID="{2C148BF8-612C-4B4D-8021-43AB5192B2B3}" presName="sibTrans" presStyleCnt="0"/>
      <dgm:spPr/>
    </dgm:pt>
    <dgm:pt modelId="{DC2364EC-0FD4-4673-97B1-17FF9EC403E3}" type="pres">
      <dgm:prSet presAssocID="{88E040DF-3B40-4F85-A05F-17A12FFAFBA6}" presName="node" presStyleLbl="node1" presStyleIdx="4" presStyleCnt="10">
        <dgm:presLayoutVars>
          <dgm:bulletEnabled val="1"/>
        </dgm:presLayoutVars>
      </dgm:prSet>
      <dgm:spPr/>
    </dgm:pt>
    <dgm:pt modelId="{A83FEC6F-5C98-4698-B876-42D1F795A209}" type="pres">
      <dgm:prSet presAssocID="{77116308-24E3-4CBF-B5A6-14B15E162898}" presName="sibTrans" presStyleCnt="0"/>
      <dgm:spPr/>
    </dgm:pt>
    <dgm:pt modelId="{BEFAACE3-E837-47C9-9A14-3447CE908381}" type="pres">
      <dgm:prSet presAssocID="{29C85743-503C-481E-928B-BE64B83ADA6D}" presName="node" presStyleLbl="node1" presStyleIdx="5" presStyleCnt="10">
        <dgm:presLayoutVars>
          <dgm:bulletEnabled val="1"/>
        </dgm:presLayoutVars>
      </dgm:prSet>
      <dgm:spPr/>
    </dgm:pt>
    <dgm:pt modelId="{F519D22B-CFC6-4298-A5B3-7CC57F29C607}" type="pres">
      <dgm:prSet presAssocID="{91D077DA-2F1A-4569-A42E-BB7981D9F4E5}" presName="sibTrans" presStyleCnt="0"/>
      <dgm:spPr/>
    </dgm:pt>
    <dgm:pt modelId="{4FE95C93-F8BC-43F7-944C-73BD4D8A1CA8}" type="pres">
      <dgm:prSet presAssocID="{F05AC24C-9C23-4F17-9CC5-C254F65835B3}" presName="node" presStyleLbl="node1" presStyleIdx="6" presStyleCnt="10">
        <dgm:presLayoutVars>
          <dgm:bulletEnabled val="1"/>
        </dgm:presLayoutVars>
      </dgm:prSet>
      <dgm:spPr/>
    </dgm:pt>
    <dgm:pt modelId="{E2091A43-E041-4783-B78B-2C00FFB5C20E}" type="pres">
      <dgm:prSet presAssocID="{B0FC3565-728F-479A-BCC3-D11A62BA2EEC}" presName="sibTrans" presStyleCnt="0"/>
      <dgm:spPr/>
    </dgm:pt>
    <dgm:pt modelId="{21C17937-E243-487B-8ED4-AA7D8F58DD8C}" type="pres">
      <dgm:prSet presAssocID="{E2DF4B28-88FC-4716-AA72-FBB4A7E343CF}" presName="node" presStyleLbl="node1" presStyleIdx="7" presStyleCnt="10">
        <dgm:presLayoutVars>
          <dgm:bulletEnabled val="1"/>
        </dgm:presLayoutVars>
      </dgm:prSet>
      <dgm:spPr/>
    </dgm:pt>
    <dgm:pt modelId="{7F68D95C-F82F-4F80-9B3D-CD3474821483}" type="pres">
      <dgm:prSet presAssocID="{56A408BB-9616-49F7-89DB-D2545ECCFE39}" presName="sibTrans" presStyleCnt="0"/>
      <dgm:spPr/>
    </dgm:pt>
    <dgm:pt modelId="{458DCFA5-7375-4C98-B71F-0837DA839FB0}" type="pres">
      <dgm:prSet presAssocID="{A3C58B26-9948-4BD3-9B09-4EC1A526B85A}" presName="node" presStyleLbl="node1" presStyleIdx="8" presStyleCnt="10">
        <dgm:presLayoutVars>
          <dgm:bulletEnabled val="1"/>
        </dgm:presLayoutVars>
      </dgm:prSet>
      <dgm:spPr/>
    </dgm:pt>
    <dgm:pt modelId="{F7E218E2-56C8-4FCF-9D02-AE5060C8A9C9}" type="pres">
      <dgm:prSet presAssocID="{DAD12F38-B8ED-4065-8ACC-D984D3EA5453}" presName="sibTrans" presStyleCnt="0"/>
      <dgm:spPr/>
    </dgm:pt>
    <dgm:pt modelId="{4FA727D6-DF4A-4F8E-A2F0-AE27EF4DC29D}" type="pres">
      <dgm:prSet presAssocID="{3493339C-BB99-453E-9AAB-A0942DE79B4D}" presName="node" presStyleLbl="node1" presStyleIdx="9" presStyleCnt="10">
        <dgm:presLayoutVars>
          <dgm:bulletEnabled val="1"/>
        </dgm:presLayoutVars>
      </dgm:prSet>
      <dgm:spPr/>
    </dgm:pt>
  </dgm:ptLst>
  <dgm:cxnLst>
    <dgm:cxn modelId="{22303716-DF1B-4896-AD36-17288D3A58FF}" type="presOf" srcId="{29C85743-503C-481E-928B-BE64B83ADA6D}" destId="{BEFAACE3-E837-47C9-9A14-3447CE908381}" srcOrd="0" destOrd="0" presId="urn:microsoft.com/office/officeart/2005/8/layout/default"/>
    <dgm:cxn modelId="{5BDE1117-53D2-4C41-BA3B-7E66CF06BF32}" type="presOf" srcId="{F05AC24C-9C23-4F17-9CC5-C254F65835B3}" destId="{4FE95C93-F8BC-43F7-944C-73BD4D8A1CA8}" srcOrd="0" destOrd="0" presId="urn:microsoft.com/office/officeart/2005/8/layout/default"/>
    <dgm:cxn modelId="{82C5D518-5F24-4195-A26B-CCCC9CF57EC2}" srcId="{FD212195-F955-44AC-941C-6C1CBFB1830C}" destId="{29C85743-503C-481E-928B-BE64B83ADA6D}" srcOrd="5" destOrd="0" parTransId="{1C1F2BAE-CFF0-45DA-BD41-52E658C0674D}" sibTransId="{91D077DA-2F1A-4569-A42E-BB7981D9F4E5}"/>
    <dgm:cxn modelId="{89E24A47-46FC-414E-A1BD-413FBA1D37CD}" srcId="{FD212195-F955-44AC-941C-6C1CBFB1830C}" destId="{A3C58B26-9948-4BD3-9B09-4EC1A526B85A}" srcOrd="8" destOrd="0" parTransId="{8F2F5143-8AD0-4E1E-B1A8-97D5F5C5873B}" sibTransId="{DAD12F38-B8ED-4065-8ACC-D984D3EA5453}"/>
    <dgm:cxn modelId="{A6CA9D47-895D-485F-8082-9DEEB8C7B07A}" srcId="{FD212195-F955-44AC-941C-6C1CBFB1830C}" destId="{167BCF79-2EF2-4790-BFA1-FB79BDD384B1}" srcOrd="2" destOrd="0" parTransId="{34B901FD-AD3A-4724-A792-2E6D0E0510BA}" sibTransId="{43A48226-BE08-4B90-B108-26E51F406115}"/>
    <dgm:cxn modelId="{192B194E-8BA4-406E-9CBA-EB7EFABBCBC3}" srcId="{FD212195-F955-44AC-941C-6C1CBFB1830C}" destId="{F05AC24C-9C23-4F17-9CC5-C254F65835B3}" srcOrd="6" destOrd="0" parTransId="{0E87598D-51E5-4B33-B86E-F07A79AAAA5E}" sibTransId="{B0FC3565-728F-479A-BCC3-D11A62BA2EEC}"/>
    <dgm:cxn modelId="{4A7E0852-5140-465C-9382-4BA9040EAE82}" type="presOf" srcId="{167BCF79-2EF2-4790-BFA1-FB79BDD384B1}" destId="{4D837835-3189-421F-B973-E4A47A081B79}" srcOrd="0" destOrd="0" presId="urn:microsoft.com/office/officeart/2005/8/layout/default"/>
    <dgm:cxn modelId="{26D67476-2C89-4C8B-9FBF-624B14768E91}" type="presOf" srcId="{3493339C-BB99-453E-9AAB-A0942DE79B4D}" destId="{4FA727D6-DF4A-4F8E-A2F0-AE27EF4DC29D}" srcOrd="0" destOrd="0" presId="urn:microsoft.com/office/officeart/2005/8/layout/default"/>
    <dgm:cxn modelId="{0ECCD176-D287-4EB2-992C-71A043D56AAC}" type="presOf" srcId="{CA42A076-2762-4D18-9C50-D7C502460C8C}" destId="{362C20DF-5A49-4592-84DA-84AE4A0BF27E}" srcOrd="0" destOrd="0" presId="urn:microsoft.com/office/officeart/2005/8/layout/default"/>
    <dgm:cxn modelId="{D667C38B-2051-4F11-BCFE-DC94E058A694}" srcId="{FD212195-F955-44AC-941C-6C1CBFB1830C}" destId="{E2DF4B28-88FC-4716-AA72-FBB4A7E343CF}" srcOrd="7" destOrd="0" parTransId="{1E49ED55-6B9D-479D-BBF0-5A07A6B436C2}" sibTransId="{56A408BB-9616-49F7-89DB-D2545ECCFE39}"/>
    <dgm:cxn modelId="{074B1593-9D39-421F-9195-72EDDC00448B}" srcId="{FD212195-F955-44AC-941C-6C1CBFB1830C}" destId="{3493339C-BB99-453E-9AAB-A0942DE79B4D}" srcOrd="9" destOrd="0" parTransId="{942D757C-0952-4DA7-B9DF-E63C1F101481}" sibTransId="{5D5AC042-28FF-4BE6-BCD8-2204C9191D44}"/>
    <dgm:cxn modelId="{AA6A029E-9896-4803-B10E-65E1F4458A83}" type="presOf" srcId="{6758D7A1-DD5E-410F-9DF5-86300BB3C0E2}" destId="{A5BC1763-407E-40BC-92EC-AAD00BAE5127}" srcOrd="0" destOrd="0" presId="urn:microsoft.com/office/officeart/2005/8/layout/default"/>
    <dgm:cxn modelId="{2C00CEA0-3E92-45DF-9463-91A14FAA9F1B}" type="presOf" srcId="{E2DF4B28-88FC-4716-AA72-FBB4A7E343CF}" destId="{21C17937-E243-487B-8ED4-AA7D8F58DD8C}" srcOrd="0" destOrd="0" presId="urn:microsoft.com/office/officeart/2005/8/layout/default"/>
    <dgm:cxn modelId="{B78844A4-F06B-4D1F-BC82-83D0F63785FD}" srcId="{FD212195-F955-44AC-941C-6C1CBFB1830C}" destId="{6758D7A1-DD5E-410F-9DF5-86300BB3C0E2}" srcOrd="1" destOrd="0" parTransId="{8E4F18E4-AE12-4C62-9CC6-CFF283BAC278}" sibTransId="{9E7FF02B-F20A-4E37-872E-65031B115833}"/>
    <dgm:cxn modelId="{D5D4F4B7-E0F4-469C-909B-1D2A2656F79A}" srcId="{FD212195-F955-44AC-941C-6C1CBFB1830C}" destId="{A9BA237E-3005-4DDE-8EAB-B0D4B31544A2}" srcOrd="3" destOrd="0" parTransId="{98D04F87-D668-4939-A921-1601A3AF500C}" sibTransId="{2C148BF8-612C-4B4D-8021-43AB5192B2B3}"/>
    <dgm:cxn modelId="{0E447EB8-BBC1-4DE4-85AE-F628F4704C02}" type="presOf" srcId="{88E040DF-3B40-4F85-A05F-17A12FFAFBA6}" destId="{DC2364EC-0FD4-4673-97B1-17FF9EC403E3}" srcOrd="0" destOrd="0" presId="urn:microsoft.com/office/officeart/2005/8/layout/default"/>
    <dgm:cxn modelId="{A8E40ABD-938D-4D70-A321-3297184F9F67}" srcId="{FD212195-F955-44AC-941C-6C1CBFB1830C}" destId="{CA42A076-2762-4D18-9C50-D7C502460C8C}" srcOrd="0" destOrd="0" parTransId="{A9D7CE92-D379-4609-B821-D218057BD075}" sibTransId="{D67F99FF-6235-4B4F-BC97-C0EE704C91A1}"/>
    <dgm:cxn modelId="{32B66AC8-92CE-4923-98BC-29CECDF50A89}" type="presOf" srcId="{A3C58B26-9948-4BD3-9B09-4EC1A526B85A}" destId="{458DCFA5-7375-4C98-B71F-0837DA839FB0}" srcOrd="0" destOrd="0" presId="urn:microsoft.com/office/officeart/2005/8/layout/default"/>
    <dgm:cxn modelId="{82A305D2-96F8-47E6-A79E-7980CFFCCE8F}" srcId="{FD212195-F955-44AC-941C-6C1CBFB1830C}" destId="{88E040DF-3B40-4F85-A05F-17A12FFAFBA6}" srcOrd="4" destOrd="0" parTransId="{41A59005-C31A-402C-9CC6-45E947D3A30E}" sibTransId="{77116308-24E3-4CBF-B5A6-14B15E162898}"/>
    <dgm:cxn modelId="{8DFE34DF-0ECC-494D-9676-74C646FC472D}" type="presOf" srcId="{A9BA237E-3005-4DDE-8EAB-B0D4B31544A2}" destId="{FC2774B7-5B93-415B-A5F0-ED95C62C38E3}" srcOrd="0" destOrd="0" presId="urn:microsoft.com/office/officeart/2005/8/layout/default"/>
    <dgm:cxn modelId="{D7549AED-7016-4396-B542-015BD7BD2AC9}" type="presOf" srcId="{FD212195-F955-44AC-941C-6C1CBFB1830C}" destId="{BBB40EB2-56AA-48B8-9A81-9AD0B19801ED}" srcOrd="0" destOrd="0" presId="urn:microsoft.com/office/officeart/2005/8/layout/default"/>
    <dgm:cxn modelId="{12B0A80D-8CF5-4310-BF28-C404EFB86C57}" type="presParOf" srcId="{BBB40EB2-56AA-48B8-9A81-9AD0B19801ED}" destId="{362C20DF-5A49-4592-84DA-84AE4A0BF27E}" srcOrd="0" destOrd="0" presId="urn:microsoft.com/office/officeart/2005/8/layout/default"/>
    <dgm:cxn modelId="{0809A776-E285-4730-B890-7F5AC4F3AC3A}" type="presParOf" srcId="{BBB40EB2-56AA-48B8-9A81-9AD0B19801ED}" destId="{F32E438B-11C2-4F93-B28A-1A01199660AA}" srcOrd="1" destOrd="0" presId="urn:microsoft.com/office/officeart/2005/8/layout/default"/>
    <dgm:cxn modelId="{0B62468F-B3C1-495F-A09C-632CDDB44FFA}" type="presParOf" srcId="{BBB40EB2-56AA-48B8-9A81-9AD0B19801ED}" destId="{A5BC1763-407E-40BC-92EC-AAD00BAE5127}" srcOrd="2" destOrd="0" presId="urn:microsoft.com/office/officeart/2005/8/layout/default"/>
    <dgm:cxn modelId="{CA772CC0-CD2B-4CC9-A53F-AADB5129394A}" type="presParOf" srcId="{BBB40EB2-56AA-48B8-9A81-9AD0B19801ED}" destId="{D0B791BF-2C36-48AF-9B68-1FA56BA84CB4}" srcOrd="3" destOrd="0" presId="urn:microsoft.com/office/officeart/2005/8/layout/default"/>
    <dgm:cxn modelId="{DF061616-6BF2-4044-9301-E22652AD6049}" type="presParOf" srcId="{BBB40EB2-56AA-48B8-9A81-9AD0B19801ED}" destId="{4D837835-3189-421F-B973-E4A47A081B79}" srcOrd="4" destOrd="0" presId="urn:microsoft.com/office/officeart/2005/8/layout/default"/>
    <dgm:cxn modelId="{94EA1DD3-97BD-4283-ACAA-547401E97B70}" type="presParOf" srcId="{BBB40EB2-56AA-48B8-9A81-9AD0B19801ED}" destId="{DED5CBF2-9CAF-416B-9948-525013FF29BA}" srcOrd="5" destOrd="0" presId="urn:microsoft.com/office/officeart/2005/8/layout/default"/>
    <dgm:cxn modelId="{6A7EEFBC-9BED-4372-9107-1ED7B7C5A019}" type="presParOf" srcId="{BBB40EB2-56AA-48B8-9A81-9AD0B19801ED}" destId="{FC2774B7-5B93-415B-A5F0-ED95C62C38E3}" srcOrd="6" destOrd="0" presId="urn:microsoft.com/office/officeart/2005/8/layout/default"/>
    <dgm:cxn modelId="{F94989BC-5DB6-46B2-A72E-ED08315021FA}" type="presParOf" srcId="{BBB40EB2-56AA-48B8-9A81-9AD0B19801ED}" destId="{19B4D402-8D20-4E8D-9F19-041B746A7929}" srcOrd="7" destOrd="0" presId="urn:microsoft.com/office/officeart/2005/8/layout/default"/>
    <dgm:cxn modelId="{EB5CFF09-1ADF-4B2E-88EA-A97EE0F1F519}" type="presParOf" srcId="{BBB40EB2-56AA-48B8-9A81-9AD0B19801ED}" destId="{DC2364EC-0FD4-4673-97B1-17FF9EC403E3}" srcOrd="8" destOrd="0" presId="urn:microsoft.com/office/officeart/2005/8/layout/default"/>
    <dgm:cxn modelId="{41E30A6E-028F-4BA7-BA15-482386E6CE9B}" type="presParOf" srcId="{BBB40EB2-56AA-48B8-9A81-9AD0B19801ED}" destId="{A83FEC6F-5C98-4698-B876-42D1F795A209}" srcOrd="9" destOrd="0" presId="urn:microsoft.com/office/officeart/2005/8/layout/default"/>
    <dgm:cxn modelId="{35C561FE-05B8-4BD4-AB3A-D1A87179C997}" type="presParOf" srcId="{BBB40EB2-56AA-48B8-9A81-9AD0B19801ED}" destId="{BEFAACE3-E837-47C9-9A14-3447CE908381}" srcOrd="10" destOrd="0" presId="urn:microsoft.com/office/officeart/2005/8/layout/default"/>
    <dgm:cxn modelId="{04B46812-AA4E-421E-8655-B8776A0CFB5B}" type="presParOf" srcId="{BBB40EB2-56AA-48B8-9A81-9AD0B19801ED}" destId="{F519D22B-CFC6-4298-A5B3-7CC57F29C607}" srcOrd="11" destOrd="0" presId="urn:microsoft.com/office/officeart/2005/8/layout/default"/>
    <dgm:cxn modelId="{8ED2F2E6-AA8C-4B3B-9F75-282827940A57}" type="presParOf" srcId="{BBB40EB2-56AA-48B8-9A81-9AD0B19801ED}" destId="{4FE95C93-F8BC-43F7-944C-73BD4D8A1CA8}" srcOrd="12" destOrd="0" presId="urn:microsoft.com/office/officeart/2005/8/layout/default"/>
    <dgm:cxn modelId="{B9000C05-6594-4BF1-960C-6316E090C387}" type="presParOf" srcId="{BBB40EB2-56AA-48B8-9A81-9AD0B19801ED}" destId="{E2091A43-E041-4783-B78B-2C00FFB5C20E}" srcOrd="13" destOrd="0" presId="urn:microsoft.com/office/officeart/2005/8/layout/default"/>
    <dgm:cxn modelId="{7B8BF00F-EF41-44AD-8750-C984493B5CD7}" type="presParOf" srcId="{BBB40EB2-56AA-48B8-9A81-9AD0B19801ED}" destId="{21C17937-E243-487B-8ED4-AA7D8F58DD8C}" srcOrd="14" destOrd="0" presId="urn:microsoft.com/office/officeart/2005/8/layout/default"/>
    <dgm:cxn modelId="{A4FEAC98-76D1-4A65-9689-D0D85EB6F611}" type="presParOf" srcId="{BBB40EB2-56AA-48B8-9A81-9AD0B19801ED}" destId="{7F68D95C-F82F-4F80-9B3D-CD3474821483}" srcOrd="15" destOrd="0" presId="urn:microsoft.com/office/officeart/2005/8/layout/default"/>
    <dgm:cxn modelId="{CABC9177-DACF-4791-BAAA-FAE09E76883F}" type="presParOf" srcId="{BBB40EB2-56AA-48B8-9A81-9AD0B19801ED}" destId="{458DCFA5-7375-4C98-B71F-0837DA839FB0}" srcOrd="16" destOrd="0" presId="urn:microsoft.com/office/officeart/2005/8/layout/default"/>
    <dgm:cxn modelId="{FB6D90B5-BD9E-44B8-81DB-46B643615B77}" type="presParOf" srcId="{BBB40EB2-56AA-48B8-9A81-9AD0B19801ED}" destId="{F7E218E2-56C8-4FCF-9D02-AE5060C8A9C9}" srcOrd="17" destOrd="0" presId="urn:microsoft.com/office/officeart/2005/8/layout/default"/>
    <dgm:cxn modelId="{6B2A036B-13F8-45A1-9E8B-3B5C576F7696}" type="presParOf" srcId="{BBB40EB2-56AA-48B8-9A81-9AD0B19801ED}" destId="{4FA727D6-DF4A-4F8E-A2F0-AE27EF4DC29D}"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BB5C91B-0FBA-40AD-8452-EB3234BDF733}"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3C86BAE3-1A1F-4659-8A2A-649BAD7D970B}">
      <dgm:prSet/>
      <dgm:spPr/>
      <dgm:t>
        <a:bodyPr/>
        <a:lstStyle/>
        <a:p>
          <a:r>
            <a:rPr lang="en-US" b="1"/>
            <a:t>Practical Implementation Process:Synchronization:</a:t>
          </a:r>
          <a:r>
            <a:rPr lang="en-US"/>
            <a:t> Generation boundaries, timing synchronization, buffer management.</a:t>
          </a:r>
        </a:p>
      </dgm:t>
    </dgm:pt>
    <dgm:pt modelId="{4963904A-C87F-48C7-9B3C-C9651C27051A}" type="parTrans" cxnId="{751E0141-0482-406C-AC62-00463019F0C8}">
      <dgm:prSet/>
      <dgm:spPr/>
      <dgm:t>
        <a:bodyPr/>
        <a:lstStyle/>
        <a:p>
          <a:endParaRPr lang="en-US"/>
        </a:p>
      </dgm:t>
    </dgm:pt>
    <dgm:pt modelId="{53A5E8FA-7943-4BC5-A6CC-465B1CEE9B60}" type="sibTrans" cxnId="{751E0141-0482-406C-AC62-00463019F0C8}">
      <dgm:prSet/>
      <dgm:spPr/>
      <dgm:t>
        <a:bodyPr/>
        <a:lstStyle/>
        <a:p>
          <a:endParaRPr lang="en-US"/>
        </a:p>
      </dgm:t>
    </dgm:pt>
    <dgm:pt modelId="{29C05612-6270-49C8-BD81-EB62ABD632C5}">
      <dgm:prSet/>
      <dgm:spPr/>
      <dgm:t>
        <a:bodyPr/>
        <a:lstStyle/>
        <a:p>
          <a:r>
            <a:rPr lang="en-US" b="1"/>
            <a:t>Security Concerns:Pollution Attacks:</a:t>
          </a:r>
          <a:r>
            <a:rPr lang="en-US"/>
            <a:t> Malicious nodes injecting corrupted packets.</a:t>
          </a:r>
        </a:p>
      </dgm:t>
    </dgm:pt>
    <dgm:pt modelId="{E731373D-6F61-48D4-BBD4-4AD03EFF0299}" type="parTrans" cxnId="{BC61B09C-278C-486C-A90A-F67C956D2367}">
      <dgm:prSet/>
      <dgm:spPr/>
      <dgm:t>
        <a:bodyPr/>
        <a:lstStyle/>
        <a:p>
          <a:endParaRPr lang="en-US"/>
        </a:p>
      </dgm:t>
    </dgm:pt>
    <dgm:pt modelId="{666BC9D7-5B1E-4663-BF57-66E22FCFD017}" type="sibTrans" cxnId="{BC61B09C-278C-486C-A90A-F67C956D2367}">
      <dgm:prSet/>
      <dgm:spPr/>
      <dgm:t>
        <a:bodyPr/>
        <a:lstStyle/>
        <a:p>
          <a:endParaRPr lang="en-US"/>
        </a:p>
      </dgm:t>
    </dgm:pt>
    <dgm:pt modelId="{B71E82A1-5BAB-4670-813C-3D1A3004C3F2}">
      <dgm:prSet/>
      <dgm:spPr/>
      <dgm:t>
        <a:bodyPr/>
        <a:lstStyle/>
        <a:p>
          <a:r>
            <a:rPr lang="en-US" b="1"/>
            <a:t>Eavesdropping:</a:t>
          </a:r>
          <a:r>
            <a:rPr lang="en-US"/>
            <a:t> Increased vulnerability to passive attacks.</a:t>
          </a:r>
        </a:p>
      </dgm:t>
    </dgm:pt>
    <dgm:pt modelId="{CA44E54B-5A67-43AB-A9FF-5B2D24B94B3A}" type="parTrans" cxnId="{D3B18D81-703A-4D71-8CF8-57DE9D873317}">
      <dgm:prSet/>
      <dgm:spPr/>
      <dgm:t>
        <a:bodyPr/>
        <a:lstStyle/>
        <a:p>
          <a:endParaRPr lang="en-US"/>
        </a:p>
      </dgm:t>
    </dgm:pt>
    <dgm:pt modelId="{229A0D3F-ACF9-4258-ADC9-B6BAA13BC77B}" type="sibTrans" cxnId="{D3B18D81-703A-4D71-8CF8-57DE9D873317}">
      <dgm:prSet/>
      <dgm:spPr/>
      <dgm:t>
        <a:bodyPr/>
        <a:lstStyle/>
        <a:p>
          <a:endParaRPr lang="en-US"/>
        </a:p>
      </dgm:t>
    </dgm:pt>
    <dgm:pt modelId="{F0A28939-62A3-4FF5-A9E9-2BD4807F4703}">
      <dgm:prSet/>
      <dgm:spPr/>
      <dgm:t>
        <a:bodyPr/>
        <a:lstStyle/>
        <a:p>
          <a:r>
            <a:rPr lang="en-US" b="1"/>
            <a:t>Byzantine Behavior:</a:t>
          </a:r>
          <a:r>
            <a:rPr lang="en-US"/>
            <a:t> Dealing with malicious coding operations.</a:t>
          </a:r>
        </a:p>
      </dgm:t>
    </dgm:pt>
    <dgm:pt modelId="{8E8C773E-1BF1-4759-BF82-98E6108AA020}" type="parTrans" cxnId="{4F4C23A5-895C-4E71-95B1-441C7EDC8D6A}">
      <dgm:prSet/>
      <dgm:spPr/>
      <dgm:t>
        <a:bodyPr/>
        <a:lstStyle/>
        <a:p>
          <a:endParaRPr lang="en-US"/>
        </a:p>
      </dgm:t>
    </dgm:pt>
    <dgm:pt modelId="{FD7DB08C-36AF-4D1A-BC53-38AC14659746}" type="sibTrans" cxnId="{4F4C23A5-895C-4E71-95B1-441C7EDC8D6A}">
      <dgm:prSet/>
      <dgm:spPr/>
      <dgm:t>
        <a:bodyPr/>
        <a:lstStyle/>
        <a:p>
          <a:endParaRPr lang="en-US"/>
        </a:p>
      </dgm:t>
    </dgm:pt>
    <dgm:pt modelId="{1D94C3DD-3CF6-4910-8A79-5C7110EF1520}">
      <dgm:prSet/>
      <dgm:spPr/>
      <dgm:t>
        <a:bodyPr/>
        <a:lstStyle/>
        <a:p>
          <a:r>
            <a:rPr lang="en-US" b="1"/>
            <a:t>Standardization Issues:</a:t>
          </a:r>
          <a:r>
            <a:rPr lang="en-US"/>
            <a:t> Protocol Integration, Interoperability, Backward Compatibility.</a:t>
          </a:r>
        </a:p>
      </dgm:t>
    </dgm:pt>
    <dgm:pt modelId="{4BFCDB18-6700-4350-AB2D-8F928FB48641}" type="parTrans" cxnId="{61099D25-94A7-4C9D-8DD0-4E4FFCEAD1AC}">
      <dgm:prSet/>
      <dgm:spPr/>
      <dgm:t>
        <a:bodyPr/>
        <a:lstStyle/>
        <a:p>
          <a:endParaRPr lang="en-US"/>
        </a:p>
      </dgm:t>
    </dgm:pt>
    <dgm:pt modelId="{59B32A7E-70D4-4916-BDFF-12791F52615D}" type="sibTrans" cxnId="{61099D25-94A7-4C9D-8DD0-4E4FFCEAD1AC}">
      <dgm:prSet/>
      <dgm:spPr/>
      <dgm:t>
        <a:bodyPr/>
        <a:lstStyle/>
        <a:p>
          <a:endParaRPr lang="en-US"/>
        </a:p>
      </dgm:t>
    </dgm:pt>
    <dgm:pt modelId="{943BE2A0-2992-4EB6-B2C1-572777B1D7CB}" type="pres">
      <dgm:prSet presAssocID="{4BB5C91B-0FBA-40AD-8452-EB3234BDF733}" presName="diagram" presStyleCnt="0">
        <dgm:presLayoutVars>
          <dgm:dir/>
          <dgm:resizeHandles val="exact"/>
        </dgm:presLayoutVars>
      </dgm:prSet>
      <dgm:spPr/>
    </dgm:pt>
    <dgm:pt modelId="{D1AB9692-F520-4A34-A03D-A4FCA462CD3F}" type="pres">
      <dgm:prSet presAssocID="{3C86BAE3-1A1F-4659-8A2A-649BAD7D970B}" presName="node" presStyleLbl="node1" presStyleIdx="0" presStyleCnt="5">
        <dgm:presLayoutVars>
          <dgm:bulletEnabled val="1"/>
        </dgm:presLayoutVars>
      </dgm:prSet>
      <dgm:spPr/>
    </dgm:pt>
    <dgm:pt modelId="{211FB555-3667-4A2F-A5F5-F121BE244B70}" type="pres">
      <dgm:prSet presAssocID="{53A5E8FA-7943-4BC5-A6CC-465B1CEE9B60}" presName="sibTrans" presStyleCnt="0"/>
      <dgm:spPr/>
    </dgm:pt>
    <dgm:pt modelId="{7C8BDB4D-D8E4-46E1-B592-B074457990DD}" type="pres">
      <dgm:prSet presAssocID="{29C05612-6270-49C8-BD81-EB62ABD632C5}" presName="node" presStyleLbl="node1" presStyleIdx="1" presStyleCnt="5">
        <dgm:presLayoutVars>
          <dgm:bulletEnabled val="1"/>
        </dgm:presLayoutVars>
      </dgm:prSet>
      <dgm:spPr/>
    </dgm:pt>
    <dgm:pt modelId="{6C6FBE3B-1530-42F3-9071-401FB13D1403}" type="pres">
      <dgm:prSet presAssocID="{666BC9D7-5B1E-4663-BF57-66E22FCFD017}" presName="sibTrans" presStyleCnt="0"/>
      <dgm:spPr/>
    </dgm:pt>
    <dgm:pt modelId="{42EB21E1-2E88-4598-BAB1-2105853119D2}" type="pres">
      <dgm:prSet presAssocID="{B71E82A1-5BAB-4670-813C-3D1A3004C3F2}" presName="node" presStyleLbl="node1" presStyleIdx="2" presStyleCnt="5">
        <dgm:presLayoutVars>
          <dgm:bulletEnabled val="1"/>
        </dgm:presLayoutVars>
      </dgm:prSet>
      <dgm:spPr/>
    </dgm:pt>
    <dgm:pt modelId="{A8A31A88-92F4-43AF-964E-9D4E4F782F8B}" type="pres">
      <dgm:prSet presAssocID="{229A0D3F-ACF9-4258-ADC9-B6BAA13BC77B}" presName="sibTrans" presStyleCnt="0"/>
      <dgm:spPr/>
    </dgm:pt>
    <dgm:pt modelId="{CDFFF3CA-AE6E-44E0-B208-8198464B3396}" type="pres">
      <dgm:prSet presAssocID="{F0A28939-62A3-4FF5-A9E9-2BD4807F4703}" presName="node" presStyleLbl="node1" presStyleIdx="3" presStyleCnt="5">
        <dgm:presLayoutVars>
          <dgm:bulletEnabled val="1"/>
        </dgm:presLayoutVars>
      </dgm:prSet>
      <dgm:spPr/>
    </dgm:pt>
    <dgm:pt modelId="{473096D9-6210-4E09-B899-1FCCE27884F3}" type="pres">
      <dgm:prSet presAssocID="{FD7DB08C-36AF-4D1A-BC53-38AC14659746}" presName="sibTrans" presStyleCnt="0"/>
      <dgm:spPr/>
    </dgm:pt>
    <dgm:pt modelId="{2E30B3A1-E0A8-4675-A324-2865DB7DCEEC}" type="pres">
      <dgm:prSet presAssocID="{1D94C3DD-3CF6-4910-8A79-5C7110EF1520}" presName="node" presStyleLbl="node1" presStyleIdx="4" presStyleCnt="5">
        <dgm:presLayoutVars>
          <dgm:bulletEnabled val="1"/>
        </dgm:presLayoutVars>
      </dgm:prSet>
      <dgm:spPr/>
    </dgm:pt>
  </dgm:ptLst>
  <dgm:cxnLst>
    <dgm:cxn modelId="{5DB9A618-485A-4869-BB27-FB0807364DA8}" type="presOf" srcId="{29C05612-6270-49C8-BD81-EB62ABD632C5}" destId="{7C8BDB4D-D8E4-46E1-B592-B074457990DD}" srcOrd="0" destOrd="0" presId="urn:microsoft.com/office/officeart/2005/8/layout/default"/>
    <dgm:cxn modelId="{61099D25-94A7-4C9D-8DD0-4E4FFCEAD1AC}" srcId="{4BB5C91B-0FBA-40AD-8452-EB3234BDF733}" destId="{1D94C3DD-3CF6-4910-8A79-5C7110EF1520}" srcOrd="4" destOrd="0" parTransId="{4BFCDB18-6700-4350-AB2D-8F928FB48641}" sibTransId="{59B32A7E-70D4-4916-BDFF-12791F52615D}"/>
    <dgm:cxn modelId="{751E0141-0482-406C-AC62-00463019F0C8}" srcId="{4BB5C91B-0FBA-40AD-8452-EB3234BDF733}" destId="{3C86BAE3-1A1F-4659-8A2A-649BAD7D970B}" srcOrd="0" destOrd="0" parTransId="{4963904A-C87F-48C7-9B3C-C9651C27051A}" sibTransId="{53A5E8FA-7943-4BC5-A6CC-465B1CEE9B60}"/>
    <dgm:cxn modelId="{53B1B972-5C55-4E57-8B2B-EC0527EEB6D4}" type="presOf" srcId="{3C86BAE3-1A1F-4659-8A2A-649BAD7D970B}" destId="{D1AB9692-F520-4A34-A03D-A4FCA462CD3F}" srcOrd="0" destOrd="0" presId="urn:microsoft.com/office/officeart/2005/8/layout/default"/>
    <dgm:cxn modelId="{881F2E56-AA4D-443D-A204-EE5795B3A464}" type="presOf" srcId="{1D94C3DD-3CF6-4910-8A79-5C7110EF1520}" destId="{2E30B3A1-E0A8-4675-A324-2865DB7DCEEC}" srcOrd="0" destOrd="0" presId="urn:microsoft.com/office/officeart/2005/8/layout/default"/>
    <dgm:cxn modelId="{080AC380-2E12-41CB-9E92-FD68010E9A41}" type="presOf" srcId="{4BB5C91B-0FBA-40AD-8452-EB3234BDF733}" destId="{943BE2A0-2992-4EB6-B2C1-572777B1D7CB}" srcOrd="0" destOrd="0" presId="urn:microsoft.com/office/officeart/2005/8/layout/default"/>
    <dgm:cxn modelId="{D3B18D81-703A-4D71-8CF8-57DE9D873317}" srcId="{4BB5C91B-0FBA-40AD-8452-EB3234BDF733}" destId="{B71E82A1-5BAB-4670-813C-3D1A3004C3F2}" srcOrd="2" destOrd="0" parTransId="{CA44E54B-5A67-43AB-A9FF-5B2D24B94B3A}" sibTransId="{229A0D3F-ACF9-4258-ADC9-B6BAA13BC77B}"/>
    <dgm:cxn modelId="{BC61B09C-278C-486C-A90A-F67C956D2367}" srcId="{4BB5C91B-0FBA-40AD-8452-EB3234BDF733}" destId="{29C05612-6270-49C8-BD81-EB62ABD632C5}" srcOrd="1" destOrd="0" parTransId="{E731373D-6F61-48D4-BBD4-4AD03EFF0299}" sibTransId="{666BC9D7-5B1E-4663-BF57-66E22FCFD017}"/>
    <dgm:cxn modelId="{4F4C23A5-895C-4E71-95B1-441C7EDC8D6A}" srcId="{4BB5C91B-0FBA-40AD-8452-EB3234BDF733}" destId="{F0A28939-62A3-4FF5-A9E9-2BD4807F4703}" srcOrd="3" destOrd="0" parTransId="{8E8C773E-1BF1-4759-BF82-98E6108AA020}" sibTransId="{FD7DB08C-36AF-4D1A-BC53-38AC14659746}"/>
    <dgm:cxn modelId="{97EC93AF-79F9-4AEB-BAA5-AA53093EF4B9}" type="presOf" srcId="{F0A28939-62A3-4FF5-A9E9-2BD4807F4703}" destId="{CDFFF3CA-AE6E-44E0-B208-8198464B3396}" srcOrd="0" destOrd="0" presId="urn:microsoft.com/office/officeart/2005/8/layout/default"/>
    <dgm:cxn modelId="{CAEB35CA-2E7E-49EC-B55F-962AAF7D9AC7}" type="presOf" srcId="{B71E82A1-5BAB-4670-813C-3D1A3004C3F2}" destId="{42EB21E1-2E88-4598-BAB1-2105853119D2}" srcOrd="0" destOrd="0" presId="urn:microsoft.com/office/officeart/2005/8/layout/default"/>
    <dgm:cxn modelId="{DC2334B5-7F8B-4A2F-8DE7-F0F0E6C036DA}" type="presParOf" srcId="{943BE2A0-2992-4EB6-B2C1-572777B1D7CB}" destId="{D1AB9692-F520-4A34-A03D-A4FCA462CD3F}" srcOrd="0" destOrd="0" presId="urn:microsoft.com/office/officeart/2005/8/layout/default"/>
    <dgm:cxn modelId="{8D9A80AD-904C-4B3B-B644-537807F6B2F6}" type="presParOf" srcId="{943BE2A0-2992-4EB6-B2C1-572777B1D7CB}" destId="{211FB555-3667-4A2F-A5F5-F121BE244B70}" srcOrd="1" destOrd="0" presId="urn:microsoft.com/office/officeart/2005/8/layout/default"/>
    <dgm:cxn modelId="{95CD6E1E-2BBD-45DB-A4A9-D131750D0B7E}" type="presParOf" srcId="{943BE2A0-2992-4EB6-B2C1-572777B1D7CB}" destId="{7C8BDB4D-D8E4-46E1-B592-B074457990DD}" srcOrd="2" destOrd="0" presId="urn:microsoft.com/office/officeart/2005/8/layout/default"/>
    <dgm:cxn modelId="{81146C17-92B7-4F32-981D-14B5F815D8D4}" type="presParOf" srcId="{943BE2A0-2992-4EB6-B2C1-572777B1D7CB}" destId="{6C6FBE3B-1530-42F3-9071-401FB13D1403}" srcOrd="3" destOrd="0" presId="urn:microsoft.com/office/officeart/2005/8/layout/default"/>
    <dgm:cxn modelId="{E64A53D9-8998-4139-85C7-C345807609E2}" type="presParOf" srcId="{943BE2A0-2992-4EB6-B2C1-572777B1D7CB}" destId="{42EB21E1-2E88-4598-BAB1-2105853119D2}" srcOrd="4" destOrd="0" presId="urn:microsoft.com/office/officeart/2005/8/layout/default"/>
    <dgm:cxn modelId="{3AA95211-6A06-42FA-98FD-40FDEF8C0DF1}" type="presParOf" srcId="{943BE2A0-2992-4EB6-B2C1-572777B1D7CB}" destId="{A8A31A88-92F4-43AF-964E-9D4E4F782F8B}" srcOrd="5" destOrd="0" presId="urn:microsoft.com/office/officeart/2005/8/layout/default"/>
    <dgm:cxn modelId="{78E8EB8C-4928-48A1-ADC2-BBEF0E42439E}" type="presParOf" srcId="{943BE2A0-2992-4EB6-B2C1-572777B1D7CB}" destId="{CDFFF3CA-AE6E-44E0-B208-8198464B3396}" srcOrd="6" destOrd="0" presId="urn:microsoft.com/office/officeart/2005/8/layout/default"/>
    <dgm:cxn modelId="{4B6E257F-E9C0-454D-AAD7-FF4D5F93C0D8}" type="presParOf" srcId="{943BE2A0-2992-4EB6-B2C1-572777B1D7CB}" destId="{473096D9-6210-4E09-B899-1FCCE27884F3}" srcOrd="7" destOrd="0" presId="urn:microsoft.com/office/officeart/2005/8/layout/default"/>
    <dgm:cxn modelId="{73117491-2480-4165-8AC7-B48CC26D83B4}" type="presParOf" srcId="{943BE2A0-2992-4EB6-B2C1-572777B1D7CB}" destId="{2E30B3A1-E0A8-4675-A324-2865DB7DCEEC}"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57435D6-8373-4831-867A-38D08C73A368}"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2FD80B15-51DA-4950-9442-CF176F4D95D0}">
      <dgm:prSet/>
      <dgm:spPr/>
      <dgm:t>
        <a:bodyPr/>
        <a:lstStyle/>
        <a:p>
          <a:r>
            <a:rPr lang="en-US" b="1"/>
            <a:t>Machine Learning Integration:AI-Enabled Network Coding:</a:t>
          </a:r>
          <a:r>
            <a:rPr lang="en-US"/>
            <a:t>Deep Learning for Code Design (Neural Networks, Reinforcement Learning).</a:t>
          </a:r>
        </a:p>
      </dgm:t>
    </dgm:pt>
    <dgm:pt modelId="{085C5774-6DAB-438D-B867-CAEC517EC09D}" type="parTrans" cxnId="{7864F73E-1C63-4FDC-96F2-2A6EE1FD9538}">
      <dgm:prSet/>
      <dgm:spPr/>
      <dgm:t>
        <a:bodyPr/>
        <a:lstStyle/>
        <a:p>
          <a:endParaRPr lang="en-US"/>
        </a:p>
      </dgm:t>
    </dgm:pt>
    <dgm:pt modelId="{8DF7B665-2344-41F6-9C3F-C4A450C21414}" type="sibTrans" cxnId="{7864F73E-1C63-4FDC-96F2-2A6EE1FD9538}">
      <dgm:prSet/>
      <dgm:spPr/>
      <dgm:t>
        <a:bodyPr/>
        <a:lstStyle/>
        <a:p>
          <a:endParaRPr lang="en-US"/>
        </a:p>
      </dgm:t>
    </dgm:pt>
    <dgm:pt modelId="{84D2A429-F744-44C0-AF78-7D3146B6AB2F}">
      <dgm:prSet/>
      <dgm:spPr/>
      <dgm:t>
        <a:bodyPr/>
        <a:lstStyle/>
        <a:p>
          <a:r>
            <a:rPr lang="en-US"/>
            <a:t>Federated Learning for distributed learning.</a:t>
          </a:r>
        </a:p>
      </dgm:t>
    </dgm:pt>
    <dgm:pt modelId="{0CA7B869-D5BB-4FB3-86BD-D04548883955}" type="parTrans" cxnId="{EC77BD5D-B6B1-4996-A2CD-F49C27B8BE4C}">
      <dgm:prSet/>
      <dgm:spPr/>
      <dgm:t>
        <a:bodyPr/>
        <a:lstStyle/>
        <a:p>
          <a:endParaRPr lang="en-US"/>
        </a:p>
      </dgm:t>
    </dgm:pt>
    <dgm:pt modelId="{942E5760-3BEA-4D10-B352-5A6B9CAA877A}" type="sibTrans" cxnId="{EC77BD5D-B6B1-4996-A2CD-F49C27B8BE4C}">
      <dgm:prSet/>
      <dgm:spPr/>
      <dgm:t>
        <a:bodyPr/>
        <a:lstStyle/>
        <a:p>
          <a:endParaRPr lang="en-US"/>
        </a:p>
      </dgm:t>
    </dgm:pt>
    <dgm:pt modelId="{38765EAD-7A12-4D9D-83CB-894F17E477DF}">
      <dgm:prSet/>
      <dgm:spPr/>
      <dgm:t>
        <a:bodyPr/>
        <a:lstStyle/>
        <a:p>
          <a:r>
            <a:rPr lang="en-US" b="1"/>
            <a:t>Intelligent Resource Allocation:</a:t>
          </a:r>
          <a:r>
            <a:rPr lang="en-US"/>
            <a:t> Predictive Coding, Dynamic Adaptation, Traffic Prediction.</a:t>
          </a:r>
        </a:p>
      </dgm:t>
    </dgm:pt>
    <dgm:pt modelId="{CE7E18EF-4901-4F05-9F46-22FDBB3597D3}" type="parTrans" cxnId="{F7C4C0FF-9934-4D11-B4FB-03F11FD5455E}">
      <dgm:prSet/>
      <dgm:spPr/>
      <dgm:t>
        <a:bodyPr/>
        <a:lstStyle/>
        <a:p>
          <a:endParaRPr lang="en-US"/>
        </a:p>
      </dgm:t>
    </dgm:pt>
    <dgm:pt modelId="{8922386B-D4BA-4D6F-A07E-B3218B2D9487}" type="sibTrans" cxnId="{F7C4C0FF-9934-4D11-B4FB-03F11FD5455E}">
      <dgm:prSet/>
      <dgm:spPr/>
      <dgm:t>
        <a:bodyPr/>
        <a:lstStyle/>
        <a:p>
          <a:endParaRPr lang="en-US"/>
        </a:p>
      </dgm:t>
    </dgm:pt>
    <dgm:pt modelId="{03952D7F-3919-439D-8CC4-1704D880625E}">
      <dgm:prSet/>
      <dgm:spPr/>
      <dgm:t>
        <a:bodyPr/>
        <a:lstStyle/>
        <a:p>
          <a:r>
            <a:rPr lang="en-US" b="1"/>
            <a:t>Performance Improvements:</a:t>
          </a:r>
          <a:r>
            <a:rPr lang="en-US"/>
            <a:t> 20-30% throughput, 40% delay reduction.</a:t>
          </a:r>
        </a:p>
      </dgm:t>
    </dgm:pt>
    <dgm:pt modelId="{10373625-D465-4E2D-B248-FD0E0F74A7BA}" type="parTrans" cxnId="{06D04F76-B642-4DDD-97BF-1BBC75AAAE99}">
      <dgm:prSet/>
      <dgm:spPr/>
      <dgm:t>
        <a:bodyPr/>
        <a:lstStyle/>
        <a:p>
          <a:endParaRPr lang="en-US"/>
        </a:p>
      </dgm:t>
    </dgm:pt>
    <dgm:pt modelId="{6C2D3062-24B3-4736-94C0-AB4B729164EC}" type="sibTrans" cxnId="{06D04F76-B642-4DDD-97BF-1BBC75AAAE99}">
      <dgm:prSet/>
      <dgm:spPr/>
      <dgm:t>
        <a:bodyPr/>
        <a:lstStyle/>
        <a:p>
          <a:endParaRPr lang="en-US"/>
        </a:p>
      </dgm:t>
    </dgm:pt>
    <dgm:pt modelId="{A98E362A-2104-4365-A949-F672083A71CA}">
      <dgm:prSet/>
      <dgm:spPr/>
      <dgm:t>
        <a:bodyPr/>
        <a:lstStyle/>
        <a:p>
          <a:r>
            <a:rPr lang="en-US" b="1"/>
            <a:t>Quantum Network Coding:Quantum Information Theory:</a:t>
          </a:r>
          <a:r>
            <a:rPr lang="en-US"/>
            <a:t> Extending NC to quantum systems.Quantum Entanglement, Quantum Error Correction, Quantum Communication Networks.</a:t>
          </a:r>
        </a:p>
      </dgm:t>
    </dgm:pt>
    <dgm:pt modelId="{3E47853A-1B58-4763-9D20-C91E2DCE2ED7}" type="parTrans" cxnId="{0879486B-D2C4-4090-8D4B-996C0D053838}">
      <dgm:prSet/>
      <dgm:spPr/>
      <dgm:t>
        <a:bodyPr/>
        <a:lstStyle/>
        <a:p>
          <a:endParaRPr lang="en-US"/>
        </a:p>
      </dgm:t>
    </dgm:pt>
    <dgm:pt modelId="{50FDFAC6-27CD-430B-BC51-F1C95F48C0B0}" type="sibTrans" cxnId="{0879486B-D2C4-4090-8D4B-996C0D053838}">
      <dgm:prSet/>
      <dgm:spPr/>
      <dgm:t>
        <a:bodyPr/>
        <a:lstStyle/>
        <a:p>
          <a:endParaRPr lang="en-US"/>
        </a:p>
      </dgm:t>
    </dgm:pt>
    <dgm:pt modelId="{0617A9F6-BE17-4B9C-9861-2570DCC4E371}">
      <dgm:prSet/>
      <dgm:spPr/>
      <dgm:t>
        <a:bodyPr/>
        <a:lstStyle/>
        <a:p>
          <a:r>
            <a:rPr lang="en-US" b="1"/>
            <a:t>Potential Applications:</a:t>
          </a:r>
          <a:r>
            <a:rPr lang="en-US"/>
            <a:t> Quantum Internet, Quantum Cryptography, Quantum Sensing.</a:t>
          </a:r>
        </a:p>
      </dgm:t>
    </dgm:pt>
    <dgm:pt modelId="{BFD676AA-E069-4F88-9BF3-01D4567F30E2}" type="parTrans" cxnId="{F6B7CC0D-4A56-4975-BD71-B82F6DF9107F}">
      <dgm:prSet/>
      <dgm:spPr/>
      <dgm:t>
        <a:bodyPr/>
        <a:lstStyle/>
        <a:p>
          <a:endParaRPr lang="en-US"/>
        </a:p>
      </dgm:t>
    </dgm:pt>
    <dgm:pt modelId="{EF6303F9-D25E-4710-AC5C-914D693864FF}" type="sibTrans" cxnId="{F6B7CC0D-4A56-4975-BD71-B82F6DF9107F}">
      <dgm:prSet/>
      <dgm:spPr/>
      <dgm:t>
        <a:bodyPr/>
        <a:lstStyle/>
        <a:p>
          <a:endParaRPr lang="en-US"/>
        </a:p>
      </dgm:t>
    </dgm:pt>
    <dgm:pt modelId="{D7B6358C-A6AA-468C-9991-7C48B7CB1294}" type="pres">
      <dgm:prSet presAssocID="{557435D6-8373-4831-867A-38D08C73A368}" presName="Name0" presStyleCnt="0">
        <dgm:presLayoutVars>
          <dgm:dir/>
          <dgm:resizeHandles val="exact"/>
        </dgm:presLayoutVars>
      </dgm:prSet>
      <dgm:spPr/>
    </dgm:pt>
    <dgm:pt modelId="{EEE87579-5760-4F14-A60A-70B6557C8165}" type="pres">
      <dgm:prSet presAssocID="{2FD80B15-51DA-4950-9442-CF176F4D95D0}" presName="node" presStyleLbl="node1" presStyleIdx="0" presStyleCnt="6">
        <dgm:presLayoutVars>
          <dgm:bulletEnabled val="1"/>
        </dgm:presLayoutVars>
      </dgm:prSet>
      <dgm:spPr/>
    </dgm:pt>
    <dgm:pt modelId="{87F22BDB-A6B2-41D8-9D1E-2A784235A4A7}" type="pres">
      <dgm:prSet presAssocID="{8DF7B665-2344-41F6-9C3F-C4A450C21414}" presName="sibTrans" presStyleLbl="sibTrans1D1" presStyleIdx="0" presStyleCnt="5"/>
      <dgm:spPr/>
    </dgm:pt>
    <dgm:pt modelId="{AAE969C3-97F1-45B2-A206-3953F923BB64}" type="pres">
      <dgm:prSet presAssocID="{8DF7B665-2344-41F6-9C3F-C4A450C21414}" presName="connectorText" presStyleLbl="sibTrans1D1" presStyleIdx="0" presStyleCnt="5"/>
      <dgm:spPr/>
    </dgm:pt>
    <dgm:pt modelId="{AD4CEACB-66FA-4323-A302-3B9D83ED0700}" type="pres">
      <dgm:prSet presAssocID="{84D2A429-F744-44C0-AF78-7D3146B6AB2F}" presName="node" presStyleLbl="node1" presStyleIdx="1" presStyleCnt="6">
        <dgm:presLayoutVars>
          <dgm:bulletEnabled val="1"/>
        </dgm:presLayoutVars>
      </dgm:prSet>
      <dgm:spPr/>
    </dgm:pt>
    <dgm:pt modelId="{EF5EA6F6-708A-4C41-8C8B-341E5CFEE316}" type="pres">
      <dgm:prSet presAssocID="{942E5760-3BEA-4D10-B352-5A6B9CAA877A}" presName="sibTrans" presStyleLbl="sibTrans1D1" presStyleIdx="1" presStyleCnt="5"/>
      <dgm:spPr/>
    </dgm:pt>
    <dgm:pt modelId="{0A9DA01B-FDC0-443D-80A0-CED467C6F7E5}" type="pres">
      <dgm:prSet presAssocID="{942E5760-3BEA-4D10-B352-5A6B9CAA877A}" presName="connectorText" presStyleLbl="sibTrans1D1" presStyleIdx="1" presStyleCnt="5"/>
      <dgm:spPr/>
    </dgm:pt>
    <dgm:pt modelId="{AC1D39E0-B247-4732-8253-9822B409C1A4}" type="pres">
      <dgm:prSet presAssocID="{38765EAD-7A12-4D9D-83CB-894F17E477DF}" presName="node" presStyleLbl="node1" presStyleIdx="2" presStyleCnt="6">
        <dgm:presLayoutVars>
          <dgm:bulletEnabled val="1"/>
        </dgm:presLayoutVars>
      </dgm:prSet>
      <dgm:spPr/>
    </dgm:pt>
    <dgm:pt modelId="{79120D20-95F6-4657-9DA7-29AB679DA6EF}" type="pres">
      <dgm:prSet presAssocID="{8922386B-D4BA-4D6F-A07E-B3218B2D9487}" presName="sibTrans" presStyleLbl="sibTrans1D1" presStyleIdx="2" presStyleCnt="5"/>
      <dgm:spPr/>
    </dgm:pt>
    <dgm:pt modelId="{059DE214-4F66-4AEE-88E9-3B5FD31874EE}" type="pres">
      <dgm:prSet presAssocID="{8922386B-D4BA-4D6F-A07E-B3218B2D9487}" presName="connectorText" presStyleLbl="sibTrans1D1" presStyleIdx="2" presStyleCnt="5"/>
      <dgm:spPr/>
    </dgm:pt>
    <dgm:pt modelId="{4431949E-E284-4BBB-9C13-C1B80180F30A}" type="pres">
      <dgm:prSet presAssocID="{03952D7F-3919-439D-8CC4-1704D880625E}" presName="node" presStyleLbl="node1" presStyleIdx="3" presStyleCnt="6">
        <dgm:presLayoutVars>
          <dgm:bulletEnabled val="1"/>
        </dgm:presLayoutVars>
      </dgm:prSet>
      <dgm:spPr/>
    </dgm:pt>
    <dgm:pt modelId="{1B4D5777-7947-42C6-94E7-09BF5ED33A26}" type="pres">
      <dgm:prSet presAssocID="{6C2D3062-24B3-4736-94C0-AB4B729164EC}" presName="sibTrans" presStyleLbl="sibTrans1D1" presStyleIdx="3" presStyleCnt="5"/>
      <dgm:spPr/>
    </dgm:pt>
    <dgm:pt modelId="{72B9B337-1DF1-4044-A57F-58CE9E1A41AD}" type="pres">
      <dgm:prSet presAssocID="{6C2D3062-24B3-4736-94C0-AB4B729164EC}" presName="connectorText" presStyleLbl="sibTrans1D1" presStyleIdx="3" presStyleCnt="5"/>
      <dgm:spPr/>
    </dgm:pt>
    <dgm:pt modelId="{85E9CAAF-0CFA-41C3-9C2B-46563D52A806}" type="pres">
      <dgm:prSet presAssocID="{A98E362A-2104-4365-A949-F672083A71CA}" presName="node" presStyleLbl="node1" presStyleIdx="4" presStyleCnt="6">
        <dgm:presLayoutVars>
          <dgm:bulletEnabled val="1"/>
        </dgm:presLayoutVars>
      </dgm:prSet>
      <dgm:spPr/>
    </dgm:pt>
    <dgm:pt modelId="{4A31D633-5412-4DED-9D35-05E2C9E48AAD}" type="pres">
      <dgm:prSet presAssocID="{50FDFAC6-27CD-430B-BC51-F1C95F48C0B0}" presName="sibTrans" presStyleLbl="sibTrans1D1" presStyleIdx="4" presStyleCnt="5"/>
      <dgm:spPr/>
    </dgm:pt>
    <dgm:pt modelId="{A970C4DE-C7C8-4FE1-8FC5-8B422A6754BF}" type="pres">
      <dgm:prSet presAssocID="{50FDFAC6-27CD-430B-BC51-F1C95F48C0B0}" presName="connectorText" presStyleLbl="sibTrans1D1" presStyleIdx="4" presStyleCnt="5"/>
      <dgm:spPr/>
    </dgm:pt>
    <dgm:pt modelId="{C0EBAF42-6567-48A6-9F1E-C4345EB3E6DA}" type="pres">
      <dgm:prSet presAssocID="{0617A9F6-BE17-4B9C-9861-2570DCC4E371}" presName="node" presStyleLbl="node1" presStyleIdx="5" presStyleCnt="6">
        <dgm:presLayoutVars>
          <dgm:bulletEnabled val="1"/>
        </dgm:presLayoutVars>
      </dgm:prSet>
      <dgm:spPr/>
    </dgm:pt>
  </dgm:ptLst>
  <dgm:cxnLst>
    <dgm:cxn modelId="{D0608302-8DCC-48E8-A212-0F50FCE2796D}" type="presOf" srcId="{8DF7B665-2344-41F6-9C3F-C4A450C21414}" destId="{87F22BDB-A6B2-41D8-9D1E-2A784235A4A7}" srcOrd="0" destOrd="0" presId="urn:microsoft.com/office/officeart/2016/7/layout/RepeatingBendingProcessNew"/>
    <dgm:cxn modelId="{48537203-10FD-4DF8-94F1-49C4033B0F9A}" type="presOf" srcId="{50FDFAC6-27CD-430B-BC51-F1C95F48C0B0}" destId="{A970C4DE-C7C8-4FE1-8FC5-8B422A6754BF}" srcOrd="1" destOrd="0" presId="urn:microsoft.com/office/officeart/2016/7/layout/RepeatingBendingProcessNew"/>
    <dgm:cxn modelId="{01131404-AADC-433B-9066-232C8B8BC403}" type="presOf" srcId="{38765EAD-7A12-4D9D-83CB-894F17E477DF}" destId="{AC1D39E0-B247-4732-8253-9822B409C1A4}" srcOrd="0" destOrd="0" presId="urn:microsoft.com/office/officeart/2016/7/layout/RepeatingBendingProcessNew"/>
    <dgm:cxn modelId="{8B91150A-EEF6-4471-8F4C-12C1A81D94C1}" type="presOf" srcId="{2FD80B15-51DA-4950-9442-CF176F4D95D0}" destId="{EEE87579-5760-4F14-A60A-70B6557C8165}" srcOrd="0" destOrd="0" presId="urn:microsoft.com/office/officeart/2016/7/layout/RepeatingBendingProcessNew"/>
    <dgm:cxn modelId="{F6B7CC0D-4A56-4975-BD71-B82F6DF9107F}" srcId="{557435D6-8373-4831-867A-38D08C73A368}" destId="{0617A9F6-BE17-4B9C-9861-2570DCC4E371}" srcOrd="5" destOrd="0" parTransId="{BFD676AA-E069-4F88-9BF3-01D4567F30E2}" sibTransId="{EF6303F9-D25E-4710-AC5C-914D693864FF}"/>
    <dgm:cxn modelId="{83D7C724-D11E-4A4C-85C9-536C106FECC1}" type="presOf" srcId="{557435D6-8373-4831-867A-38D08C73A368}" destId="{D7B6358C-A6AA-468C-9991-7C48B7CB1294}" srcOrd="0" destOrd="0" presId="urn:microsoft.com/office/officeart/2016/7/layout/RepeatingBendingProcessNew"/>
    <dgm:cxn modelId="{B8ED1234-9B6F-4D0C-A2A1-7B25CBE72B21}" type="presOf" srcId="{03952D7F-3919-439D-8CC4-1704D880625E}" destId="{4431949E-E284-4BBB-9C13-C1B80180F30A}" srcOrd="0" destOrd="0" presId="urn:microsoft.com/office/officeart/2016/7/layout/RepeatingBendingProcessNew"/>
    <dgm:cxn modelId="{7864F73E-1C63-4FDC-96F2-2A6EE1FD9538}" srcId="{557435D6-8373-4831-867A-38D08C73A368}" destId="{2FD80B15-51DA-4950-9442-CF176F4D95D0}" srcOrd="0" destOrd="0" parTransId="{085C5774-6DAB-438D-B867-CAEC517EC09D}" sibTransId="{8DF7B665-2344-41F6-9C3F-C4A450C21414}"/>
    <dgm:cxn modelId="{EC77BD5D-B6B1-4996-A2CD-F49C27B8BE4C}" srcId="{557435D6-8373-4831-867A-38D08C73A368}" destId="{84D2A429-F744-44C0-AF78-7D3146B6AB2F}" srcOrd="1" destOrd="0" parTransId="{0CA7B869-D5BB-4FB3-86BD-D04548883955}" sibTransId="{942E5760-3BEA-4D10-B352-5A6B9CAA877A}"/>
    <dgm:cxn modelId="{B83FD141-CB29-48C1-A9E0-03FA35A81F77}" type="presOf" srcId="{50FDFAC6-27CD-430B-BC51-F1C95F48C0B0}" destId="{4A31D633-5412-4DED-9D35-05E2C9E48AAD}" srcOrd="0" destOrd="0" presId="urn:microsoft.com/office/officeart/2016/7/layout/RepeatingBendingProcessNew"/>
    <dgm:cxn modelId="{0879486B-D2C4-4090-8D4B-996C0D053838}" srcId="{557435D6-8373-4831-867A-38D08C73A368}" destId="{A98E362A-2104-4365-A949-F672083A71CA}" srcOrd="4" destOrd="0" parTransId="{3E47853A-1B58-4763-9D20-C91E2DCE2ED7}" sibTransId="{50FDFAC6-27CD-430B-BC51-F1C95F48C0B0}"/>
    <dgm:cxn modelId="{C62E306C-EF0B-45EC-B768-11187A7AE48E}" type="presOf" srcId="{84D2A429-F744-44C0-AF78-7D3146B6AB2F}" destId="{AD4CEACB-66FA-4323-A302-3B9D83ED0700}" srcOrd="0" destOrd="0" presId="urn:microsoft.com/office/officeart/2016/7/layout/RepeatingBendingProcessNew"/>
    <dgm:cxn modelId="{0FAA934D-5E13-403B-9C6E-F2648A64BB5F}" type="presOf" srcId="{6C2D3062-24B3-4736-94C0-AB4B729164EC}" destId="{72B9B337-1DF1-4044-A57F-58CE9E1A41AD}" srcOrd="1" destOrd="0" presId="urn:microsoft.com/office/officeart/2016/7/layout/RepeatingBendingProcessNew"/>
    <dgm:cxn modelId="{07F05B50-5130-4C7E-978C-8447D78DAA2C}" type="presOf" srcId="{8922386B-D4BA-4D6F-A07E-B3218B2D9487}" destId="{79120D20-95F6-4657-9DA7-29AB679DA6EF}" srcOrd="0" destOrd="0" presId="urn:microsoft.com/office/officeart/2016/7/layout/RepeatingBendingProcessNew"/>
    <dgm:cxn modelId="{4054B655-E1C1-4505-93B2-D1CB5FE5A54B}" type="presOf" srcId="{A98E362A-2104-4365-A949-F672083A71CA}" destId="{85E9CAAF-0CFA-41C3-9C2B-46563D52A806}" srcOrd="0" destOrd="0" presId="urn:microsoft.com/office/officeart/2016/7/layout/RepeatingBendingProcessNew"/>
    <dgm:cxn modelId="{06D04F76-B642-4DDD-97BF-1BBC75AAAE99}" srcId="{557435D6-8373-4831-867A-38D08C73A368}" destId="{03952D7F-3919-439D-8CC4-1704D880625E}" srcOrd="3" destOrd="0" parTransId="{10373625-D465-4E2D-B248-FD0E0F74A7BA}" sibTransId="{6C2D3062-24B3-4736-94C0-AB4B729164EC}"/>
    <dgm:cxn modelId="{BF3AE079-689A-48B0-B2E0-EEC863223DAA}" type="presOf" srcId="{0617A9F6-BE17-4B9C-9861-2570DCC4E371}" destId="{C0EBAF42-6567-48A6-9F1E-C4345EB3E6DA}" srcOrd="0" destOrd="0" presId="urn:microsoft.com/office/officeart/2016/7/layout/RepeatingBendingProcessNew"/>
    <dgm:cxn modelId="{0D021E8A-6E97-4F62-BC39-CD9AED0D4751}" type="presOf" srcId="{8922386B-D4BA-4D6F-A07E-B3218B2D9487}" destId="{059DE214-4F66-4AEE-88E9-3B5FD31874EE}" srcOrd="1" destOrd="0" presId="urn:microsoft.com/office/officeart/2016/7/layout/RepeatingBendingProcessNew"/>
    <dgm:cxn modelId="{8F961B93-77E4-4129-9923-11FB9FAED845}" type="presOf" srcId="{8DF7B665-2344-41F6-9C3F-C4A450C21414}" destId="{AAE969C3-97F1-45B2-A206-3953F923BB64}" srcOrd="1" destOrd="0" presId="urn:microsoft.com/office/officeart/2016/7/layout/RepeatingBendingProcessNew"/>
    <dgm:cxn modelId="{64B4C4A8-2D50-4348-8667-343EF225B3A4}" type="presOf" srcId="{6C2D3062-24B3-4736-94C0-AB4B729164EC}" destId="{1B4D5777-7947-42C6-94E7-09BF5ED33A26}" srcOrd="0" destOrd="0" presId="urn:microsoft.com/office/officeart/2016/7/layout/RepeatingBendingProcessNew"/>
    <dgm:cxn modelId="{50342CDB-F5D9-4C3E-BD35-385247A36D0E}" type="presOf" srcId="{942E5760-3BEA-4D10-B352-5A6B9CAA877A}" destId="{0A9DA01B-FDC0-443D-80A0-CED467C6F7E5}" srcOrd="1" destOrd="0" presId="urn:microsoft.com/office/officeart/2016/7/layout/RepeatingBendingProcessNew"/>
    <dgm:cxn modelId="{EAAECDF4-94B1-498A-8B14-73BAE1BE5498}" type="presOf" srcId="{942E5760-3BEA-4D10-B352-5A6B9CAA877A}" destId="{EF5EA6F6-708A-4C41-8C8B-341E5CFEE316}" srcOrd="0" destOrd="0" presId="urn:microsoft.com/office/officeart/2016/7/layout/RepeatingBendingProcessNew"/>
    <dgm:cxn modelId="{F7C4C0FF-9934-4D11-B4FB-03F11FD5455E}" srcId="{557435D6-8373-4831-867A-38D08C73A368}" destId="{38765EAD-7A12-4D9D-83CB-894F17E477DF}" srcOrd="2" destOrd="0" parTransId="{CE7E18EF-4901-4F05-9F46-22FDBB3597D3}" sibTransId="{8922386B-D4BA-4D6F-A07E-B3218B2D9487}"/>
    <dgm:cxn modelId="{156A59D8-F41A-4D08-BE1D-A70856948B53}" type="presParOf" srcId="{D7B6358C-A6AA-468C-9991-7C48B7CB1294}" destId="{EEE87579-5760-4F14-A60A-70B6557C8165}" srcOrd="0" destOrd="0" presId="urn:microsoft.com/office/officeart/2016/7/layout/RepeatingBendingProcessNew"/>
    <dgm:cxn modelId="{2223020C-0500-4EB8-A314-48F2EB547A8C}" type="presParOf" srcId="{D7B6358C-A6AA-468C-9991-7C48B7CB1294}" destId="{87F22BDB-A6B2-41D8-9D1E-2A784235A4A7}" srcOrd="1" destOrd="0" presId="urn:microsoft.com/office/officeart/2016/7/layout/RepeatingBendingProcessNew"/>
    <dgm:cxn modelId="{C6C8448C-880C-4EF5-A4CF-053B3B29FCB9}" type="presParOf" srcId="{87F22BDB-A6B2-41D8-9D1E-2A784235A4A7}" destId="{AAE969C3-97F1-45B2-A206-3953F923BB64}" srcOrd="0" destOrd="0" presId="urn:microsoft.com/office/officeart/2016/7/layout/RepeatingBendingProcessNew"/>
    <dgm:cxn modelId="{9B37FBF9-835A-4C6E-91D0-8DF7614D4165}" type="presParOf" srcId="{D7B6358C-A6AA-468C-9991-7C48B7CB1294}" destId="{AD4CEACB-66FA-4323-A302-3B9D83ED0700}" srcOrd="2" destOrd="0" presId="urn:microsoft.com/office/officeart/2016/7/layout/RepeatingBendingProcessNew"/>
    <dgm:cxn modelId="{BE31BC53-F017-49D9-BC90-A7A403976D42}" type="presParOf" srcId="{D7B6358C-A6AA-468C-9991-7C48B7CB1294}" destId="{EF5EA6F6-708A-4C41-8C8B-341E5CFEE316}" srcOrd="3" destOrd="0" presId="urn:microsoft.com/office/officeart/2016/7/layout/RepeatingBendingProcessNew"/>
    <dgm:cxn modelId="{BCFC5879-A73A-4A5C-8D6B-D9D4BD7D1F94}" type="presParOf" srcId="{EF5EA6F6-708A-4C41-8C8B-341E5CFEE316}" destId="{0A9DA01B-FDC0-443D-80A0-CED467C6F7E5}" srcOrd="0" destOrd="0" presId="urn:microsoft.com/office/officeart/2016/7/layout/RepeatingBendingProcessNew"/>
    <dgm:cxn modelId="{453CAEA3-8E5D-48F7-8F3B-691830533B17}" type="presParOf" srcId="{D7B6358C-A6AA-468C-9991-7C48B7CB1294}" destId="{AC1D39E0-B247-4732-8253-9822B409C1A4}" srcOrd="4" destOrd="0" presId="urn:microsoft.com/office/officeart/2016/7/layout/RepeatingBendingProcessNew"/>
    <dgm:cxn modelId="{E59ED333-7189-4C84-BF38-885C995ECB91}" type="presParOf" srcId="{D7B6358C-A6AA-468C-9991-7C48B7CB1294}" destId="{79120D20-95F6-4657-9DA7-29AB679DA6EF}" srcOrd="5" destOrd="0" presId="urn:microsoft.com/office/officeart/2016/7/layout/RepeatingBendingProcessNew"/>
    <dgm:cxn modelId="{DECF8FBC-19A3-4F06-A6E6-818254B77FC3}" type="presParOf" srcId="{79120D20-95F6-4657-9DA7-29AB679DA6EF}" destId="{059DE214-4F66-4AEE-88E9-3B5FD31874EE}" srcOrd="0" destOrd="0" presId="urn:microsoft.com/office/officeart/2016/7/layout/RepeatingBendingProcessNew"/>
    <dgm:cxn modelId="{42BC3B2D-771B-4747-A10F-A8EB39BD405B}" type="presParOf" srcId="{D7B6358C-A6AA-468C-9991-7C48B7CB1294}" destId="{4431949E-E284-4BBB-9C13-C1B80180F30A}" srcOrd="6" destOrd="0" presId="urn:microsoft.com/office/officeart/2016/7/layout/RepeatingBendingProcessNew"/>
    <dgm:cxn modelId="{EA380E9B-6D36-4271-A4AA-0A98BB48FA3E}" type="presParOf" srcId="{D7B6358C-A6AA-468C-9991-7C48B7CB1294}" destId="{1B4D5777-7947-42C6-94E7-09BF5ED33A26}" srcOrd="7" destOrd="0" presId="urn:microsoft.com/office/officeart/2016/7/layout/RepeatingBendingProcessNew"/>
    <dgm:cxn modelId="{1A8286ED-9C80-4EA3-A773-EAC676F35A51}" type="presParOf" srcId="{1B4D5777-7947-42C6-94E7-09BF5ED33A26}" destId="{72B9B337-1DF1-4044-A57F-58CE9E1A41AD}" srcOrd="0" destOrd="0" presId="urn:microsoft.com/office/officeart/2016/7/layout/RepeatingBendingProcessNew"/>
    <dgm:cxn modelId="{FBB1E215-8C02-449D-81BF-B1C5DD357286}" type="presParOf" srcId="{D7B6358C-A6AA-468C-9991-7C48B7CB1294}" destId="{85E9CAAF-0CFA-41C3-9C2B-46563D52A806}" srcOrd="8" destOrd="0" presId="urn:microsoft.com/office/officeart/2016/7/layout/RepeatingBendingProcessNew"/>
    <dgm:cxn modelId="{29FF4681-214B-48F7-B2FF-5E2E6D22022B}" type="presParOf" srcId="{D7B6358C-A6AA-468C-9991-7C48B7CB1294}" destId="{4A31D633-5412-4DED-9D35-05E2C9E48AAD}" srcOrd="9" destOrd="0" presId="urn:microsoft.com/office/officeart/2016/7/layout/RepeatingBendingProcessNew"/>
    <dgm:cxn modelId="{BD9B9DCF-CE10-402B-A359-ECD94573C276}" type="presParOf" srcId="{4A31D633-5412-4DED-9D35-05E2C9E48AAD}" destId="{A970C4DE-C7C8-4FE1-8FC5-8B422A6754BF}" srcOrd="0" destOrd="0" presId="urn:microsoft.com/office/officeart/2016/7/layout/RepeatingBendingProcessNew"/>
    <dgm:cxn modelId="{7B0387C5-8560-4ED4-A4AF-F8E460D8F189}" type="presParOf" srcId="{D7B6358C-A6AA-468C-9991-7C48B7CB1294}" destId="{C0EBAF42-6567-48A6-9F1E-C4345EB3E6DA}"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86F71FA-ECBB-43ED-A852-A2A99A3B4CC8}"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EF127F15-E9B8-40A9-A321-59F55A0EABC9}">
      <dgm:prSet/>
      <dgm:spPr/>
      <dgm:t>
        <a:bodyPr/>
        <a:lstStyle/>
        <a:p>
          <a:r>
            <a:rPr lang="en-US"/>
            <a:t>Fragouli, C., &amp; Soljanin, E. (2007). Network coding fundamentals. Foundations and Trends in Networking, 2(1), 1-133. </a:t>
          </a:r>
        </a:p>
      </dgm:t>
    </dgm:pt>
    <dgm:pt modelId="{E71B1C44-3DA6-4358-B67B-1B42574DE9AB}" type="parTrans" cxnId="{A7FF98B3-E334-4113-B6EA-5C46858D5685}">
      <dgm:prSet/>
      <dgm:spPr/>
      <dgm:t>
        <a:bodyPr/>
        <a:lstStyle/>
        <a:p>
          <a:endParaRPr lang="en-US"/>
        </a:p>
      </dgm:t>
    </dgm:pt>
    <dgm:pt modelId="{6626747C-1473-47E8-B4A5-1B69E0972792}" type="sibTrans" cxnId="{A7FF98B3-E334-4113-B6EA-5C46858D5685}">
      <dgm:prSet/>
      <dgm:spPr/>
      <dgm:t>
        <a:bodyPr/>
        <a:lstStyle/>
        <a:p>
          <a:endParaRPr lang="en-US"/>
        </a:p>
      </dgm:t>
    </dgm:pt>
    <dgm:pt modelId="{215C52B7-1D96-4828-AAD5-034E1517B52E}">
      <dgm:prSet/>
      <dgm:spPr/>
      <dgm:t>
        <a:bodyPr/>
        <a:lstStyle/>
        <a:p>
          <a:r>
            <a:rPr lang="en-US"/>
            <a:t>Ho, T., Médard, M., Koetter, R., Karger, D. R., Effros, M., Shi, J., &amp; Leong, B. (2006). A random linear network coding approach to multicast. IEEE Transactions on Information Theory, 52(10), 4413-4430. </a:t>
          </a:r>
        </a:p>
      </dgm:t>
    </dgm:pt>
    <dgm:pt modelId="{C3C0775B-F9DF-43FE-B7CA-67F435FB3F2B}" type="parTrans" cxnId="{68A75446-7416-493F-9339-8A470F208524}">
      <dgm:prSet/>
      <dgm:spPr/>
      <dgm:t>
        <a:bodyPr/>
        <a:lstStyle/>
        <a:p>
          <a:endParaRPr lang="en-US"/>
        </a:p>
      </dgm:t>
    </dgm:pt>
    <dgm:pt modelId="{379C62CC-9423-4418-B027-4C550FB407C6}" type="sibTrans" cxnId="{68A75446-7416-493F-9339-8A470F208524}">
      <dgm:prSet/>
      <dgm:spPr/>
      <dgm:t>
        <a:bodyPr/>
        <a:lstStyle/>
        <a:p>
          <a:endParaRPr lang="en-US"/>
        </a:p>
      </dgm:t>
    </dgm:pt>
    <dgm:pt modelId="{B3C240E5-3D7A-4AE8-BD5E-109C8A2DE7FB}">
      <dgm:prSet/>
      <dgm:spPr/>
      <dgm:t>
        <a:bodyPr/>
        <a:lstStyle/>
        <a:p>
          <a:r>
            <a:rPr lang="en-US"/>
            <a:t>Kschischang, F. R., &amp; Romo, S. (2007). Coding for errors and erasures in random network coding. IEEE Transactions on Information Theory, 54(8), 3579-3591. </a:t>
          </a:r>
        </a:p>
      </dgm:t>
    </dgm:pt>
    <dgm:pt modelId="{A31A0A1D-AD47-4AB7-BD70-AF34657C6E8B}" type="parTrans" cxnId="{130AFA96-D49D-4C83-90E3-D77B09B5D2A2}">
      <dgm:prSet/>
      <dgm:spPr/>
      <dgm:t>
        <a:bodyPr/>
        <a:lstStyle/>
        <a:p>
          <a:endParaRPr lang="en-US"/>
        </a:p>
      </dgm:t>
    </dgm:pt>
    <dgm:pt modelId="{4477ACFF-9537-4D59-9849-C15BF829E3A2}" type="sibTrans" cxnId="{130AFA96-D49D-4C83-90E3-D77B09B5D2A2}">
      <dgm:prSet/>
      <dgm:spPr/>
      <dgm:t>
        <a:bodyPr/>
        <a:lstStyle/>
        <a:p>
          <a:endParaRPr lang="en-US"/>
        </a:p>
      </dgm:t>
    </dgm:pt>
    <dgm:pt modelId="{F1BB6AA1-93B5-4BAD-8163-B4708763CFF6}">
      <dgm:prSet/>
      <dgm:spPr/>
      <dgm:t>
        <a:bodyPr/>
        <a:lstStyle/>
        <a:p>
          <a:r>
            <a:rPr lang="en-US"/>
            <a:t>Chachulski, S., Jennings, M., Katti, S., &amp; Katabi, D. (2007). Trading structure for randomness in wireless opportunistic routing. ACM SIGCOMM Computer Communication Review, 37(4), 169-180. </a:t>
          </a:r>
        </a:p>
      </dgm:t>
    </dgm:pt>
    <dgm:pt modelId="{41F4F6CC-9D25-4FEE-AB42-DF8AD34133B2}" type="parTrans" cxnId="{7AA97E4B-78D5-4087-8D5A-82A5F77C7A9B}">
      <dgm:prSet/>
      <dgm:spPr/>
      <dgm:t>
        <a:bodyPr/>
        <a:lstStyle/>
        <a:p>
          <a:endParaRPr lang="en-US"/>
        </a:p>
      </dgm:t>
    </dgm:pt>
    <dgm:pt modelId="{8CB431BF-4B94-4516-B4F9-633FD8FD906E}" type="sibTrans" cxnId="{7AA97E4B-78D5-4087-8D5A-82A5F77C7A9B}">
      <dgm:prSet/>
      <dgm:spPr/>
      <dgm:t>
        <a:bodyPr/>
        <a:lstStyle/>
        <a:p>
          <a:endParaRPr lang="en-US"/>
        </a:p>
      </dgm:t>
    </dgm:pt>
    <dgm:pt modelId="{ECAFD87D-51FF-46D8-BB69-99BF105A868B}">
      <dgm:prSet/>
      <dgm:spPr/>
      <dgm:t>
        <a:bodyPr/>
        <a:lstStyle/>
        <a:p>
          <a:r>
            <a:rPr lang="en-US"/>
            <a:t>Nazer, B., &amp; Gastpar, M. (2011). Compute-and-forward: Harnessing interference through structured codes. IEEE Transactions on Information Theory, 57(10), 6463-6486. </a:t>
          </a:r>
        </a:p>
      </dgm:t>
    </dgm:pt>
    <dgm:pt modelId="{5F01356E-2AFB-4E1D-9AAD-6D8EBBACA5E8}" type="parTrans" cxnId="{8DB43C29-6DB0-4CF6-892C-C421FC47393D}">
      <dgm:prSet/>
      <dgm:spPr/>
      <dgm:t>
        <a:bodyPr/>
        <a:lstStyle/>
        <a:p>
          <a:endParaRPr lang="en-US"/>
        </a:p>
      </dgm:t>
    </dgm:pt>
    <dgm:pt modelId="{5E8F1A0E-4D95-4C4F-A3B8-A38284622352}" type="sibTrans" cxnId="{8DB43C29-6DB0-4CF6-892C-C421FC47393D}">
      <dgm:prSet/>
      <dgm:spPr/>
      <dgm:t>
        <a:bodyPr/>
        <a:lstStyle/>
        <a:p>
          <a:endParaRPr lang="en-US"/>
        </a:p>
      </dgm:t>
    </dgm:pt>
    <dgm:pt modelId="{F23B11F1-2980-4EE0-AAFC-AAA861B0CAF5}">
      <dgm:prSet/>
      <dgm:spPr/>
      <dgm:t>
        <a:bodyPr/>
        <a:lstStyle/>
        <a:p>
          <a:r>
            <a:rPr lang="en-US"/>
            <a:t>Lucani, D. E., Médard, M., &amp; Stojanovic, M. (2010). Systematic network coding for time-division duplexing. IEEE Transactions on Communications, 58(8), 2321-2331. </a:t>
          </a:r>
        </a:p>
      </dgm:t>
    </dgm:pt>
    <dgm:pt modelId="{386BD92D-83C6-4556-8C6F-5910B48B13CB}" type="parTrans" cxnId="{EBB1C7F8-9983-4440-A2E5-A70519B52C8F}">
      <dgm:prSet/>
      <dgm:spPr/>
      <dgm:t>
        <a:bodyPr/>
        <a:lstStyle/>
        <a:p>
          <a:endParaRPr lang="en-US"/>
        </a:p>
      </dgm:t>
    </dgm:pt>
    <dgm:pt modelId="{B7F8E484-ED30-4220-8760-95E0895984A4}" type="sibTrans" cxnId="{EBB1C7F8-9983-4440-A2E5-A70519B52C8F}">
      <dgm:prSet/>
      <dgm:spPr/>
      <dgm:t>
        <a:bodyPr/>
        <a:lstStyle/>
        <a:p>
          <a:endParaRPr lang="en-US"/>
        </a:p>
      </dgm:t>
    </dgm:pt>
    <dgm:pt modelId="{DF091A79-E783-4302-970C-2485A771B6A2}" type="pres">
      <dgm:prSet presAssocID="{C86F71FA-ECBB-43ED-A852-A2A99A3B4CC8}" presName="vert0" presStyleCnt="0">
        <dgm:presLayoutVars>
          <dgm:dir/>
          <dgm:animOne val="branch"/>
          <dgm:animLvl val="lvl"/>
        </dgm:presLayoutVars>
      </dgm:prSet>
      <dgm:spPr/>
    </dgm:pt>
    <dgm:pt modelId="{DFC83501-5A94-4056-A878-B15F3208815C}" type="pres">
      <dgm:prSet presAssocID="{EF127F15-E9B8-40A9-A321-59F55A0EABC9}" presName="thickLine" presStyleLbl="alignNode1" presStyleIdx="0" presStyleCnt="6"/>
      <dgm:spPr/>
    </dgm:pt>
    <dgm:pt modelId="{FFBADE97-70B8-44F7-9CD4-11D9FD4651C6}" type="pres">
      <dgm:prSet presAssocID="{EF127F15-E9B8-40A9-A321-59F55A0EABC9}" presName="horz1" presStyleCnt="0"/>
      <dgm:spPr/>
    </dgm:pt>
    <dgm:pt modelId="{E7DE05D0-58AD-44CE-B6E0-B4A03E98D9ED}" type="pres">
      <dgm:prSet presAssocID="{EF127F15-E9B8-40A9-A321-59F55A0EABC9}" presName="tx1" presStyleLbl="revTx" presStyleIdx="0" presStyleCnt="6"/>
      <dgm:spPr/>
    </dgm:pt>
    <dgm:pt modelId="{DB15918D-35A8-46FE-970B-1EC0FC2303AE}" type="pres">
      <dgm:prSet presAssocID="{EF127F15-E9B8-40A9-A321-59F55A0EABC9}" presName="vert1" presStyleCnt="0"/>
      <dgm:spPr/>
    </dgm:pt>
    <dgm:pt modelId="{8D1CEAC8-720B-4A67-8BB7-3D993CBE03FF}" type="pres">
      <dgm:prSet presAssocID="{215C52B7-1D96-4828-AAD5-034E1517B52E}" presName="thickLine" presStyleLbl="alignNode1" presStyleIdx="1" presStyleCnt="6"/>
      <dgm:spPr/>
    </dgm:pt>
    <dgm:pt modelId="{9B61EAD9-2706-4900-A36B-2D69CA979E1F}" type="pres">
      <dgm:prSet presAssocID="{215C52B7-1D96-4828-AAD5-034E1517B52E}" presName="horz1" presStyleCnt="0"/>
      <dgm:spPr/>
    </dgm:pt>
    <dgm:pt modelId="{C88093B1-2EED-4651-AA85-EB704EAA4A1C}" type="pres">
      <dgm:prSet presAssocID="{215C52B7-1D96-4828-AAD5-034E1517B52E}" presName="tx1" presStyleLbl="revTx" presStyleIdx="1" presStyleCnt="6"/>
      <dgm:spPr/>
    </dgm:pt>
    <dgm:pt modelId="{6EABDCCB-B4FD-42D8-8254-04643B05D5E2}" type="pres">
      <dgm:prSet presAssocID="{215C52B7-1D96-4828-AAD5-034E1517B52E}" presName="vert1" presStyleCnt="0"/>
      <dgm:spPr/>
    </dgm:pt>
    <dgm:pt modelId="{068AE817-7AFC-40E9-BB5A-EBCCF82EFE4F}" type="pres">
      <dgm:prSet presAssocID="{B3C240E5-3D7A-4AE8-BD5E-109C8A2DE7FB}" presName="thickLine" presStyleLbl="alignNode1" presStyleIdx="2" presStyleCnt="6"/>
      <dgm:spPr/>
    </dgm:pt>
    <dgm:pt modelId="{64A470BB-A4CA-474A-8DD7-BBE4F3A14316}" type="pres">
      <dgm:prSet presAssocID="{B3C240E5-3D7A-4AE8-BD5E-109C8A2DE7FB}" presName="horz1" presStyleCnt="0"/>
      <dgm:spPr/>
    </dgm:pt>
    <dgm:pt modelId="{19138157-FF5E-4E64-A571-5DBB442C745A}" type="pres">
      <dgm:prSet presAssocID="{B3C240E5-3D7A-4AE8-BD5E-109C8A2DE7FB}" presName="tx1" presStyleLbl="revTx" presStyleIdx="2" presStyleCnt="6"/>
      <dgm:spPr/>
    </dgm:pt>
    <dgm:pt modelId="{B647A332-93FA-4926-B15A-2AFF1BC6888A}" type="pres">
      <dgm:prSet presAssocID="{B3C240E5-3D7A-4AE8-BD5E-109C8A2DE7FB}" presName="vert1" presStyleCnt="0"/>
      <dgm:spPr/>
    </dgm:pt>
    <dgm:pt modelId="{72A1DCC9-3DD3-4B10-8391-F1EC883925DD}" type="pres">
      <dgm:prSet presAssocID="{F1BB6AA1-93B5-4BAD-8163-B4708763CFF6}" presName="thickLine" presStyleLbl="alignNode1" presStyleIdx="3" presStyleCnt="6"/>
      <dgm:spPr/>
    </dgm:pt>
    <dgm:pt modelId="{4632C55E-2E9C-49F7-92F9-F6DC2B472B04}" type="pres">
      <dgm:prSet presAssocID="{F1BB6AA1-93B5-4BAD-8163-B4708763CFF6}" presName="horz1" presStyleCnt="0"/>
      <dgm:spPr/>
    </dgm:pt>
    <dgm:pt modelId="{9D5666F9-3249-4B80-9BD5-1B03F2EE64C5}" type="pres">
      <dgm:prSet presAssocID="{F1BB6AA1-93B5-4BAD-8163-B4708763CFF6}" presName="tx1" presStyleLbl="revTx" presStyleIdx="3" presStyleCnt="6"/>
      <dgm:spPr/>
    </dgm:pt>
    <dgm:pt modelId="{568195DB-C613-481E-8659-ABAF985E5509}" type="pres">
      <dgm:prSet presAssocID="{F1BB6AA1-93B5-4BAD-8163-B4708763CFF6}" presName="vert1" presStyleCnt="0"/>
      <dgm:spPr/>
    </dgm:pt>
    <dgm:pt modelId="{DDE90A9E-FEAE-4493-9C85-9FCF3FB43DDD}" type="pres">
      <dgm:prSet presAssocID="{ECAFD87D-51FF-46D8-BB69-99BF105A868B}" presName="thickLine" presStyleLbl="alignNode1" presStyleIdx="4" presStyleCnt="6"/>
      <dgm:spPr/>
    </dgm:pt>
    <dgm:pt modelId="{C5EA5264-8A3A-4DCB-AD31-D0E5C1E17D16}" type="pres">
      <dgm:prSet presAssocID="{ECAFD87D-51FF-46D8-BB69-99BF105A868B}" presName="horz1" presStyleCnt="0"/>
      <dgm:spPr/>
    </dgm:pt>
    <dgm:pt modelId="{7E8D8427-4E40-4488-840F-75E3813EFEE3}" type="pres">
      <dgm:prSet presAssocID="{ECAFD87D-51FF-46D8-BB69-99BF105A868B}" presName="tx1" presStyleLbl="revTx" presStyleIdx="4" presStyleCnt="6"/>
      <dgm:spPr/>
    </dgm:pt>
    <dgm:pt modelId="{915BA984-2A79-48A8-B8EC-FAA23EA404CE}" type="pres">
      <dgm:prSet presAssocID="{ECAFD87D-51FF-46D8-BB69-99BF105A868B}" presName="vert1" presStyleCnt="0"/>
      <dgm:spPr/>
    </dgm:pt>
    <dgm:pt modelId="{04275BAD-0F87-47F2-AF08-D54BBB401B86}" type="pres">
      <dgm:prSet presAssocID="{F23B11F1-2980-4EE0-AAFC-AAA861B0CAF5}" presName="thickLine" presStyleLbl="alignNode1" presStyleIdx="5" presStyleCnt="6"/>
      <dgm:spPr/>
    </dgm:pt>
    <dgm:pt modelId="{29496ABE-BBA0-4BE5-AA43-0361FD6F6DE8}" type="pres">
      <dgm:prSet presAssocID="{F23B11F1-2980-4EE0-AAFC-AAA861B0CAF5}" presName="horz1" presStyleCnt="0"/>
      <dgm:spPr/>
    </dgm:pt>
    <dgm:pt modelId="{AC094108-6F1F-4039-B8E7-784271397010}" type="pres">
      <dgm:prSet presAssocID="{F23B11F1-2980-4EE0-AAFC-AAA861B0CAF5}" presName="tx1" presStyleLbl="revTx" presStyleIdx="5" presStyleCnt="6"/>
      <dgm:spPr/>
    </dgm:pt>
    <dgm:pt modelId="{0C832E03-0B9F-465E-9397-9264182B4BC2}" type="pres">
      <dgm:prSet presAssocID="{F23B11F1-2980-4EE0-AAFC-AAA861B0CAF5}" presName="vert1" presStyleCnt="0"/>
      <dgm:spPr/>
    </dgm:pt>
  </dgm:ptLst>
  <dgm:cxnLst>
    <dgm:cxn modelId="{8DB43C29-6DB0-4CF6-892C-C421FC47393D}" srcId="{C86F71FA-ECBB-43ED-A852-A2A99A3B4CC8}" destId="{ECAFD87D-51FF-46D8-BB69-99BF105A868B}" srcOrd="4" destOrd="0" parTransId="{5F01356E-2AFB-4E1D-9AAD-6D8EBBACA5E8}" sibTransId="{5E8F1A0E-4D95-4C4F-A3B8-A38284622352}"/>
    <dgm:cxn modelId="{AD484932-3266-4E3D-83F7-8FF2B8C388A3}" type="presOf" srcId="{215C52B7-1D96-4828-AAD5-034E1517B52E}" destId="{C88093B1-2EED-4651-AA85-EB704EAA4A1C}" srcOrd="0" destOrd="0" presId="urn:microsoft.com/office/officeart/2008/layout/LinedList"/>
    <dgm:cxn modelId="{68A75446-7416-493F-9339-8A470F208524}" srcId="{C86F71FA-ECBB-43ED-A852-A2A99A3B4CC8}" destId="{215C52B7-1D96-4828-AAD5-034E1517B52E}" srcOrd="1" destOrd="0" parTransId="{C3C0775B-F9DF-43FE-B7CA-67F435FB3F2B}" sibTransId="{379C62CC-9423-4418-B027-4C550FB407C6}"/>
    <dgm:cxn modelId="{7AA97E4B-78D5-4087-8D5A-82A5F77C7A9B}" srcId="{C86F71FA-ECBB-43ED-A852-A2A99A3B4CC8}" destId="{F1BB6AA1-93B5-4BAD-8163-B4708763CFF6}" srcOrd="3" destOrd="0" parTransId="{41F4F6CC-9D25-4FEE-AB42-DF8AD34133B2}" sibTransId="{8CB431BF-4B94-4516-B4F9-633FD8FD906E}"/>
    <dgm:cxn modelId="{5902A052-BD26-4833-AE73-E15CB7ED845E}" type="presOf" srcId="{EF127F15-E9B8-40A9-A321-59F55A0EABC9}" destId="{E7DE05D0-58AD-44CE-B6E0-B4A03E98D9ED}" srcOrd="0" destOrd="0" presId="urn:microsoft.com/office/officeart/2008/layout/LinedList"/>
    <dgm:cxn modelId="{62132788-5338-40AA-A5BE-A7023D2FEE9A}" type="presOf" srcId="{ECAFD87D-51FF-46D8-BB69-99BF105A868B}" destId="{7E8D8427-4E40-4488-840F-75E3813EFEE3}" srcOrd="0" destOrd="0" presId="urn:microsoft.com/office/officeart/2008/layout/LinedList"/>
    <dgm:cxn modelId="{130AFA96-D49D-4C83-90E3-D77B09B5D2A2}" srcId="{C86F71FA-ECBB-43ED-A852-A2A99A3B4CC8}" destId="{B3C240E5-3D7A-4AE8-BD5E-109C8A2DE7FB}" srcOrd="2" destOrd="0" parTransId="{A31A0A1D-AD47-4AB7-BD70-AF34657C6E8B}" sibTransId="{4477ACFF-9537-4D59-9849-C15BF829E3A2}"/>
    <dgm:cxn modelId="{CA0F97B3-74E4-45A3-8378-A2C944C5324A}" type="presOf" srcId="{B3C240E5-3D7A-4AE8-BD5E-109C8A2DE7FB}" destId="{19138157-FF5E-4E64-A571-5DBB442C745A}" srcOrd="0" destOrd="0" presId="urn:microsoft.com/office/officeart/2008/layout/LinedList"/>
    <dgm:cxn modelId="{A7FF98B3-E334-4113-B6EA-5C46858D5685}" srcId="{C86F71FA-ECBB-43ED-A852-A2A99A3B4CC8}" destId="{EF127F15-E9B8-40A9-A321-59F55A0EABC9}" srcOrd="0" destOrd="0" parTransId="{E71B1C44-3DA6-4358-B67B-1B42574DE9AB}" sibTransId="{6626747C-1473-47E8-B4A5-1B69E0972792}"/>
    <dgm:cxn modelId="{0ED4A0D5-BF00-4BBD-AF2D-7E25C82606E9}" type="presOf" srcId="{F1BB6AA1-93B5-4BAD-8163-B4708763CFF6}" destId="{9D5666F9-3249-4B80-9BD5-1B03F2EE64C5}" srcOrd="0" destOrd="0" presId="urn:microsoft.com/office/officeart/2008/layout/LinedList"/>
    <dgm:cxn modelId="{CFBB7BE1-B6EF-4970-99AB-4082F89A97B5}" type="presOf" srcId="{F23B11F1-2980-4EE0-AAFC-AAA861B0CAF5}" destId="{AC094108-6F1F-4039-B8E7-784271397010}" srcOrd="0" destOrd="0" presId="urn:microsoft.com/office/officeart/2008/layout/LinedList"/>
    <dgm:cxn modelId="{2AA140F7-DDB0-4DBA-99EA-9F8D19597D9B}" type="presOf" srcId="{C86F71FA-ECBB-43ED-A852-A2A99A3B4CC8}" destId="{DF091A79-E783-4302-970C-2485A771B6A2}" srcOrd="0" destOrd="0" presId="urn:microsoft.com/office/officeart/2008/layout/LinedList"/>
    <dgm:cxn modelId="{EBB1C7F8-9983-4440-A2E5-A70519B52C8F}" srcId="{C86F71FA-ECBB-43ED-A852-A2A99A3B4CC8}" destId="{F23B11F1-2980-4EE0-AAFC-AAA861B0CAF5}" srcOrd="5" destOrd="0" parTransId="{386BD92D-83C6-4556-8C6F-5910B48B13CB}" sibTransId="{B7F8E484-ED30-4220-8760-95E0895984A4}"/>
    <dgm:cxn modelId="{C8F9EACF-C463-4234-AD6B-135861DB330F}" type="presParOf" srcId="{DF091A79-E783-4302-970C-2485A771B6A2}" destId="{DFC83501-5A94-4056-A878-B15F3208815C}" srcOrd="0" destOrd="0" presId="urn:microsoft.com/office/officeart/2008/layout/LinedList"/>
    <dgm:cxn modelId="{58CC7957-D072-434C-9101-C05435AF7928}" type="presParOf" srcId="{DF091A79-E783-4302-970C-2485A771B6A2}" destId="{FFBADE97-70B8-44F7-9CD4-11D9FD4651C6}" srcOrd="1" destOrd="0" presId="urn:microsoft.com/office/officeart/2008/layout/LinedList"/>
    <dgm:cxn modelId="{E7F2DC55-13C0-4F68-839F-D87211254592}" type="presParOf" srcId="{FFBADE97-70B8-44F7-9CD4-11D9FD4651C6}" destId="{E7DE05D0-58AD-44CE-B6E0-B4A03E98D9ED}" srcOrd="0" destOrd="0" presId="urn:microsoft.com/office/officeart/2008/layout/LinedList"/>
    <dgm:cxn modelId="{4F23FC53-556C-4D44-920E-B0847315EA96}" type="presParOf" srcId="{FFBADE97-70B8-44F7-9CD4-11D9FD4651C6}" destId="{DB15918D-35A8-46FE-970B-1EC0FC2303AE}" srcOrd="1" destOrd="0" presId="urn:microsoft.com/office/officeart/2008/layout/LinedList"/>
    <dgm:cxn modelId="{DF6E175F-F375-41DF-81B8-46FD14C2D7BB}" type="presParOf" srcId="{DF091A79-E783-4302-970C-2485A771B6A2}" destId="{8D1CEAC8-720B-4A67-8BB7-3D993CBE03FF}" srcOrd="2" destOrd="0" presId="urn:microsoft.com/office/officeart/2008/layout/LinedList"/>
    <dgm:cxn modelId="{97C29D9B-388B-448C-B2BA-06630105421E}" type="presParOf" srcId="{DF091A79-E783-4302-970C-2485A771B6A2}" destId="{9B61EAD9-2706-4900-A36B-2D69CA979E1F}" srcOrd="3" destOrd="0" presId="urn:microsoft.com/office/officeart/2008/layout/LinedList"/>
    <dgm:cxn modelId="{0D7E6AC4-42B7-4E04-A436-7A495AEA7DC5}" type="presParOf" srcId="{9B61EAD9-2706-4900-A36B-2D69CA979E1F}" destId="{C88093B1-2EED-4651-AA85-EB704EAA4A1C}" srcOrd="0" destOrd="0" presId="urn:microsoft.com/office/officeart/2008/layout/LinedList"/>
    <dgm:cxn modelId="{DDCD5E31-0E36-4F41-A4F2-B1097BFD4E1A}" type="presParOf" srcId="{9B61EAD9-2706-4900-A36B-2D69CA979E1F}" destId="{6EABDCCB-B4FD-42D8-8254-04643B05D5E2}" srcOrd="1" destOrd="0" presId="urn:microsoft.com/office/officeart/2008/layout/LinedList"/>
    <dgm:cxn modelId="{E658255A-C6E0-4D68-A247-A2D579BCE23D}" type="presParOf" srcId="{DF091A79-E783-4302-970C-2485A771B6A2}" destId="{068AE817-7AFC-40E9-BB5A-EBCCF82EFE4F}" srcOrd="4" destOrd="0" presId="urn:microsoft.com/office/officeart/2008/layout/LinedList"/>
    <dgm:cxn modelId="{21AA96B5-24A8-4F86-9E4E-A7661EDDC321}" type="presParOf" srcId="{DF091A79-E783-4302-970C-2485A771B6A2}" destId="{64A470BB-A4CA-474A-8DD7-BBE4F3A14316}" srcOrd="5" destOrd="0" presId="urn:microsoft.com/office/officeart/2008/layout/LinedList"/>
    <dgm:cxn modelId="{ED88B550-3C9D-4FBE-90DB-33A60F691221}" type="presParOf" srcId="{64A470BB-A4CA-474A-8DD7-BBE4F3A14316}" destId="{19138157-FF5E-4E64-A571-5DBB442C745A}" srcOrd="0" destOrd="0" presId="urn:microsoft.com/office/officeart/2008/layout/LinedList"/>
    <dgm:cxn modelId="{E3F1252D-B3E8-450A-A859-597C0FC00557}" type="presParOf" srcId="{64A470BB-A4CA-474A-8DD7-BBE4F3A14316}" destId="{B647A332-93FA-4926-B15A-2AFF1BC6888A}" srcOrd="1" destOrd="0" presId="urn:microsoft.com/office/officeart/2008/layout/LinedList"/>
    <dgm:cxn modelId="{228BEF80-0A52-434C-B80D-41FC09E06ECC}" type="presParOf" srcId="{DF091A79-E783-4302-970C-2485A771B6A2}" destId="{72A1DCC9-3DD3-4B10-8391-F1EC883925DD}" srcOrd="6" destOrd="0" presId="urn:microsoft.com/office/officeart/2008/layout/LinedList"/>
    <dgm:cxn modelId="{A1C904C8-097B-463A-A42B-F3256A7326E7}" type="presParOf" srcId="{DF091A79-E783-4302-970C-2485A771B6A2}" destId="{4632C55E-2E9C-49F7-92F9-F6DC2B472B04}" srcOrd="7" destOrd="0" presId="urn:microsoft.com/office/officeart/2008/layout/LinedList"/>
    <dgm:cxn modelId="{ECEF53B9-DCD3-43A0-8112-CD9CDBDFCC00}" type="presParOf" srcId="{4632C55E-2E9C-49F7-92F9-F6DC2B472B04}" destId="{9D5666F9-3249-4B80-9BD5-1B03F2EE64C5}" srcOrd="0" destOrd="0" presId="urn:microsoft.com/office/officeart/2008/layout/LinedList"/>
    <dgm:cxn modelId="{F45D8FD0-FE60-4A83-A019-402FEB46CBAD}" type="presParOf" srcId="{4632C55E-2E9C-49F7-92F9-F6DC2B472B04}" destId="{568195DB-C613-481E-8659-ABAF985E5509}" srcOrd="1" destOrd="0" presId="urn:microsoft.com/office/officeart/2008/layout/LinedList"/>
    <dgm:cxn modelId="{8C21C0B0-69FF-4597-B90F-0B1CC90A66F6}" type="presParOf" srcId="{DF091A79-E783-4302-970C-2485A771B6A2}" destId="{DDE90A9E-FEAE-4493-9C85-9FCF3FB43DDD}" srcOrd="8" destOrd="0" presId="urn:microsoft.com/office/officeart/2008/layout/LinedList"/>
    <dgm:cxn modelId="{32977D85-C9FE-4F83-BC1C-2D21C10320E1}" type="presParOf" srcId="{DF091A79-E783-4302-970C-2485A771B6A2}" destId="{C5EA5264-8A3A-4DCB-AD31-D0E5C1E17D16}" srcOrd="9" destOrd="0" presId="urn:microsoft.com/office/officeart/2008/layout/LinedList"/>
    <dgm:cxn modelId="{3440FA3E-F958-4940-85D2-477B1BC3261B}" type="presParOf" srcId="{C5EA5264-8A3A-4DCB-AD31-D0E5C1E17D16}" destId="{7E8D8427-4E40-4488-840F-75E3813EFEE3}" srcOrd="0" destOrd="0" presId="urn:microsoft.com/office/officeart/2008/layout/LinedList"/>
    <dgm:cxn modelId="{4CA8258E-F1FC-4EA1-B496-ECE0506515D3}" type="presParOf" srcId="{C5EA5264-8A3A-4DCB-AD31-D0E5C1E17D16}" destId="{915BA984-2A79-48A8-B8EC-FAA23EA404CE}" srcOrd="1" destOrd="0" presId="urn:microsoft.com/office/officeart/2008/layout/LinedList"/>
    <dgm:cxn modelId="{CA105122-7241-4DF1-8D2F-856BB0CA8888}" type="presParOf" srcId="{DF091A79-E783-4302-970C-2485A771B6A2}" destId="{04275BAD-0F87-47F2-AF08-D54BBB401B86}" srcOrd="10" destOrd="0" presId="urn:microsoft.com/office/officeart/2008/layout/LinedList"/>
    <dgm:cxn modelId="{1408FB09-1F37-461B-99CA-80E848E36521}" type="presParOf" srcId="{DF091A79-E783-4302-970C-2485A771B6A2}" destId="{29496ABE-BBA0-4BE5-AA43-0361FD6F6DE8}" srcOrd="11" destOrd="0" presId="urn:microsoft.com/office/officeart/2008/layout/LinedList"/>
    <dgm:cxn modelId="{CDAF4F1D-8EC3-4BF4-8D21-D3112DACD0F3}" type="presParOf" srcId="{29496ABE-BBA0-4BE5-AA43-0361FD6F6DE8}" destId="{AC094108-6F1F-4039-B8E7-784271397010}" srcOrd="0" destOrd="0" presId="urn:microsoft.com/office/officeart/2008/layout/LinedList"/>
    <dgm:cxn modelId="{38183FA0-8288-4C3C-BBA6-46133BACC77B}" type="presParOf" srcId="{29496ABE-BBA0-4BE5-AA43-0361FD6F6DE8}" destId="{0C832E03-0B9F-465E-9397-9264182B4BC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B9F23E-B926-4CF3-B33A-2774C3221B78}">
      <dsp:nvSpPr>
        <dsp:cNvPr id="0" name=""/>
        <dsp:cNvSpPr/>
      </dsp:nvSpPr>
      <dsp:spPr>
        <a:xfrm>
          <a:off x="0" y="439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ABSTRACT</a:t>
          </a:r>
        </a:p>
      </dsp:txBody>
      <dsp:txXfrm>
        <a:off x="22789" y="27185"/>
        <a:ext cx="10470022" cy="421252"/>
      </dsp:txXfrm>
    </dsp:sp>
    <dsp:sp modelId="{3D606EFF-0604-413D-8425-FA34E0FB6FA3}">
      <dsp:nvSpPr>
        <dsp:cNvPr id="0" name=""/>
        <dsp:cNvSpPr/>
      </dsp:nvSpPr>
      <dsp:spPr>
        <a:xfrm>
          <a:off x="0" y="52594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INTRODUCTION</a:t>
          </a:r>
        </a:p>
      </dsp:txBody>
      <dsp:txXfrm>
        <a:off x="22789" y="548735"/>
        <a:ext cx="10470022" cy="421252"/>
      </dsp:txXfrm>
    </dsp:sp>
    <dsp:sp modelId="{9C70AE62-70DA-4DCD-85DE-2243DFAA6458}">
      <dsp:nvSpPr>
        <dsp:cNvPr id="0" name=""/>
        <dsp:cNvSpPr/>
      </dsp:nvSpPr>
      <dsp:spPr>
        <a:xfrm>
          <a:off x="0" y="104749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LITERATURE REVIEW/BACKGROUND</a:t>
          </a:r>
        </a:p>
      </dsp:txBody>
      <dsp:txXfrm>
        <a:off x="22789" y="1070285"/>
        <a:ext cx="10470022" cy="421252"/>
      </dsp:txXfrm>
    </dsp:sp>
    <dsp:sp modelId="{ABF4038C-F93F-43C0-BEAD-31E7551D0E4D}">
      <dsp:nvSpPr>
        <dsp:cNvPr id="0" name=""/>
        <dsp:cNvSpPr/>
      </dsp:nvSpPr>
      <dsp:spPr>
        <a:xfrm>
          <a:off x="0" y="156904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Theoretical Foundations of Network Coding</a:t>
          </a:r>
        </a:p>
      </dsp:txBody>
      <dsp:txXfrm>
        <a:off x="22789" y="1591835"/>
        <a:ext cx="10470022" cy="421252"/>
      </dsp:txXfrm>
    </dsp:sp>
    <dsp:sp modelId="{F2F2319A-5136-44C6-B5D3-55229B5C2427}">
      <dsp:nvSpPr>
        <dsp:cNvPr id="0" name=""/>
        <dsp:cNvSpPr/>
      </dsp:nvSpPr>
      <dsp:spPr>
        <a:xfrm>
          <a:off x="0" y="209059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Network Coding Techniques for Wireless Applications</a:t>
          </a:r>
        </a:p>
      </dsp:txBody>
      <dsp:txXfrm>
        <a:off x="22789" y="2113385"/>
        <a:ext cx="10470022" cy="421252"/>
      </dsp:txXfrm>
    </dsp:sp>
    <dsp:sp modelId="{1CF28503-78F5-448A-8AB4-4C26898A62D5}">
      <dsp:nvSpPr>
        <dsp:cNvPr id="0" name=""/>
        <dsp:cNvSpPr/>
      </dsp:nvSpPr>
      <dsp:spPr>
        <a:xfrm>
          <a:off x="0" y="261214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Performance Analysis and Metrics</a:t>
          </a:r>
        </a:p>
      </dsp:txBody>
      <dsp:txXfrm>
        <a:off x="22789" y="2634935"/>
        <a:ext cx="10470022" cy="421252"/>
      </dsp:txXfrm>
    </dsp:sp>
    <dsp:sp modelId="{3D7FC2A6-4B6A-4C3F-8E74-031B45D04ABE}">
      <dsp:nvSpPr>
        <dsp:cNvPr id="0" name=""/>
        <dsp:cNvSpPr/>
      </dsp:nvSpPr>
      <dsp:spPr>
        <a:xfrm>
          <a:off x="0" y="313369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Applications in Wireless Networks</a:t>
          </a:r>
        </a:p>
      </dsp:txBody>
      <dsp:txXfrm>
        <a:off x="22789" y="3156485"/>
        <a:ext cx="10470022" cy="421252"/>
      </dsp:txXfrm>
    </dsp:sp>
    <dsp:sp modelId="{34908687-5831-483B-BC51-6B0F7D6C70ED}">
      <dsp:nvSpPr>
        <dsp:cNvPr id="0" name=""/>
        <dsp:cNvSpPr/>
      </dsp:nvSpPr>
      <dsp:spPr>
        <a:xfrm>
          <a:off x="0" y="365524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Challenges and Limitations</a:t>
          </a:r>
        </a:p>
      </dsp:txBody>
      <dsp:txXfrm>
        <a:off x="22789" y="3678035"/>
        <a:ext cx="10470022" cy="421252"/>
      </dsp:txXfrm>
    </dsp:sp>
    <dsp:sp modelId="{E3CF2D5E-5A19-44CE-BC86-0998733A27D4}">
      <dsp:nvSpPr>
        <dsp:cNvPr id="0" name=""/>
        <dsp:cNvSpPr/>
      </dsp:nvSpPr>
      <dsp:spPr>
        <a:xfrm>
          <a:off x="0" y="417679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Recent Advances and Future Directions</a:t>
          </a:r>
        </a:p>
      </dsp:txBody>
      <dsp:txXfrm>
        <a:off x="22789" y="4199585"/>
        <a:ext cx="10470022" cy="421252"/>
      </dsp:txXfrm>
    </dsp:sp>
    <dsp:sp modelId="{28DD7F40-E7B9-4780-910A-D68C6A733503}">
      <dsp:nvSpPr>
        <dsp:cNvPr id="0" name=""/>
        <dsp:cNvSpPr/>
      </dsp:nvSpPr>
      <dsp:spPr>
        <a:xfrm>
          <a:off x="0" y="4698346"/>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Conclusion</a:t>
          </a:r>
        </a:p>
      </dsp:txBody>
      <dsp:txXfrm>
        <a:off x="22789" y="4721135"/>
        <a:ext cx="10470022" cy="4212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DFF217-D08B-4FA1-B576-7933D65BE232}">
      <dsp:nvSpPr>
        <dsp:cNvPr id="0" name=""/>
        <dsp:cNvSpPr/>
      </dsp:nvSpPr>
      <dsp:spPr>
        <a:xfrm>
          <a:off x="0" y="45064"/>
          <a:ext cx="10515600" cy="558967"/>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In this project our topic is Network coding for wireless applications: A review in this paper our focused on the following are:                                                                                                    </a:t>
          </a:r>
        </a:p>
      </dsp:txBody>
      <dsp:txXfrm>
        <a:off x="27287" y="72351"/>
        <a:ext cx="10461026" cy="504393"/>
      </dsp:txXfrm>
    </dsp:sp>
    <dsp:sp modelId="{B13C90A8-E209-43E9-8764-E6B6E3AE1E96}">
      <dsp:nvSpPr>
        <dsp:cNvPr id="0" name=""/>
        <dsp:cNvSpPr/>
      </dsp:nvSpPr>
      <dsp:spPr>
        <a:xfrm>
          <a:off x="0" y="644352"/>
          <a:ext cx="10515600" cy="558967"/>
        </a:xfrm>
        <a:prstGeom prst="roundRect">
          <a:avLst/>
        </a:prstGeom>
        <a:solidFill>
          <a:schemeClr val="accent5">
            <a:hueOff val="-1736021"/>
            <a:satOff val="-118"/>
            <a:lumOff val="2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Network coding is a technology that allows intermediate nodes to perform algebraic operations on incoming data streams, enabling networks to achieve theoretical capacity limits while providing enhanced robustness and efficiency.</a:t>
          </a:r>
        </a:p>
      </dsp:txBody>
      <dsp:txXfrm>
        <a:off x="27287" y="671639"/>
        <a:ext cx="10461026" cy="504393"/>
      </dsp:txXfrm>
    </dsp:sp>
    <dsp:sp modelId="{9275C834-8228-4DAF-9AD4-63601266B2D3}">
      <dsp:nvSpPr>
        <dsp:cNvPr id="0" name=""/>
        <dsp:cNvSpPr/>
      </dsp:nvSpPr>
      <dsp:spPr>
        <a:xfrm>
          <a:off x="0" y="1243639"/>
          <a:ext cx="10515600" cy="558967"/>
        </a:xfrm>
        <a:prstGeom prst="roundRect">
          <a:avLst/>
        </a:prstGeom>
        <a:solidFill>
          <a:schemeClr val="accent5">
            <a:hueOff val="-3472043"/>
            <a:satOff val="-236"/>
            <a:lumOff val="5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The mathematical framework operates on finite field operations, with information-theoretic bounds determined through minimum cut analysis. </a:t>
          </a:r>
        </a:p>
      </dsp:txBody>
      <dsp:txXfrm>
        <a:off x="27287" y="1270926"/>
        <a:ext cx="10461026" cy="504393"/>
      </dsp:txXfrm>
    </dsp:sp>
    <dsp:sp modelId="{8745D33E-8EDA-463B-8685-265C24A2E738}">
      <dsp:nvSpPr>
        <dsp:cNvPr id="0" name=""/>
        <dsp:cNvSpPr/>
      </dsp:nvSpPr>
      <dsp:spPr>
        <a:xfrm>
          <a:off x="0" y="1842927"/>
          <a:ext cx="10515600" cy="558967"/>
        </a:xfrm>
        <a:prstGeom prst="roundRect">
          <a:avLst/>
        </a:prstGeom>
        <a:solidFill>
          <a:schemeClr val="accent5">
            <a:hueOff val="-5208064"/>
            <a:satOff val="-354"/>
            <a:lumOff val="84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Various network coding techniques, such as Random Linear Network Coding (RLNC), Analog Network Coding (ANC), and Physical Layer Network Coding (PNC), provide different trade-offs between complexity and performance.</a:t>
          </a:r>
        </a:p>
      </dsp:txBody>
      <dsp:txXfrm>
        <a:off x="27287" y="1870214"/>
        <a:ext cx="10461026" cy="504393"/>
      </dsp:txXfrm>
    </dsp:sp>
    <dsp:sp modelId="{8C8FE1D5-C407-4776-ADE4-31607A9E0FD8}">
      <dsp:nvSpPr>
        <dsp:cNvPr id="0" name=""/>
        <dsp:cNvSpPr/>
      </dsp:nvSpPr>
      <dsp:spPr>
        <a:xfrm>
          <a:off x="0" y="2442214"/>
          <a:ext cx="10515600" cy="558967"/>
        </a:xfrm>
        <a:prstGeom prst="roundRect">
          <a:avLst/>
        </a:prstGeom>
        <a:solidFill>
          <a:schemeClr val="accent5">
            <a:hueOff val="-6944086"/>
            <a:satOff val="-472"/>
            <a:lumOff val="11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Performance analysis metrics include throughput gains, delay characteristics, energy consumption, and reliability measures across different wireless scenarios.</a:t>
          </a:r>
        </a:p>
      </dsp:txBody>
      <dsp:txXfrm>
        <a:off x="27287" y="2469501"/>
        <a:ext cx="10461026" cy="504393"/>
      </dsp:txXfrm>
    </dsp:sp>
    <dsp:sp modelId="{4692FFD0-6844-442F-94CC-87ED274A46F4}">
      <dsp:nvSpPr>
        <dsp:cNvPr id="0" name=""/>
        <dsp:cNvSpPr/>
      </dsp:nvSpPr>
      <dsp:spPr>
        <a:xfrm>
          <a:off x="0" y="3041502"/>
          <a:ext cx="10515600" cy="558967"/>
        </a:xfrm>
        <a:prstGeom prst="roundRect">
          <a:avLst/>
        </a:prstGeom>
        <a:solidFill>
          <a:schemeClr val="accent5">
            <a:hueOff val="-8680107"/>
            <a:satOff val="-590"/>
            <a:lumOff val="140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Network coding finds applications in cellular networks, WSNs, MANETs, VANETs, and satellite systems. </a:t>
          </a:r>
        </a:p>
      </dsp:txBody>
      <dsp:txXfrm>
        <a:off x="27287" y="3068789"/>
        <a:ext cx="10461026" cy="504393"/>
      </dsp:txXfrm>
    </dsp:sp>
    <dsp:sp modelId="{A6DDE29C-C0CE-4D02-A12E-44E5CE36C4B2}">
      <dsp:nvSpPr>
        <dsp:cNvPr id="0" name=""/>
        <dsp:cNvSpPr/>
      </dsp:nvSpPr>
      <dsp:spPr>
        <a:xfrm>
          <a:off x="0" y="3640789"/>
          <a:ext cx="10515600" cy="558967"/>
        </a:xfrm>
        <a:prstGeom prst="roundRect">
          <a:avLst/>
        </a:prstGeom>
        <a:solidFill>
          <a:schemeClr val="accent5">
            <a:hueOff val="-10416129"/>
            <a:satOff val="-708"/>
            <a:lumOff val="16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Current limitations include computational complexity, security vulnerabilities, and implementation challenges. </a:t>
          </a:r>
        </a:p>
      </dsp:txBody>
      <dsp:txXfrm>
        <a:off x="27287" y="3668076"/>
        <a:ext cx="10461026" cy="504393"/>
      </dsp:txXfrm>
    </dsp:sp>
    <dsp:sp modelId="{048402D9-4E1D-4838-8EA3-340A8B7A3623}">
      <dsp:nvSpPr>
        <dsp:cNvPr id="0" name=""/>
        <dsp:cNvSpPr/>
      </dsp:nvSpPr>
      <dsp:spPr>
        <a:xfrm>
          <a:off x="0" y="4240077"/>
          <a:ext cx="10515600" cy="558967"/>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Future research should focus on machine learning integration, quantum applications, and 6G system integration.</a:t>
          </a:r>
        </a:p>
      </dsp:txBody>
      <dsp:txXfrm>
        <a:off x="27287" y="4267364"/>
        <a:ext cx="10461026" cy="5043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B2FF96-F53B-48DC-918F-3B0A00671942}">
      <dsp:nvSpPr>
        <dsp:cNvPr id="0" name=""/>
        <dsp:cNvSpPr/>
      </dsp:nvSpPr>
      <dsp:spPr>
        <a:xfrm>
          <a:off x="232339" y="2313"/>
          <a:ext cx="1861281" cy="111676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dirty="0"/>
            <a:t>The fifteen research papers from our projects consist of following are:</a:t>
          </a:r>
          <a:endParaRPr lang="en-US" sz="1200" kern="1200" dirty="0"/>
        </a:p>
      </dsp:txBody>
      <dsp:txXfrm>
        <a:off x="232339" y="2313"/>
        <a:ext cx="1861281" cy="1116769"/>
      </dsp:txXfrm>
    </dsp:sp>
    <dsp:sp modelId="{CF8000F6-8317-4EA6-B689-14F64D7AED97}">
      <dsp:nvSpPr>
        <dsp:cNvPr id="0" name=""/>
        <dsp:cNvSpPr/>
      </dsp:nvSpPr>
      <dsp:spPr>
        <a:xfrm>
          <a:off x="2279749" y="2313"/>
          <a:ext cx="1861281" cy="1116769"/>
        </a:xfrm>
        <a:prstGeom prst="rect">
          <a:avLst/>
        </a:prstGeom>
        <a:solidFill>
          <a:schemeClr val="accent2">
            <a:hueOff val="429574"/>
            <a:satOff val="-1233"/>
            <a:lumOff val="-19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Energy-efficient linear network coding in wireless sensor networks.by Li, X., Zhang, Y., &amp; Wang, J. (2020).</a:t>
          </a:r>
          <a:endParaRPr lang="en-US" sz="1200" kern="1200"/>
        </a:p>
      </dsp:txBody>
      <dsp:txXfrm>
        <a:off x="2279749" y="2313"/>
        <a:ext cx="1861281" cy="1116769"/>
      </dsp:txXfrm>
    </dsp:sp>
    <dsp:sp modelId="{90044010-D6E2-4CCA-A170-2EA02C5A5AB5}">
      <dsp:nvSpPr>
        <dsp:cNvPr id="0" name=""/>
        <dsp:cNvSpPr/>
      </dsp:nvSpPr>
      <dsp:spPr>
        <a:xfrm>
          <a:off x="4327159" y="2313"/>
          <a:ext cx="1861281" cy="1116769"/>
        </a:xfrm>
        <a:prstGeom prst="rect">
          <a:avLst/>
        </a:prstGeom>
        <a:solidFill>
          <a:schemeClr val="accent2">
            <a:hueOff val="859149"/>
            <a:satOff val="-2466"/>
            <a:lumOff val="-394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Adaptive network coding for vehicular ad hoc networks: A mobility-aware approach by Zhao, L., &amp; Chen, M. (2021). </a:t>
          </a:r>
          <a:endParaRPr lang="en-US" sz="1200" kern="1200"/>
        </a:p>
      </dsp:txBody>
      <dsp:txXfrm>
        <a:off x="4327159" y="2313"/>
        <a:ext cx="1861281" cy="1116769"/>
      </dsp:txXfrm>
    </dsp:sp>
    <dsp:sp modelId="{5B06B70D-0AE1-4E20-869F-5E9B26175F87}">
      <dsp:nvSpPr>
        <dsp:cNvPr id="0" name=""/>
        <dsp:cNvSpPr/>
      </dsp:nvSpPr>
      <dsp:spPr>
        <a:xfrm>
          <a:off x="6374569" y="2313"/>
          <a:ext cx="1861281" cy="1116769"/>
        </a:xfrm>
        <a:prstGeom prst="rect">
          <a:avLst/>
        </a:prstGeom>
        <a:solidFill>
          <a:schemeClr val="accent2">
            <a:hueOff val="1288723"/>
            <a:satOff val="-3699"/>
            <a:lumOff val="-5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Random linear network coding for delay-tolerant wireless networks: Performance analysis and optimization by Wang, S., Liu, H., &amp; Kumar, A. (2022).</a:t>
          </a:r>
          <a:endParaRPr lang="en-US" sz="1200" kern="1200"/>
        </a:p>
      </dsp:txBody>
      <dsp:txXfrm>
        <a:off x="6374569" y="2313"/>
        <a:ext cx="1861281" cy="1116769"/>
      </dsp:txXfrm>
    </dsp:sp>
    <dsp:sp modelId="{88E69DE9-866A-4139-8106-05BF775A0555}">
      <dsp:nvSpPr>
        <dsp:cNvPr id="0" name=""/>
        <dsp:cNvSpPr/>
      </dsp:nvSpPr>
      <dsp:spPr>
        <a:xfrm>
          <a:off x="8421978" y="2313"/>
          <a:ext cx="1861281" cy="1116769"/>
        </a:xfrm>
        <a:prstGeom prst="rect">
          <a:avLst/>
        </a:prstGeom>
        <a:solidFill>
          <a:schemeClr val="accent2">
            <a:hueOff val="1718297"/>
            <a:satOff val="-4931"/>
            <a:lumOff val="-789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MQTT-based network coding for IoT applications in smart agriculture by Ahmed, R., Hassan, M., &amp; Ali, S. (2023). </a:t>
          </a:r>
          <a:endParaRPr lang="en-US" sz="1200" kern="1200"/>
        </a:p>
      </dsp:txBody>
      <dsp:txXfrm>
        <a:off x="8421978" y="2313"/>
        <a:ext cx="1861281" cy="1116769"/>
      </dsp:txXfrm>
    </dsp:sp>
    <dsp:sp modelId="{190A938F-F251-4177-9823-DDD4280E18E2}">
      <dsp:nvSpPr>
        <dsp:cNvPr id="0" name=""/>
        <dsp:cNvSpPr/>
      </dsp:nvSpPr>
      <dsp:spPr>
        <a:xfrm>
          <a:off x="232339" y="1305210"/>
          <a:ext cx="1861281" cy="1116769"/>
        </a:xfrm>
        <a:prstGeom prst="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Machine learning-enhanced network coding for wireless mesh networks: A hybrid approach by Kim, J., &amp; Yu, H. (2024). </a:t>
          </a:r>
          <a:endParaRPr lang="en-US" sz="1200" kern="1200"/>
        </a:p>
      </dsp:txBody>
      <dsp:txXfrm>
        <a:off x="232339" y="1305210"/>
        <a:ext cx="1861281" cy="1116769"/>
      </dsp:txXfrm>
    </dsp:sp>
    <dsp:sp modelId="{41525F1F-9231-460E-801B-FFF686A1A948}">
      <dsp:nvSpPr>
        <dsp:cNvPr id="0" name=""/>
        <dsp:cNvSpPr/>
      </dsp:nvSpPr>
      <dsp:spPr>
        <a:xfrm>
          <a:off x="2279749" y="1305210"/>
          <a:ext cx="1861281" cy="1116769"/>
        </a:xfrm>
        <a:prstGeom prst="rect">
          <a:avLst/>
        </a:prstGeom>
        <a:solidFill>
          <a:schemeClr val="accent2">
            <a:hueOff val="2577445"/>
            <a:satOff val="-7397"/>
            <a:lumOff val="-11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Network information flow by Ahlswede, R., Cai, N., Li, S. Y. R., &amp; Yeung, R. W. (2000). </a:t>
          </a:r>
          <a:endParaRPr lang="en-US" sz="1200" kern="1200"/>
        </a:p>
      </dsp:txBody>
      <dsp:txXfrm>
        <a:off x="2279749" y="1305210"/>
        <a:ext cx="1861281" cy="1116769"/>
      </dsp:txXfrm>
    </dsp:sp>
    <dsp:sp modelId="{6DA0699F-5FA1-43E2-9FFF-15BABEEA733F}">
      <dsp:nvSpPr>
        <dsp:cNvPr id="0" name=""/>
        <dsp:cNvSpPr/>
      </dsp:nvSpPr>
      <dsp:spPr>
        <a:xfrm>
          <a:off x="4327159" y="1305210"/>
          <a:ext cx="1861281" cy="1116769"/>
        </a:xfrm>
        <a:prstGeom prst="rect">
          <a:avLst/>
        </a:prstGeom>
        <a:solidFill>
          <a:schemeClr val="accent2">
            <a:hueOff val="3007020"/>
            <a:satOff val="-8630"/>
            <a:lumOff val="-1381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Physical layer network coding in two-way relay channels: Performance analysis and optimization by  Chen, L., Wang, X., &amp; Zhang, H. (2020).</a:t>
          </a:r>
          <a:endParaRPr lang="en-US" sz="1200" kern="1200"/>
        </a:p>
      </dsp:txBody>
      <dsp:txXfrm>
        <a:off x="4327159" y="1305210"/>
        <a:ext cx="1861281" cy="1116769"/>
      </dsp:txXfrm>
    </dsp:sp>
    <dsp:sp modelId="{19E99256-E672-4EA6-899E-1E560D0C9932}">
      <dsp:nvSpPr>
        <dsp:cNvPr id="0" name=""/>
        <dsp:cNvSpPr/>
      </dsp:nvSpPr>
      <dsp:spPr>
        <a:xfrm>
          <a:off x="6374569" y="1305210"/>
          <a:ext cx="1861281" cy="1116769"/>
        </a:xfrm>
        <a:prstGeom prst="rect">
          <a:avLst/>
        </a:prstGeom>
        <a:solidFill>
          <a:schemeClr val="accent2">
            <a:hueOff val="3436594"/>
            <a:satOff val="-9863"/>
            <a:lumOff val="-1579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Secure network coding for wireless sensor networks: A comprehensive survey by  Kumar, V., Singh, A., &amp; Gupta, R. (2021). </a:t>
          </a:r>
          <a:endParaRPr lang="en-US" sz="1200" kern="1200"/>
        </a:p>
      </dsp:txBody>
      <dsp:txXfrm>
        <a:off x="6374569" y="1305210"/>
        <a:ext cx="1861281" cy="1116769"/>
      </dsp:txXfrm>
    </dsp:sp>
    <dsp:sp modelId="{D3A8C185-CDE4-4728-9183-7229A0039BA2}">
      <dsp:nvSpPr>
        <dsp:cNvPr id="0" name=""/>
        <dsp:cNvSpPr/>
      </dsp:nvSpPr>
      <dsp:spPr>
        <a:xfrm>
          <a:off x="8421978" y="1305210"/>
          <a:ext cx="1861281" cy="1116769"/>
        </a:xfrm>
        <a:prstGeom prst="rect">
          <a:avLst/>
        </a:prstGeom>
        <a:solidFill>
          <a:schemeClr val="accent2">
            <a:hueOff val="3866169"/>
            <a:satOff val="-11096"/>
            <a:lumOff val="-17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Energy-aware random linear network coding for mobile ad hoc networks by Patel, M., &amp; Johnson, K. (2021). </a:t>
          </a:r>
          <a:endParaRPr lang="en-US" sz="1200" kern="1200"/>
        </a:p>
      </dsp:txBody>
      <dsp:txXfrm>
        <a:off x="8421978" y="1305210"/>
        <a:ext cx="1861281" cy="1116769"/>
      </dsp:txXfrm>
    </dsp:sp>
    <dsp:sp modelId="{C808C55F-2EC1-4B97-A04D-7FF335564DD9}">
      <dsp:nvSpPr>
        <dsp:cNvPr id="0" name=""/>
        <dsp:cNvSpPr/>
      </dsp:nvSpPr>
      <dsp:spPr>
        <a:xfrm>
          <a:off x="232339" y="2608108"/>
          <a:ext cx="1861281" cy="1116769"/>
        </a:xfrm>
        <a:prstGeom prst="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Network coding for 5G and beyond: Challenges and opportunities by Thompson, D., Brown, S., &amp; Williams, J. (2022).</a:t>
          </a:r>
          <a:endParaRPr lang="en-US" sz="1200" kern="1200"/>
        </a:p>
      </dsp:txBody>
      <dsp:txXfrm>
        <a:off x="232339" y="2608108"/>
        <a:ext cx="1861281" cy="1116769"/>
      </dsp:txXfrm>
    </dsp:sp>
    <dsp:sp modelId="{8136604B-5354-405A-9CF3-A87CCE36A4F9}">
      <dsp:nvSpPr>
        <dsp:cNvPr id="0" name=""/>
        <dsp:cNvSpPr/>
      </dsp:nvSpPr>
      <dsp:spPr>
        <a:xfrm>
          <a:off x="2279749" y="2608108"/>
          <a:ext cx="1861281" cy="1116769"/>
        </a:xfrm>
        <a:prstGeom prst="rect">
          <a:avLst/>
        </a:prstGeom>
        <a:solidFill>
          <a:schemeClr val="accent2">
            <a:hueOff val="4725317"/>
            <a:satOff val="-13562"/>
            <a:lumOff val="-217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Quantum network coding: Fundamentals and applications in wireless systems by Rodriguez, C., &amp; Martinez, P. (2022). </a:t>
          </a:r>
          <a:endParaRPr lang="en-US" sz="1200" kern="1200"/>
        </a:p>
      </dsp:txBody>
      <dsp:txXfrm>
        <a:off x="2279749" y="2608108"/>
        <a:ext cx="1861281" cy="1116769"/>
      </dsp:txXfrm>
    </dsp:sp>
    <dsp:sp modelId="{CF2993F7-83B1-4328-9B07-8590E0D43610}">
      <dsp:nvSpPr>
        <dsp:cNvPr id="0" name=""/>
        <dsp:cNvSpPr/>
      </dsp:nvSpPr>
      <dsp:spPr>
        <a:xfrm>
          <a:off x="4327159" y="2608108"/>
          <a:ext cx="1861281" cy="1116769"/>
        </a:xfrm>
        <a:prstGeom prst="rect">
          <a:avLst/>
        </a:prstGeom>
        <a:solidFill>
          <a:schemeClr val="accent2">
            <a:hueOff val="5154891"/>
            <a:satOff val="-14794"/>
            <a:lumOff val="-23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Deep learning approaches for adaptive network coding in wireless networks by Davis, A., &amp; Wilson, E. (2023). </a:t>
          </a:r>
          <a:endParaRPr lang="en-US" sz="1200" kern="1200"/>
        </a:p>
      </dsp:txBody>
      <dsp:txXfrm>
        <a:off x="4327159" y="2608108"/>
        <a:ext cx="1861281" cy="1116769"/>
      </dsp:txXfrm>
    </dsp:sp>
    <dsp:sp modelId="{2AE464CF-C175-4FEC-BBAE-9B23E7CEBA33}">
      <dsp:nvSpPr>
        <dsp:cNvPr id="0" name=""/>
        <dsp:cNvSpPr/>
      </dsp:nvSpPr>
      <dsp:spPr>
        <a:xfrm>
          <a:off x="6374569" y="2608108"/>
          <a:ext cx="1861281" cy="1116769"/>
        </a:xfrm>
        <a:prstGeom prst="rect">
          <a:avLst/>
        </a:prstGeom>
        <a:solidFill>
          <a:schemeClr val="accent2">
            <a:hueOff val="5584465"/>
            <a:satOff val="-16027"/>
            <a:lumOff val="-256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Distributed network coding for massive IOT networks  by Nakamura, T., &amp; Yamamoto, K. (2023). </a:t>
          </a:r>
          <a:endParaRPr lang="en-US" sz="1200" kern="1200"/>
        </a:p>
      </dsp:txBody>
      <dsp:txXfrm>
        <a:off x="6374569" y="2608108"/>
        <a:ext cx="1861281" cy="1116769"/>
      </dsp:txXfrm>
    </dsp:sp>
    <dsp:sp modelId="{3208E60A-7BE2-472A-8719-F40714182F9C}">
      <dsp:nvSpPr>
        <dsp:cNvPr id="0" name=""/>
        <dsp:cNvSpPr/>
      </dsp:nvSpPr>
      <dsp:spPr>
        <a:xfrm>
          <a:off x="8421978" y="2608108"/>
          <a:ext cx="1861281" cy="1116769"/>
        </a:xfrm>
        <a:prstGeom prst="rect">
          <a:avLst/>
        </a:prstGeom>
        <a:solidFill>
          <a:schemeClr val="accent2">
            <a:hueOff val="6014040"/>
            <a:satOff val="-17260"/>
            <a:lumOff val="-276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A comprehensive analysis of network coding for efficient wireless network communication by Kumar, A., &amp; Sharma, P. (2023).</a:t>
          </a:r>
          <a:endParaRPr lang="en-US" sz="1200" kern="1200"/>
        </a:p>
      </dsp:txBody>
      <dsp:txXfrm>
        <a:off x="8421978" y="2608108"/>
        <a:ext cx="1861281" cy="1116769"/>
      </dsp:txXfrm>
    </dsp:sp>
    <dsp:sp modelId="{E89402D4-2AD2-47A1-9949-69281B28DB85}">
      <dsp:nvSpPr>
        <dsp:cNvPr id="0" name=""/>
        <dsp:cNvSpPr/>
      </dsp:nvSpPr>
      <dsp:spPr>
        <a:xfrm>
          <a:off x="4327159" y="3911005"/>
          <a:ext cx="1861281" cy="1116769"/>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Reinforcement learning-based network coding for dynamic wireless environments by Anderson, M., &amp; Taylor, L. (2024). </a:t>
          </a:r>
          <a:endParaRPr lang="en-US" sz="1200" kern="1200"/>
        </a:p>
      </dsp:txBody>
      <dsp:txXfrm>
        <a:off x="4327159" y="3911005"/>
        <a:ext cx="1861281" cy="11167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4ACB10-A338-46AD-B63E-F96EB4C4C610}">
      <dsp:nvSpPr>
        <dsp:cNvPr id="0" name=""/>
        <dsp:cNvSpPr/>
      </dsp:nvSpPr>
      <dsp:spPr>
        <a:xfrm>
          <a:off x="2348575" y="605409"/>
          <a:ext cx="466580" cy="91440"/>
        </a:xfrm>
        <a:custGeom>
          <a:avLst/>
          <a:gdLst/>
          <a:ahLst/>
          <a:cxnLst/>
          <a:rect l="0" t="0" r="0" b="0"/>
          <a:pathLst>
            <a:path>
              <a:moveTo>
                <a:pt x="0" y="45720"/>
              </a:moveTo>
              <a:lnTo>
                <a:pt x="4665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69435" y="648643"/>
        <a:ext cx="24859" cy="4971"/>
      </dsp:txXfrm>
    </dsp:sp>
    <dsp:sp modelId="{4308E83B-1666-4677-A0AF-0C7DD438BD14}">
      <dsp:nvSpPr>
        <dsp:cNvPr id="0" name=""/>
        <dsp:cNvSpPr/>
      </dsp:nvSpPr>
      <dsp:spPr>
        <a:xfrm>
          <a:off x="188721" y="2632"/>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Traditional Wireless Networks:</a:t>
          </a:r>
        </a:p>
      </dsp:txBody>
      <dsp:txXfrm>
        <a:off x="188721" y="2632"/>
        <a:ext cx="2161654" cy="1296992"/>
      </dsp:txXfrm>
    </dsp:sp>
    <dsp:sp modelId="{DA16B3E8-29FF-41D1-9EF0-CFCAE33B1837}">
      <dsp:nvSpPr>
        <dsp:cNvPr id="0" name=""/>
        <dsp:cNvSpPr/>
      </dsp:nvSpPr>
      <dsp:spPr>
        <a:xfrm>
          <a:off x="5007409" y="605409"/>
          <a:ext cx="466580" cy="91440"/>
        </a:xfrm>
        <a:custGeom>
          <a:avLst/>
          <a:gdLst/>
          <a:ahLst/>
          <a:cxnLst/>
          <a:rect l="0" t="0" r="0" b="0"/>
          <a:pathLst>
            <a:path>
              <a:moveTo>
                <a:pt x="0" y="45720"/>
              </a:moveTo>
              <a:lnTo>
                <a:pt x="4665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8270" y="648643"/>
        <a:ext cx="24859" cy="4971"/>
      </dsp:txXfrm>
    </dsp:sp>
    <dsp:sp modelId="{AA8C9036-04D1-491A-AD7A-08D55CB8BBAC}">
      <dsp:nvSpPr>
        <dsp:cNvPr id="0" name=""/>
        <dsp:cNvSpPr/>
      </dsp:nvSpPr>
      <dsp:spPr>
        <a:xfrm>
          <a:off x="2847555" y="2632"/>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"Store-and-forward" principle.</a:t>
          </a:r>
        </a:p>
      </dsp:txBody>
      <dsp:txXfrm>
        <a:off x="2847555" y="2632"/>
        <a:ext cx="2161654" cy="1296992"/>
      </dsp:txXfrm>
    </dsp:sp>
    <dsp:sp modelId="{DBC10B96-6CBD-4096-A2A1-1F6E6E563E9E}">
      <dsp:nvSpPr>
        <dsp:cNvPr id="0" name=""/>
        <dsp:cNvSpPr/>
      </dsp:nvSpPr>
      <dsp:spPr>
        <a:xfrm>
          <a:off x="7666244" y="605409"/>
          <a:ext cx="466580" cy="91440"/>
        </a:xfrm>
        <a:custGeom>
          <a:avLst/>
          <a:gdLst/>
          <a:ahLst/>
          <a:cxnLst/>
          <a:rect l="0" t="0" r="0" b="0"/>
          <a:pathLst>
            <a:path>
              <a:moveTo>
                <a:pt x="0" y="45720"/>
              </a:moveTo>
              <a:lnTo>
                <a:pt x="4665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87105" y="648643"/>
        <a:ext cx="24859" cy="4971"/>
      </dsp:txXfrm>
    </dsp:sp>
    <dsp:sp modelId="{F4C9CFCE-005C-4616-A83C-6C3653388D69}">
      <dsp:nvSpPr>
        <dsp:cNvPr id="0" name=""/>
        <dsp:cNvSpPr/>
      </dsp:nvSpPr>
      <dsp:spPr>
        <a:xfrm>
          <a:off x="5506390" y="2632"/>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Poor utilization of network resources.</a:t>
          </a:r>
        </a:p>
      </dsp:txBody>
      <dsp:txXfrm>
        <a:off x="5506390" y="2632"/>
        <a:ext cx="2161654" cy="1296992"/>
      </dsp:txXfrm>
    </dsp:sp>
    <dsp:sp modelId="{784110A7-B1C4-46B9-B212-6397977569A6}">
      <dsp:nvSpPr>
        <dsp:cNvPr id="0" name=""/>
        <dsp:cNvSpPr/>
      </dsp:nvSpPr>
      <dsp:spPr>
        <a:xfrm>
          <a:off x="1269548" y="1297825"/>
          <a:ext cx="7976503" cy="466580"/>
        </a:xfrm>
        <a:custGeom>
          <a:avLst/>
          <a:gdLst/>
          <a:ahLst/>
          <a:cxnLst/>
          <a:rect l="0" t="0" r="0" b="0"/>
          <a:pathLst>
            <a:path>
              <a:moveTo>
                <a:pt x="7976503" y="0"/>
              </a:moveTo>
              <a:lnTo>
                <a:pt x="7976503" y="250390"/>
              </a:lnTo>
              <a:lnTo>
                <a:pt x="0" y="250390"/>
              </a:lnTo>
              <a:lnTo>
                <a:pt x="0" y="46658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8000" y="1528629"/>
        <a:ext cx="399599" cy="4971"/>
      </dsp:txXfrm>
    </dsp:sp>
    <dsp:sp modelId="{C2378063-1F91-49F0-92E5-5D3AFF6171F0}">
      <dsp:nvSpPr>
        <dsp:cNvPr id="0" name=""/>
        <dsp:cNvSpPr/>
      </dsp:nvSpPr>
      <dsp:spPr>
        <a:xfrm>
          <a:off x="8165224" y="2632"/>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Challenges: broadcast nature, interference, limited bandwidth.</a:t>
          </a:r>
        </a:p>
      </dsp:txBody>
      <dsp:txXfrm>
        <a:off x="8165224" y="2632"/>
        <a:ext cx="2161654" cy="1296992"/>
      </dsp:txXfrm>
    </dsp:sp>
    <dsp:sp modelId="{49120021-03F6-4EBB-A855-87D0E4055026}">
      <dsp:nvSpPr>
        <dsp:cNvPr id="0" name=""/>
        <dsp:cNvSpPr/>
      </dsp:nvSpPr>
      <dsp:spPr>
        <a:xfrm>
          <a:off x="2348575" y="2399582"/>
          <a:ext cx="466580" cy="91440"/>
        </a:xfrm>
        <a:custGeom>
          <a:avLst/>
          <a:gdLst/>
          <a:ahLst/>
          <a:cxnLst/>
          <a:rect l="0" t="0" r="0" b="0"/>
          <a:pathLst>
            <a:path>
              <a:moveTo>
                <a:pt x="0" y="45720"/>
              </a:moveTo>
              <a:lnTo>
                <a:pt x="4665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69435" y="2442816"/>
        <a:ext cx="24859" cy="4971"/>
      </dsp:txXfrm>
    </dsp:sp>
    <dsp:sp modelId="{5D1EE4B1-BD93-4656-AB0F-A1B91545851E}">
      <dsp:nvSpPr>
        <dsp:cNvPr id="0" name=""/>
        <dsp:cNvSpPr/>
      </dsp:nvSpPr>
      <dsp:spPr>
        <a:xfrm>
          <a:off x="188721" y="1796805"/>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Introduction of Network Coding (Ahlswede et al., 2000):</a:t>
          </a:r>
        </a:p>
      </dsp:txBody>
      <dsp:txXfrm>
        <a:off x="188721" y="1796805"/>
        <a:ext cx="2161654" cy="1296992"/>
      </dsp:txXfrm>
    </dsp:sp>
    <dsp:sp modelId="{A9784A37-3CFC-4F85-881B-7A0142AD4DD7}">
      <dsp:nvSpPr>
        <dsp:cNvPr id="0" name=""/>
        <dsp:cNvSpPr/>
      </dsp:nvSpPr>
      <dsp:spPr>
        <a:xfrm>
          <a:off x="5007409" y="2399582"/>
          <a:ext cx="466580" cy="91440"/>
        </a:xfrm>
        <a:custGeom>
          <a:avLst/>
          <a:gdLst/>
          <a:ahLst/>
          <a:cxnLst/>
          <a:rect l="0" t="0" r="0" b="0"/>
          <a:pathLst>
            <a:path>
              <a:moveTo>
                <a:pt x="0" y="45720"/>
              </a:moveTo>
              <a:lnTo>
                <a:pt x="4665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8270" y="2442816"/>
        <a:ext cx="24859" cy="4971"/>
      </dsp:txXfrm>
    </dsp:sp>
    <dsp:sp modelId="{04C16347-9018-41D6-9739-BC658F31509A}">
      <dsp:nvSpPr>
        <dsp:cNvPr id="0" name=""/>
        <dsp:cNvSpPr/>
      </dsp:nvSpPr>
      <dsp:spPr>
        <a:xfrm>
          <a:off x="2847555" y="1796805"/>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Intermediate nodes combine data streams algebraically.</a:t>
          </a:r>
        </a:p>
      </dsp:txBody>
      <dsp:txXfrm>
        <a:off x="2847555" y="1796805"/>
        <a:ext cx="2161654" cy="1296992"/>
      </dsp:txXfrm>
    </dsp:sp>
    <dsp:sp modelId="{914E0328-1345-41DD-BB28-2E291A99A99D}">
      <dsp:nvSpPr>
        <dsp:cNvPr id="0" name=""/>
        <dsp:cNvSpPr/>
      </dsp:nvSpPr>
      <dsp:spPr>
        <a:xfrm>
          <a:off x="7666244" y="2399582"/>
          <a:ext cx="466580" cy="91440"/>
        </a:xfrm>
        <a:custGeom>
          <a:avLst/>
          <a:gdLst/>
          <a:ahLst/>
          <a:cxnLst/>
          <a:rect l="0" t="0" r="0" b="0"/>
          <a:pathLst>
            <a:path>
              <a:moveTo>
                <a:pt x="0" y="45720"/>
              </a:moveTo>
              <a:lnTo>
                <a:pt x="4665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87105" y="2442816"/>
        <a:ext cx="24859" cy="4971"/>
      </dsp:txXfrm>
    </dsp:sp>
    <dsp:sp modelId="{507C8487-7B60-4510-B638-BE120589E47E}">
      <dsp:nvSpPr>
        <dsp:cNvPr id="0" name=""/>
        <dsp:cNvSpPr/>
      </dsp:nvSpPr>
      <dsp:spPr>
        <a:xfrm>
          <a:off x="5506390" y="1796805"/>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Breaks the traditional paradigm.</a:t>
          </a:r>
        </a:p>
      </dsp:txBody>
      <dsp:txXfrm>
        <a:off x="5506390" y="1796805"/>
        <a:ext cx="2161654" cy="1296992"/>
      </dsp:txXfrm>
    </dsp:sp>
    <dsp:sp modelId="{98634A5C-C32C-4466-992F-5CCA8645DFF3}">
      <dsp:nvSpPr>
        <dsp:cNvPr id="0" name=""/>
        <dsp:cNvSpPr/>
      </dsp:nvSpPr>
      <dsp:spPr>
        <a:xfrm>
          <a:off x="1269548" y="3091998"/>
          <a:ext cx="7976503" cy="466580"/>
        </a:xfrm>
        <a:custGeom>
          <a:avLst/>
          <a:gdLst/>
          <a:ahLst/>
          <a:cxnLst/>
          <a:rect l="0" t="0" r="0" b="0"/>
          <a:pathLst>
            <a:path>
              <a:moveTo>
                <a:pt x="7976503" y="0"/>
              </a:moveTo>
              <a:lnTo>
                <a:pt x="7976503" y="250390"/>
              </a:lnTo>
              <a:lnTo>
                <a:pt x="0" y="250390"/>
              </a:lnTo>
              <a:lnTo>
                <a:pt x="0" y="46658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8000" y="3322802"/>
        <a:ext cx="399599" cy="4971"/>
      </dsp:txXfrm>
    </dsp:sp>
    <dsp:sp modelId="{525DC9E6-1A75-4DF2-A1BD-93B537330D70}">
      <dsp:nvSpPr>
        <dsp:cNvPr id="0" name=""/>
        <dsp:cNvSpPr/>
      </dsp:nvSpPr>
      <dsp:spPr>
        <a:xfrm>
          <a:off x="8165224" y="1796805"/>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Fundamental Change &amp; Benefits:</a:t>
          </a:r>
        </a:p>
      </dsp:txBody>
      <dsp:txXfrm>
        <a:off x="8165224" y="1796805"/>
        <a:ext cx="2161654" cy="1296992"/>
      </dsp:txXfrm>
    </dsp:sp>
    <dsp:sp modelId="{7D8DF1EB-D86D-4441-AB6C-0BD3BB5FE8BC}">
      <dsp:nvSpPr>
        <dsp:cNvPr id="0" name=""/>
        <dsp:cNvSpPr/>
      </dsp:nvSpPr>
      <dsp:spPr>
        <a:xfrm>
          <a:off x="2348575" y="4193754"/>
          <a:ext cx="466580" cy="91440"/>
        </a:xfrm>
        <a:custGeom>
          <a:avLst/>
          <a:gdLst/>
          <a:ahLst/>
          <a:cxnLst/>
          <a:rect l="0" t="0" r="0" b="0"/>
          <a:pathLst>
            <a:path>
              <a:moveTo>
                <a:pt x="0" y="45720"/>
              </a:moveTo>
              <a:lnTo>
                <a:pt x="4665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69435" y="4236989"/>
        <a:ext cx="24859" cy="4971"/>
      </dsp:txXfrm>
    </dsp:sp>
    <dsp:sp modelId="{2878BB98-A793-4149-83F2-111A234B4FB9}">
      <dsp:nvSpPr>
        <dsp:cNvPr id="0" name=""/>
        <dsp:cNvSpPr/>
      </dsp:nvSpPr>
      <dsp:spPr>
        <a:xfrm>
          <a:off x="188721" y="3590978"/>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Achieves theoretical maximum information flow (max-flow min-cut theorem).</a:t>
          </a:r>
        </a:p>
      </dsp:txBody>
      <dsp:txXfrm>
        <a:off x="188721" y="3590978"/>
        <a:ext cx="2161654" cy="1296992"/>
      </dsp:txXfrm>
    </dsp:sp>
    <dsp:sp modelId="{745C482C-C95D-4A5D-B367-FCAD88DF958B}">
      <dsp:nvSpPr>
        <dsp:cNvPr id="0" name=""/>
        <dsp:cNvSpPr/>
      </dsp:nvSpPr>
      <dsp:spPr>
        <a:xfrm>
          <a:off x="2847555" y="3590978"/>
          <a:ext cx="2161654" cy="12969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923" tIns="111185" rIns="105923" bIns="111185" numCol="1" spcCol="1270" anchor="ctr" anchorCtr="0">
          <a:noAutofit/>
        </a:bodyPr>
        <a:lstStyle/>
        <a:p>
          <a:pPr marL="0" lvl="0" indent="0" algn="ctr" defTabSz="711200">
            <a:lnSpc>
              <a:spcPct val="90000"/>
            </a:lnSpc>
            <a:spcBef>
              <a:spcPct val="0"/>
            </a:spcBef>
            <a:spcAft>
              <a:spcPct val="35000"/>
            </a:spcAft>
            <a:buNone/>
          </a:pPr>
          <a:r>
            <a:rPr lang="en-US" sz="1600" kern="1200"/>
            <a:t>Added benefits: robustness, security, energy efficiency.</a:t>
          </a:r>
        </a:p>
      </dsp:txBody>
      <dsp:txXfrm>
        <a:off x="2847555" y="3590978"/>
        <a:ext cx="2161654" cy="12969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D1180-5181-4E00-A098-FAFF061A6D3F}">
      <dsp:nvSpPr>
        <dsp:cNvPr id="0" name=""/>
        <dsp:cNvSpPr/>
      </dsp:nvSpPr>
      <dsp:spPr>
        <a:xfrm>
          <a:off x="0" y="317069"/>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Network coding (NC) has become a crucial approach for improving the efficiency of data transmission, throughput, and resilience in wireless networks.</a:t>
          </a:r>
        </a:p>
      </dsp:txBody>
      <dsp:txXfrm>
        <a:off x="0" y="317069"/>
        <a:ext cx="3286125" cy="1971675"/>
      </dsp:txXfrm>
    </dsp:sp>
    <dsp:sp modelId="{70903E97-F225-443B-B1E8-932A66A91B58}">
      <dsp:nvSpPr>
        <dsp:cNvPr id="0" name=""/>
        <dsp:cNvSpPr/>
      </dsp:nvSpPr>
      <dsp:spPr>
        <a:xfrm>
          <a:off x="3614737" y="317069"/>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Li et al. (2020)</a:t>
          </a:r>
          <a:r>
            <a:rPr lang="en-US" sz="1600" kern="1200" dirty="0"/>
            <a:t> suggested a linear network coding approach that was implemented in WSNs to enhance energy efficiency. By encoding data at intermediate nodes and minimizing retransmissions, the network was able to achieve higher throughput while maintaining lower latency.</a:t>
          </a:r>
        </a:p>
      </dsp:txBody>
      <dsp:txXfrm>
        <a:off x="3614737" y="317069"/>
        <a:ext cx="3286125" cy="1971675"/>
      </dsp:txXfrm>
    </dsp:sp>
    <dsp:sp modelId="{8CEB2983-72DF-4F7F-A9EF-95580150981E}">
      <dsp:nvSpPr>
        <dsp:cNvPr id="0" name=""/>
        <dsp:cNvSpPr/>
      </dsp:nvSpPr>
      <dsp:spPr>
        <a:xfrm>
          <a:off x="7229475" y="317069"/>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Zhao &amp; Chen (2021)</a:t>
          </a:r>
          <a:r>
            <a:rPr lang="en-US" sz="1600" kern="1200" dirty="0"/>
            <a:t> delved into the concept of adaptive network coding (ANC) for VANETs. Their simulation-based approach demonstrated that ANC improved packet delivery under changing mobility conditions, guaranteeing quality of service in real-time vehicular applications.</a:t>
          </a:r>
        </a:p>
      </dsp:txBody>
      <dsp:txXfrm>
        <a:off x="7229475" y="317069"/>
        <a:ext cx="3286125" cy="1971675"/>
      </dsp:txXfrm>
    </dsp:sp>
    <dsp:sp modelId="{40B1178A-FAF7-4782-BFD6-BA92CE3F3635}">
      <dsp:nvSpPr>
        <dsp:cNvPr id="0" name=""/>
        <dsp:cNvSpPr/>
      </dsp:nvSpPr>
      <dsp:spPr>
        <a:xfrm>
          <a:off x="0" y="2617357"/>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Wang et al. (2022)</a:t>
          </a:r>
          <a:r>
            <a:rPr lang="en-US" sz="1600" kern="1200" dirty="0"/>
            <a:t> examined the influence of random linear network coding (RLNC) in delay-tolerant networks (DTNs). Their analytical model demonstrated improved resilience to packet loss in networks that experience intermittent connectivity.</a:t>
          </a:r>
        </a:p>
      </dsp:txBody>
      <dsp:txXfrm>
        <a:off x="0" y="2617357"/>
        <a:ext cx="3286125" cy="1971675"/>
      </dsp:txXfrm>
    </dsp:sp>
    <dsp:sp modelId="{EE004DB0-79B9-4801-AC17-7A219841C57A}">
      <dsp:nvSpPr>
        <dsp:cNvPr id="0" name=""/>
        <dsp:cNvSpPr/>
      </dsp:nvSpPr>
      <dsp:spPr>
        <a:xfrm>
          <a:off x="3614737" y="2617357"/>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Ahmed et al. (2023)</a:t>
          </a:r>
          <a:r>
            <a:rPr lang="en-US" sz="1600" kern="1200" dirty="0"/>
            <a:t> examined the use of NC in internet of things (iot) environments, with a focus on its application in smart agriculture. The research combined NC with MQTT protocols, demonstrating improved reliability and energy efficiency.</a:t>
          </a:r>
        </a:p>
      </dsp:txBody>
      <dsp:txXfrm>
        <a:off x="3614737" y="2617357"/>
        <a:ext cx="3286125" cy="1971675"/>
      </dsp:txXfrm>
    </dsp:sp>
    <dsp:sp modelId="{323A9AA7-B974-4FD0-9A93-9159CDE327CE}">
      <dsp:nvSpPr>
        <dsp:cNvPr id="0" name=""/>
        <dsp:cNvSpPr/>
      </dsp:nvSpPr>
      <dsp:spPr>
        <a:xfrm>
          <a:off x="7229475" y="2617357"/>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Kim &amp; Yu (2024)</a:t>
          </a:r>
          <a:r>
            <a:rPr lang="en-US" sz="1600" kern="1200" dirty="0"/>
            <a:t> suggested a hybrid approach that combines both non-cooperative and machine learning techniques for wireless mesh networks. Their approach anticipated network states and dynamically adjusted coding strategies, resulting in enhanced throughput and adaptability.</a:t>
          </a:r>
        </a:p>
      </dsp:txBody>
      <dsp:txXfrm>
        <a:off x="7229475" y="2617357"/>
        <a:ext cx="3286125" cy="19716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8EDB4E-1896-4AB3-A857-65385285D61F}">
      <dsp:nvSpPr>
        <dsp:cNvPr id="0" name=""/>
        <dsp:cNvSpPr/>
      </dsp:nvSpPr>
      <dsp:spPr>
        <a:xfrm>
          <a:off x="3080" y="587032"/>
          <a:ext cx="2444055" cy="146643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Core Principle:</a:t>
          </a:r>
          <a:r>
            <a:rPr lang="en-US" sz="1500" kern="1200"/>
            <a:t> Information can be added at intermediate nodes to improve performance.</a:t>
          </a:r>
        </a:p>
      </dsp:txBody>
      <dsp:txXfrm>
        <a:off x="3080" y="587032"/>
        <a:ext cx="2444055" cy="1466433"/>
      </dsp:txXfrm>
    </dsp:sp>
    <dsp:sp modelId="{F368D9E7-1CF7-429A-A9DA-70004B0327F4}">
      <dsp:nvSpPr>
        <dsp:cNvPr id="0" name=""/>
        <dsp:cNvSpPr/>
      </dsp:nvSpPr>
      <dsp:spPr>
        <a:xfrm>
          <a:off x="2691541" y="587032"/>
          <a:ext cx="2444055" cy="1466433"/>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Linear Algebra on Finite Fields:</a:t>
          </a:r>
          <a:r>
            <a:rPr lang="en-US" sz="1500" kern="1200"/>
            <a:t>Network represented as a graph g=(V,E).</a:t>
          </a:r>
        </a:p>
      </dsp:txBody>
      <dsp:txXfrm>
        <a:off x="2691541" y="587032"/>
        <a:ext cx="2444055" cy="1466433"/>
      </dsp:txXfrm>
    </dsp:sp>
    <dsp:sp modelId="{072A5CB2-C6F1-4ACD-9B2E-03D6AC173C5E}">
      <dsp:nvSpPr>
        <dsp:cNvPr id="0" name=""/>
        <dsp:cNvSpPr/>
      </dsp:nvSpPr>
      <dsp:spPr>
        <a:xfrm>
          <a:off x="5380002" y="587032"/>
          <a:ext cx="2444055" cy="1466433"/>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Coding operation: ye=∑(ae,e′×xe′)ye: output symbol on edge e</a:t>
          </a:r>
        </a:p>
      </dsp:txBody>
      <dsp:txXfrm>
        <a:off x="5380002" y="587032"/>
        <a:ext cx="2444055" cy="1466433"/>
      </dsp:txXfrm>
    </dsp:sp>
    <dsp:sp modelId="{9FC801C3-9A37-4ACA-B221-7C27E4F2DD51}">
      <dsp:nvSpPr>
        <dsp:cNvPr id="0" name=""/>
        <dsp:cNvSpPr/>
      </dsp:nvSpPr>
      <dsp:spPr>
        <a:xfrm>
          <a:off x="8068463" y="587032"/>
          <a:ext cx="2444055" cy="146643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xe′: input symbols on incoming edges</a:t>
          </a:r>
        </a:p>
      </dsp:txBody>
      <dsp:txXfrm>
        <a:off x="8068463" y="587032"/>
        <a:ext cx="2444055" cy="1466433"/>
      </dsp:txXfrm>
    </dsp:sp>
    <dsp:sp modelId="{012111D6-1EAE-4F0D-A07C-28F73EEB7AA5}">
      <dsp:nvSpPr>
        <dsp:cNvPr id="0" name=""/>
        <dsp:cNvSpPr/>
      </dsp:nvSpPr>
      <dsp:spPr>
        <a:xfrm>
          <a:off x="3080" y="2297871"/>
          <a:ext cx="2444055" cy="1466433"/>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ae,e′: coding coefficients from a finite field</a:t>
          </a:r>
        </a:p>
      </dsp:txBody>
      <dsp:txXfrm>
        <a:off x="3080" y="2297871"/>
        <a:ext cx="2444055" cy="1466433"/>
      </dsp:txXfrm>
    </dsp:sp>
    <dsp:sp modelId="{93253BDD-58A5-42BA-B6E7-6E2122C771A9}">
      <dsp:nvSpPr>
        <dsp:cNvPr id="0" name=""/>
        <dsp:cNvSpPr/>
      </dsp:nvSpPr>
      <dsp:spPr>
        <a:xfrm>
          <a:off x="2691541" y="2297871"/>
          <a:ext cx="2444055" cy="146643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Finite Field Operation:</a:t>
          </a:r>
          <a:r>
            <a:rPr lang="en-US" sz="1500" kern="1200"/>
            <a:t>Usually on GF(2^m).</a:t>
          </a:r>
        </a:p>
      </dsp:txBody>
      <dsp:txXfrm>
        <a:off x="2691541" y="2297871"/>
        <a:ext cx="2444055" cy="1466433"/>
      </dsp:txXfrm>
    </dsp:sp>
    <dsp:sp modelId="{3F273987-C6EE-41EB-9BDB-83D43AB8E0A6}">
      <dsp:nvSpPr>
        <dsp:cNvPr id="0" name=""/>
        <dsp:cNvSpPr/>
      </dsp:nvSpPr>
      <dsp:spPr>
        <a:xfrm>
          <a:off x="5380002" y="2297871"/>
          <a:ext cx="2444055" cy="1466433"/>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Operations performed modulo an irreducible polynomial.</a:t>
          </a:r>
        </a:p>
      </dsp:txBody>
      <dsp:txXfrm>
        <a:off x="5380002" y="2297871"/>
        <a:ext cx="2444055" cy="1466433"/>
      </dsp:txXfrm>
    </dsp:sp>
    <dsp:sp modelId="{4CF52597-1359-430F-B41B-4642AB439DB1}">
      <dsp:nvSpPr>
        <dsp:cNvPr id="0" name=""/>
        <dsp:cNvSpPr/>
      </dsp:nvSpPr>
      <dsp:spPr>
        <a:xfrm>
          <a:off x="8068463" y="2297871"/>
          <a:ext cx="2444055" cy="1466433"/>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Ensures reversibility and original information recovery.</a:t>
          </a:r>
        </a:p>
      </dsp:txBody>
      <dsp:txXfrm>
        <a:off x="8068463" y="2297871"/>
        <a:ext cx="2444055" cy="146643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A16A7-2A12-48F3-92D7-966B96A6E257}">
      <dsp:nvSpPr>
        <dsp:cNvPr id="0" name=""/>
        <dsp:cNvSpPr/>
      </dsp:nvSpPr>
      <dsp:spPr>
        <a:xfrm>
          <a:off x="582645" y="1178"/>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Random Linear Network Coding (RLNC):</a:t>
          </a:r>
          <a:r>
            <a:rPr lang="en-US" sz="1600" kern="1200"/>
            <a:t>Most widely studied form.</a:t>
          </a:r>
        </a:p>
      </dsp:txBody>
      <dsp:txXfrm>
        <a:off x="582645" y="1178"/>
        <a:ext cx="2174490" cy="1304694"/>
      </dsp:txXfrm>
    </dsp:sp>
    <dsp:sp modelId="{B542C1D3-027E-43A4-A2CA-5FD1B85177D2}">
      <dsp:nvSpPr>
        <dsp:cNvPr id="0" name=""/>
        <dsp:cNvSpPr/>
      </dsp:nvSpPr>
      <dsp:spPr>
        <a:xfrm>
          <a:off x="2974584" y="1178"/>
          <a:ext cx="2174490" cy="130469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Coding coefficients chosen randomly from a finite region.</a:t>
          </a:r>
        </a:p>
      </dsp:txBody>
      <dsp:txXfrm>
        <a:off x="2974584" y="1178"/>
        <a:ext cx="2174490" cy="1304694"/>
      </dsp:txXfrm>
    </dsp:sp>
    <dsp:sp modelId="{145A56CD-D1AD-4D3A-BF13-D783635F49D4}">
      <dsp:nvSpPr>
        <dsp:cNvPr id="0" name=""/>
        <dsp:cNvSpPr/>
      </dsp:nvSpPr>
      <dsp:spPr>
        <a:xfrm>
          <a:off x="5366524" y="1178"/>
          <a:ext cx="2174490" cy="130469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Major Benefits:Distributed Implementation:</a:t>
          </a:r>
          <a:r>
            <a:rPr lang="en-US" sz="1600" kern="1200"/>
            <a:t> No centralized coordination needed.</a:t>
          </a:r>
        </a:p>
      </dsp:txBody>
      <dsp:txXfrm>
        <a:off x="5366524" y="1178"/>
        <a:ext cx="2174490" cy="1304694"/>
      </dsp:txXfrm>
    </dsp:sp>
    <dsp:sp modelId="{238284E3-B02B-45CD-ABE6-C60B7A08C9D1}">
      <dsp:nvSpPr>
        <dsp:cNvPr id="0" name=""/>
        <dsp:cNvSpPr/>
      </dsp:nvSpPr>
      <dsp:spPr>
        <a:xfrm>
          <a:off x="7758464" y="1178"/>
          <a:ext cx="2174490" cy="130469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Adaptability:</a:t>
          </a:r>
          <a:r>
            <a:rPr lang="en-US" sz="1600" kern="1200"/>
            <a:t> Works well with dynamic topologies.</a:t>
          </a:r>
        </a:p>
      </dsp:txBody>
      <dsp:txXfrm>
        <a:off x="7758464" y="1178"/>
        <a:ext cx="2174490" cy="1304694"/>
      </dsp:txXfrm>
    </dsp:sp>
    <dsp:sp modelId="{372F6B9A-D376-48B7-B2AA-D665A7CBB461}">
      <dsp:nvSpPr>
        <dsp:cNvPr id="0" name=""/>
        <dsp:cNvSpPr/>
      </dsp:nvSpPr>
      <dsp:spPr>
        <a:xfrm>
          <a:off x="582645" y="1523321"/>
          <a:ext cx="2174490" cy="1304694"/>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Robustness:</a:t>
          </a:r>
          <a:r>
            <a:rPr lang="en-US" sz="1600" kern="1200"/>
            <a:t> Provides inherent error correction.</a:t>
          </a:r>
        </a:p>
      </dsp:txBody>
      <dsp:txXfrm>
        <a:off x="582645" y="1523321"/>
        <a:ext cx="2174490" cy="1304694"/>
      </dsp:txXfrm>
    </dsp:sp>
    <dsp:sp modelId="{1A9D6638-3571-40BD-B18F-704F0DBD9607}">
      <dsp:nvSpPr>
        <dsp:cNvPr id="0" name=""/>
        <dsp:cNvSpPr/>
      </dsp:nvSpPr>
      <dsp:spPr>
        <a:xfrm>
          <a:off x="2974584" y="1523321"/>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Implementation Details:</a:t>
          </a:r>
          <a:r>
            <a:rPr lang="en-US" sz="1600" kern="1200"/>
            <a:t>Each coded packet contains:Coding vector (linear combination).</a:t>
          </a:r>
        </a:p>
      </dsp:txBody>
      <dsp:txXfrm>
        <a:off x="2974584" y="1523321"/>
        <a:ext cx="2174490" cy="1304694"/>
      </dsp:txXfrm>
    </dsp:sp>
    <dsp:sp modelId="{93F626C1-3FE8-4A39-8128-43B2F5F56C0C}">
      <dsp:nvSpPr>
        <dsp:cNvPr id="0" name=""/>
        <dsp:cNvSpPr/>
      </dsp:nvSpPr>
      <dsp:spPr>
        <a:xfrm>
          <a:off x="5366524" y="1523321"/>
          <a:ext cx="2174490" cy="130469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Payload (actual coded data).</a:t>
          </a:r>
        </a:p>
      </dsp:txBody>
      <dsp:txXfrm>
        <a:off x="5366524" y="1523321"/>
        <a:ext cx="2174490" cy="1304694"/>
      </dsp:txXfrm>
    </dsp:sp>
    <dsp:sp modelId="{53B1E5A5-562C-40E9-99C7-A0A377E6B00D}">
      <dsp:nvSpPr>
        <dsp:cNvPr id="0" name=""/>
        <dsp:cNvSpPr/>
      </dsp:nvSpPr>
      <dsp:spPr>
        <a:xfrm>
          <a:off x="7758464" y="1523321"/>
          <a:ext cx="2174490" cy="130469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Generation identifier (for packet grouping).</a:t>
          </a:r>
        </a:p>
      </dsp:txBody>
      <dsp:txXfrm>
        <a:off x="7758464" y="1523321"/>
        <a:ext cx="2174490" cy="1304694"/>
      </dsp:txXfrm>
    </dsp:sp>
    <dsp:sp modelId="{F84E4502-F999-46C3-BB76-7E41E2CB1D35}">
      <dsp:nvSpPr>
        <dsp:cNvPr id="0" name=""/>
        <dsp:cNvSpPr/>
      </dsp:nvSpPr>
      <dsp:spPr>
        <a:xfrm>
          <a:off x="2974584" y="3045465"/>
          <a:ext cx="2174490" cy="130469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Decoding Process:</a:t>
          </a:r>
          <a:r>
            <a:rPr lang="en-US" sz="1600" kern="1200"/>
            <a:t>Receivers collect linearly independent combinations.</a:t>
          </a:r>
        </a:p>
      </dsp:txBody>
      <dsp:txXfrm>
        <a:off x="2974584" y="3045465"/>
        <a:ext cx="2174490" cy="1304694"/>
      </dsp:txXfrm>
    </dsp:sp>
    <dsp:sp modelId="{A39DE727-3F1A-4870-B9D0-06C6EFFA98F6}">
      <dsp:nvSpPr>
        <dsp:cNvPr id="0" name=""/>
        <dsp:cNvSpPr/>
      </dsp:nvSpPr>
      <dsp:spPr>
        <a:xfrm>
          <a:off x="5366524" y="3045465"/>
          <a:ext cx="2174490" cy="1304694"/>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Solve for original data using Gaussian elimination.</a:t>
          </a:r>
        </a:p>
      </dsp:txBody>
      <dsp:txXfrm>
        <a:off x="5366524" y="3045465"/>
        <a:ext cx="2174490" cy="130469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63671-CD4A-44EE-9283-B0C0A66234F5}">
      <dsp:nvSpPr>
        <dsp:cNvPr id="0" name=""/>
        <dsp:cNvSpPr/>
      </dsp:nvSpPr>
      <dsp:spPr>
        <a:xfrm>
          <a:off x="0" y="697598"/>
          <a:ext cx="10515600" cy="5405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Error Resilience:</a:t>
          </a:r>
          <a:r>
            <a:rPr lang="en-US" sz="2200" kern="1200"/>
            <a:t>NC provides inherent error correction capabilities.</a:t>
          </a:r>
        </a:p>
      </dsp:txBody>
      <dsp:txXfrm>
        <a:off x="26387" y="723985"/>
        <a:ext cx="10462826" cy="487766"/>
      </dsp:txXfrm>
    </dsp:sp>
    <dsp:sp modelId="{6487696E-B276-4F22-B216-623300D72DA5}">
      <dsp:nvSpPr>
        <dsp:cNvPr id="0" name=""/>
        <dsp:cNvSpPr/>
      </dsp:nvSpPr>
      <dsp:spPr>
        <a:xfrm>
          <a:off x="0" y="1301499"/>
          <a:ext cx="10515600" cy="54054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Minimum distance of the code determines error correction.</a:t>
          </a:r>
        </a:p>
      </dsp:txBody>
      <dsp:txXfrm>
        <a:off x="26387" y="1327886"/>
        <a:ext cx="10462826" cy="487766"/>
      </dsp:txXfrm>
    </dsp:sp>
    <dsp:sp modelId="{7C958305-3B4A-46E3-BA23-33782941B75B}">
      <dsp:nvSpPr>
        <dsp:cNvPr id="0" name=""/>
        <dsp:cNvSpPr/>
      </dsp:nvSpPr>
      <dsp:spPr>
        <a:xfrm>
          <a:off x="0" y="1905399"/>
          <a:ext cx="10515600" cy="54054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dmin=minwt(c):c∈C,c≠0</a:t>
          </a:r>
        </a:p>
      </dsp:txBody>
      <dsp:txXfrm>
        <a:off x="26387" y="1931786"/>
        <a:ext cx="10462826" cy="487766"/>
      </dsp:txXfrm>
    </dsp:sp>
    <dsp:sp modelId="{6C45D05F-C5FA-403B-BBD3-1FE3C441A415}">
      <dsp:nvSpPr>
        <dsp:cNvPr id="0" name=""/>
        <dsp:cNvSpPr/>
      </dsp:nvSpPr>
      <dsp:spPr>
        <a:xfrm>
          <a:off x="0" y="2509299"/>
          <a:ext cx="10515600" cy="54054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Packet Loss Recovery:</a:t>
          </a:r>
          <a:r>
            <a:rPr lang="en-US" sz="2200" kern="1200"/>
            <a:t>NC can recover from packet losses without retransmissions.</a:t>
          </a:r>
        </a:p>
      </dsp:txBody>
      <dsp:txXfrm>
        <a:off x="26387" y="2535686"/>
        <a:ext cx="10462826" cy="487766"/>
      </dsp:txXfrm>
    </dsp:sp>
    <dsp:sp modelId="{8DFF94B7-D3EE-47F2-BCDB-592359ACB5BA}">
      <dsp:nvSpPr>
        <dsp:cNvPr id="0" name=""/>
        <dsp:cNvSpPr/>
      </dsp:nvSpPr>
      <dsp:spPr>
        <a:xfrm>
          <a:off x="0" y="3113199"/>
          <a:ext cx="10515600" cy="54054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Requires sufficient coded packets to be received.</a:t>
          </a:r>
        </a:p>
      </dsp:txBody>
      <dsp:txXfrm>
        <a:off x="26387" y="3139586"/>
        <a:ext cx="10462826" cy="48776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2C20DF-5A49-4592-84DA-84AE4A0BF27E}">
      <dsp:nvSpPr>
        <dsp:cNvPr id="0" name=""/>
        <dsp:cNvSpPr/>
      </dsp:nvSpPr>
      <dsp:spPr>
        <a:xfrm>
          <a:off x="367378" y="205"/>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Multicast/Broadcast Services:</a:t>
          </a:r>
        </a:p>
      </dsp:txBody>
      <dsp:txXfrm>
        <a:off x="367378" y="205"/>
        <a:ext cx="2274614" cy="1364768"/>
      </dsp:txXfrm>
    </dsp:sp>
    <dsp:sp modelId="{A5BC1763-407E-40BC-92EC-AAD00BAE5127}">
      <dsp:nvSpPr>
        <dsp:cNvPr id="0" name=""/>
        <dsp:cNvSpPr/>
      </dsp:nvSpPr>
      <dsp:spPr>
        <a:xfrm>
          <a:off x="2869454" y="205"/>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Significantly improves efficiency in cellular multicast.</a:t>
          </a:r>
        </a:p>
      </dsp:txBody>
      <dsp:txXfrm>
        <a:off x="2869454" y="205"/>
        <a:ext cx="2274614" cy="1364768"/>
      </dsp:txXfrm>
    </dsp:sp>
    <dsp:sp modelId="{4D837835-3189-421F-B973-E4A47A081B79}">
      <dsp:nvSpPr>
        <dsp:cNvPr id="0" name=""/>
        <dsp:cNvSpPr/>
      </dsp:nvSpPr>
      <dsp:spPr>
        <a:xfrm>
          <a:off x="5371530" y="205"/>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Examples: Mobile TV Broadcasting, Software Updates, Content Distribution.</a:t>
          </a:r>
        </a:p>
      </dsp:txBody>
      <dsp:txXfrm>
        <a:off x="5371530" y="205"/>
        <a:ext cx="2274614" cy="1364768"/>
      </dsp:txXfrm>
    </dsp:sp>
    <dsp:sp modelId="{FC2774B7-5B93-415B-A5F0-ED95C62C38E3}">
      <dsp:nvSpPr>
        <dsp:cNvPr id="0" name=""/>
        <dsp:cNvSpPr/>
      </dsp:nvSpPr>
      <dsp:spPr>
        <a:xfrm>
          <a:off x="7873606" y="205"/>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Implementation in LTE/5G:</a:t>
          </a:r>
        </a:p>
      </dsp:txBody>
      <dsp:txXfrm>
        <a:off x="7873606" y="205"/>
        <a:ext cx="2274614" cy="1364768"/>
      </dsp:txXfrm>
    </dsp:sp>
    <dsp:sp modelId="{DC2364EC-0FD4-4673-97B1-17FF9EC403E3}">
      <dsp:nvSpPr>
        <dsp:cNvPr id="0" name=""/>
        <dsp:cNvSpPr/>
      </dsp:nvSpPr>
      <dsp:spPr>
        <a:xfrm>
          <a:off x="367378" y="1592436"/>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eMBMS: Uses NC for efficient multicast.</a:t>
          </a:r>
        </a:p>
      </dsp:txBody>
      <dsp:txXfrm>
        <a:off x="367378" y="1592436"/>
        <a:ext cx="2274614" cy="1364768"/>
      </dsp:txXfrm>
    </dsp:sp>
    <dsp:sp modelId="{BEFAACE3-E837-47C9-9A14-3447CE908381}">
      <dsp:nvSpPr>
        <dsp:cNvPr id="0" name=""/>
        <dsp:cNvSpPr/>
      </dsp:nvSpPr>
      <dsp:spPr>
        <a:xfrm>
          <a:off x="2869454" y="1592436"/>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Coordinated Multipoint (CoMP): NC enhances cooperation between base stations.</a:t>
          </a:r>
        </a:p>
      </dsp:txBody>
      <dsp:txXfrm>
        <a:off x="2869454" y="1592436"/>
        <a:ext cx="2274614" cy="1364768"/>
      </dsp:txXfrm>
    </dsp:sp>
    <dsp:sp modelId="{4FE95C93-F8BC-43F7-944C-73BD4D8A1CA8}">
      <dsp:nvSpPr>
        <dsp:cNvPr id="0" name=""/>
        <dsp:cNvSpPr/>
      </dsp:nvSpPr>
      <dsp:spPr>
        <a:xfrm>
          <a:off x="5371530" y="1592436"/>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Device-to-Device (D2D) Communication: Coding improves relay efficiency.</a:t>
          </a:r>
        </a:p>
      </dsp:txBody>
      <dsp:txXfrm>
        <a:off x="5371530" y="1592436"/>
        <a:ext cx="2274614" cy="1364768"/>
      </dsp:txXfrm>
    </dsp:sp>
    <dsp:sp modelId="{21C17937-E243-487B-8ED4-AA7D8F58DD8C}">
      <dsp:nvSpPr>
        <dsp:cNvPr id="0" name=""/>
        <dsp:cNvSpPr/>
      </dsp:nvSpPr>
      <dsp:spPr>
        <a:xfrm>
          <a:off x="7873606" y="1592436"/>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Performance Gains:</a:t>
          </a:r>
        </a:p>
      </dsp:txBody>
      <dsp:txXfrm>
        <a:off x="7873606" y="1592436"/>
        <a:ext cx="2274614" cy="1364768"/>
      </dsp:txXfrm>
    </dsp:sp>
    <dsp:sp modelId="{458DCFA5-7375-4C98-B71F-0837DA839FB0}">
      <dsp:nvSpPr>
        <dsp:cNvPr id="0" name=""/>
        <dsp:cNvSpPr/>
      </dsp:nvSpPr>
      <dsp:spPr>
        <a:xfrm>
          <a:off x="2869454" y="3184666"/>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2-3x improvement in multicast efficiency.</a:t>
          </a:r>
        </a:p>
      </dsp:txBody>
      <dsp:txXfrm>
        <a:off x="2869454" y="3184666"/>
        <a:ext cx="2274614" cy="1364768"/>
      </dsp:txXfrm>
    </dsp:sp>
    <dsp:sp modelId="{4FA727D6-DF4A-4F8E-A2F0-AE27EF4DC29D}">
      <dsp:nvSpPr>
        <dsp:cNvPr id="0" name=""/>
        <dsp:cNvSpPr/>
      </dsp:nvSpPr>
      <dsp:spPr>
        <a:xfrm>
          <a:off x="5371530" y="3184666"/>
          <a:ext cx="2274614" cy="13647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30-40% reduction in transmission power.</a:t>
          </a:r>
        </a:p>
      </dsp:txBody>
      <dsp:txXfrm>
        <a:off x="5371530" y="3184666"/>
        <a:ext cx="2274614" cy="136476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AB9692-F520-4A34-A03D-A4FCA462CD3F}">
      <dsp:nvSpPr>
        <dsp:cNvPr id="0" name=""/>
        <dsp:cNvSpPr/>
      </dsp:nvSpPr>
      <dsp:spPr>
        <a:xfrm>
          <a:off x="0" y="39687"/>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Practical Implementation Process:Synchronization:</a:t>
          </a:r>
          <a:r>
            <a:rPr lang="en-US" sz="1500" kern="1200"/>
            <a:t> Generation boundaries, timing synchronization, buffer management.</a:t>
          </a:r>
        </a:p>
      </dsp:txBody>
      <dsp:txXfrm>
        <a:off x="0" y="39687"/>
        <a:ext cx="3286125" cy="1971675"/>
      </dsp:txXfrm>
    </dsp:sp>
    <dsp:sp modelId="{7C8BDB4D-D8E4-46E1-B592-B074457990DD}">
      <dsp:nvSpPr>
        <dsp:cNvPr id="0" name=""/>
        <dsp:cNvSpPr/>
      </dsp:nvSpPr>
      <dsp:spPr>
        <a:xfrm>
          <a:off x="3614737" y="39687"/>
          <a:ext cx="3286125" cy="1971675"/>
        </a:xfrm>
        <a:prstGeom prst="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Security Concerns:Pollution Attacks:</a:t>
          </a:r>
          <a:r>
            <a:rPr lang="en-US" sz="1500" kern="1200"/>
            <a:t> Malicious nodes injecting corrupted packets.</a:t>
          </a:r>
        </a:p>
      </dsp:txBody>
      <dsp:txXfrm>
        <a:off x="3614737" y="39687"/>
        <a:ext cx="3286125" cy="1971675"/>
      </dsp:txXfrm>
    </dsp:sp>
    <dsp:sp modelId="{42EB21E1-2E88-4598-BAB1-2105853119D2}">
      <dsp:nvSpPr>
        <dsp:cNvPr id="0" name=""/>
        <dsp:cNvSpPr/>
      </dsp:nvSpPr>
      <dsp:spPr>
        <a:xfrm>
          <a:off x="7229475" y="39687"/>
          <a:ext cx="3286125" cy="1971675"/>
        </a:xfrm>
        <a:prstGeom prst="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Eavesdropping:</a:t>
          </a:r>
          <a:r>
            <a:rPr lang="en-US" sz="1500" kern="1200"/>
            <a:t> Increased vulnerability to passive attacks.</a:t>
          </a:r>
        </a:p>
      </dsp:txBody>
      <dsp:txXfrm>
        <a:off x="7229475" y="39687"/>
        <a:ext cx="3286125" cy="1971675"/>
      </dsp:txXfrm>
    </dsp:sp>
    <dsp:sp modelId="{CDFFF3CA-AE6E-44E0-B208-8198464B3396}">
      <dsp:nvSpPr>
        <dsp:cNvPr id="0" name=""/>
        <dsp:cNvSpPr/>
      </dsp:nvSpPr>
      <dsp:spPr>
        <a:xfrm>
          <a:off x="1807368" y="2339975"/>
          <a:ext cx="3286125" cy="1971675"/>
        </a:xfrm>
        <a:prstGeom prst="rect">
          <a:avLst/>
        </a:prstGeom>
        <a:gradFill rotWithShape="0">
          <a:gsLst>
            <a:gs pos="0">
              <a:schemeClr val="accent2">
                <a:hueOff val="4832710"/>
                <a:satOff val="-13870"/>
                <a:lumOff val="-22207"/>
                <a:alphaOff val="0"/>
                <a:satMod val="103000"/>
                <a:lumMod val="102000"/>
                <a:tint val="94000"/>
              </a:schemeClr>
            </a:gs>
            <a:gs pos="50000">
              <a:schemeClr val="accent2">
                <a:hueOff val="4832710"/>
                <a:satOff val="-13870"/>
                <a:lumOff val="-22207"/>
                <a:alphaOff val="0"/>
                <a:satMod val="110000"/>
                <a:lumMod val="100000"/>
                <a:shade val="100000"/>
              </a:schemeClr>
            </a:gs>
            <a:gs pos="100000">
              <a:schemeClr val="accent2">
                <a:hueOff val="4832710"/>
                <a:satOff val="-13870"/>
                <a:lumOff val="-222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Byzantine Behavior:</a:t>
          </a:r>
          <a:r>
            <a:rPr lang="en-US" sz="1500" kern="1200"/>
            <a:t> Dealing with malicious coding operations.</a:t>
          </a:r>
        </a:p>
      </dsp:txBody>
      <dsp:txXfrm>
        <a:off x="1807368" y="2339975"/>
        <a:ext cx="3286125" cy="1971675"/>
      </dsp:txXfrm>
    </dsp:sp>
    <dsp:sp modelId="{2E30B3A1-E0A8-4675-A324-2865DB7DCEEC}">
      <dsp:nvSpPr>
        <dsp:cNvPr id="0" name=""/>
        <dsp:cNvSpPr/>
      </dsp:nvSpPr>
      <dsp:spPr>
        <a:xfrm>
          <a:off x="5422106" y="2339975"/>
          <a:ext cx="3286125" cy="1971675"/>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Standardization Issues:</a:t>
          </a:r>
          <a:r>
            <a:rPr lang="en-US" sz="1500" kern="1200"/>
            <a:t> Protocol Integration, Interoperability, Backward Compatibility.</a:t>
          </a:r>
        </a:p>
      </dsp:txBody>
      <dsp:txXfrm>
        <a:off x="5422106" y="2339975"/>
        <a:ext cx="3286125" cy="197167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F22BDB-A6B2-41D8-9D1E-2A784235A4A7}">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2848"/>
        <a:ext cx="34897" cy="6979"/>
      </dsp:txXfrm>
    </dsp:sp>
    <dsp:sp modelId="{EEE87579-5760-4F14-A60A-70B6557C8165}">
      <dsp:nvSpPr>
        <dsp:cNvPr id="0" name=""/>
        <dsp:cNvSpPr/>
      </dsp:nvSpPr>
      <dsp:spPr>
        <a:xfrm>
          <a:off x="8061" y="5979"/>
          <a:ext cx="3034531" cy="182071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US" sz="1500" b="1" kern="1200"/>
            <a:t>Machine Learning Integration:AI-Enabled Network Coding:</a:t>
          </a:r>
          <a:r>
            <a:rPr lang="en-US" sz="1500" kern="1200"/>
            <a:t>Deep Learning for Code Design (Neural Networks, Reinforcement Learning).</a:t>
          </a:r>
        </a:p>
      </dsp:txBody>
      <dsp:txXfrm>
        <a:off x="8061" y="5979"/>
        <a:ext cx="3034531" cy="1820718"/>
      </dsp:txXfrm>
    </dsp:sp>
    <dsp:sp modelId="{EF5EA6F6-708A-4C41-8C8B-341E5CFEE316}">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12700" cap="flat" cmpd="sng" algn="ctr">
          <a:solidFill>
            <a:schemeClr val="accent5">
              <a:hueOff val="-3038037"/>
              <a:satOff val="-207"/>
              <a:lumOff val="4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2848"/>
        <a:ext cx="34897" cy="6979"/>
      </dsp:txXfrm>
    </dsp:sp>
    <dsp:sp modelId="{AD4CEACB-66FA-4323-A302-3B9D83ED0700}">
      <dsp:nvSpPr>
        <dsp:cNvPr id="0" name=""/>
        <dsp:cNvSpPr/>
      </dsp:nvSpPr>
      <dsp:spPr>
        <a:xfrm>
          <a:off x="3740534" y="5979"/>
          <a:ext cx="3034531" cy="1820718"/>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US" sz="1500" kern="1200"/>
            <a:t>Federated Learning for distributed learning.</a:t>
          </a:r>
        </a:p>
      </dsp:txBody>
      <dsp:txXfrm>
        <a:off x="3740534" y="5979"/>
        <a:ext cx="3034531" cy="1820718"/>
      </dsp:txXfrm>
    </dsp:sp>
    <dsp:sp modelId="{79120D20-95F6-4657-9DA7-29AB679DA6EF}">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12700" cap="flat" cmpd="sng" algn="ctr">
          <a:solidFill>
            <a:schemeClr val="accent5">
              <a:hueOff val="-6076075"/>
              <a:satOff val="-413"/>
              <a:lumOff val="9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079"/>
        <a:ext cx="374875" cy="6979"/>
      </dsp:txXfrm>
    </dsp:sp>
    <dsp:sp modelId="{AC1D39E0-B247-4732-8253-9822B409C1A4}">
      <dsp:nvSpPr>
        <dsp:cNvPr id="0" name=""/>
        <dsp:cNvSpPr/>
      </dsp:nvSpPr>
      <dsp:spPr>
        <a:xfrm>
          <a:off x="7473007" y="5979"/>
          <a:ext cx="3034531" cy="1820718"/>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US" sz="1500" b="1" kern="1200"/>
            <a:t>Intelligent Resource Allocation:</a:t>
          </a:r>
          <a:r>
            <a:rPr lang="en-US" sz="1500" kern="1200"/>
            <a:t> Predictive Coding, Dynamic Adaptation, Traffic Prediction.</a:t>
          </a:r>
        </a:p>
      </dsp:txBody>
      <dsp:txXfrm>
        <a:off x="7473007" y="5979"/>
        <a:ext cx="3034531" cy="1820718"/>
      </dsp:txXfrm>
    </dsp:sp>
    <dsp:sp modelId="{1B4D5777-7947-42C6-94E7-09BF5ED33A26}">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5">
              <a:hueOff val="-9114112"/>
              <a:satOff val="-620"/>
              <a:lumOff val="1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1509"/>
        <a:ext cx="34897" cy="6979"/>
      </dsp:txXfrm>
    </dsp:sp>
    <dsp:sp modelId="{4431949E-E284-4BBB-9C13-C1B80180F30A}">
      <dsp:nvSpPr>
        <dsp:cNvPr id="0" name=""/>
        <dsp:cNvSpPr/>
      </dsp:nvSpPr>
      <dsp:spPr>
        <a:xfrm>
          <a:off x="8061" y="2524640"/>
          <a:ext cx="3034531" cy="1820718"/>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US" sz="1500" b="1" kern="1200"/>
            <a:t>Performance Improvements:</a:t>
          </a:r>
          <a:r>
            <a:rPr lang="en-US" sz="1500" kern="1200"/>
            <a:t> 20-30% throughput, 40% delay reduction.</a:t>
          </a:r>
        </a:p>
      </dsp:txBody>
      <dsp:txXfrm>
        <a:off x="8061" y="2524640"/>
        <a:ext cx="3034531" cy="1820718"/>
      </dsp:txXfrm>
    </dsp:sp>
    <dsp:sp modelId="{4A31D633-5412-4DED-9D35-05E2C9E48AAD}">
      <dsp:nvSpPr>
        <dsp:cNvPr id="0" name=""/>
        <dsp:cNvSpPr/>
      </dsp:nvSpPr>
      <dsp:spPr>
        <a:xfrm>
          <a:off x="6773265" y="3389279"/>
          <a:ext cx="667342" cy="91440"/>
        </a:xfrm>
        <a:custGeom>
          <a:avLst/>
          <a:gdLst/>
          <a:ahLst/>
          <a:cxnLst/>
          <a:rect l="0" t="0" r="0" b="0"/>
          <a:pathLst>
            <a:path>
              <a:moveTo>
                <a:pt x="0" y="45720"/>
              </a:moveTo>
              <a:lnTo>
                <a:pt x="667342"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3431509"/>
        <a:ext cx="34897" cy="6979"/>
      </dsp:txXfrm>
    </dsp:sp>
    <dsp:sp modelId="{85E9CAAF-0CFA-41C3-9C2B-46563D52A806}">
      <dsp:nvSpPr>
        <dsp:cNvPr id="0" name=""/>
        <dsp:cNvSpPr/>
      </dsp:nvSpPr>
      <dsp:spPr>
        <a:xfrm>
          <a:off x="3740534" y="2524640"/>
          <a:ext cx="3034531" cy="1820718"/>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US" sz="1500" b="1" kern="1200"/>
            <a:t>Quantum Network Coding:Quantum Information Theory:</a:t>
          </a:r>
          <a:r>
            <a:rPr lang="en-US" sz="1500" kern="1200"/>
            <a:t> Extending NC to quantum systems.Quantum Entanglement, Quantum Error Correction, Quantum Communication Networks.</a:t>
          </a:r>
        </a:p>
      </dsp:txBody>
      <dsp:txXfrm>
        <a:off x="3740534" y="2524640"/>
        <a:ext cx="3034531" cy="1820718"/>
      </dsp:txXfrm>
    </dsp:sp>
    <dsp:sp modelId="{C0EBAF42-6567-48A6-9F1E-C4345EB3E6DA}">
      <dsp:nvSpPr>
        <dsp:cNvPr id="0" name=""/>
        <dsp:cNvSpPr/>
      </dsp:nvSpPr>
      <dsp:spPr>
        <a:xfrm>
          <a:off x="7473007" y="2524640"/>
          <a:ext cx="3034531" cy="1820718"/>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US" sz="1500" b="1" kern="1200"/>
            <a:t>Potential Applications:</a:t>
          </a:r>
          <a:r>
            <a:rPr lang="en-US" sz="1500" kern="1200"/>
            <a:t> Quantum Internet, Quantum Cryptography, Quantum Sensing.</a:t>
          </a:r>
        </a:p>
      </dsp:txBody>
      <dsp:txXfrm>
        <a:off x="7473007" y="2524640"/>
        <a:ext cx="3034531" cy="182071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C83501-5A94-4056-A878-B15F3208815C}">
      <dsp:nvSpPr>
        <dsp:cNvPr id="0" name=""/>
        <dsp:cNvSpPr/>
      </dsp:nvSpPr>
      <dsp:spPr>
        <a:xfrm>
          <a:off x="0" y="2124"/>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DE05D0-58AD-44CE-B6E0-B4A03E98D9ED}">
      <dsp:nvSpPr>
        <dsp:cNvPr id="0" name=""/>
        <dsp:cNvSpPr/>
      </dsp:nvSpPr>
      <dsp:spPr>
        <a:xfrm>
          <a:off x="0" y="212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Fragouli, C., &amp; Soljanin, E. (2007). Network coding fundamentals. Foundations and Trends in Networking, 2(1), 1-133. </a:t>
          </a:r>
        </a:p>
      </dsp:txBody>
      <dsp:txXfrm>
        <a:off x="0" y="2124"/>
        <a:ext cx="10515600" cy="724514"/>
      </dsp:txXfrm>
    </dsp:sp>
    <dsp:sp modelId="{8D1CEAC8-720B-4A67-8BB7-3D993CBE03FF}">
      <dsp:nvSpPr>
        <dsp:cNvPr id="0" name=""/>
        <dsp:cNvSpPr/>
      </dsp:nvSpPr>
      <dsp:spPr>
        <a:xfrm>
          <a:off x="0" y="726639"/>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8093B1-2EED-4651-AA85-EB704EAA4A1C}">
      <dsp:nvSpPr>
        <dsp:cNvPr id="0" name=""/>
        <dsp:cNvSpPr/>
      </dsp:nvSpPr>
      <dsp:spPr>
        <a:xfrm>
          <a:off x="0" y="72663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Ho, T., Médard, M., Koetter, R., Karger, D. R., Effros, M., Shi, J., &amp; Leong, B. (2006). A random linear network coding approach to multicast. IEEE Transactions on Information Theory, 52(10), 4413-4430. </a:t>
          </a:r>
        </a:p>
      </dsp:txBody>
      <dsp:txXfrm>
        <a:off x="0" y="726639"/>
        <a:ext cx="10515600" cy="724514"/>
      </dsp:txXfrm>
    </dsp:sp>
    <dsp:sp modelId="{068AE817-7AFC-40E9-BB5A-EBCCF82EFE4F}">
      <dsp:nvSpPr>
        <dsp:cNvPr id="0" name=""/>
        <dsp:cNvSpPr/>
      </dsp:nvSpPr>
      <dsp:spPr>
        <a:xfrm>
          <a:off x="0" y="1451154"/>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138157-FF5E-4E64-A571-5DBB442C745A}">
      <dsp:nvSpPr>
        <dsp:cNvPr id="0" name=""/>
        <dsp:cNvSpPr/>
      </dsp:nvSpPr>
      <dsp:spPr>
        <a:xfrm>
          <a:off x="0" y="145115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Kschischang, F. R., &amp; Romo, S. (2007). Coding for errors and erasures in random network coding. IEEE Transactions on Information Theory, 54(8), 3579-3591. </a:t>
          </a:r>
        </a:p>
      </dsp:txBody>
      <dsp:txXfrm>
        <a:off x="0" y="1451154"/>
        <a:ext cx="10515600" cy="724514"/>
      </dsp:txXfrm>
    </dsp:sp>
    <dsp:sp modelId="{72A1DCC9-3DD3-4B10-8391-F1EC883925DD}">
      <dsp:nvSpPr>
        <dsp:cNvPr id="0" name=""/>
        <dsp:cNvSpPr/>
      </dsp:nvSpPr>
      <dsp:spPr>
        <a:xfrm>
          <a:off x="0" y="2175669"/>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5666F9-3249-4B80-9BD5-1B03F2EE64C5}">
      <dsp:nvSpPr>
        <dsp:cNvPr id="0" name=""/>
        <dsp:cNvSpPr/>
      </dsp:nvSpPr>
      <dsp:spPr>
        <a:xfrm>
          <a:off x="0" y="217566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Chachulski, S., Jennings, M., Katti, S., &amp; Katabi, D. (2007). Trading structure for randomness in wireless opportunistic routing. ACM SIGCOMM Computer Communication Review, 37(4), 169-180. </a:t>
          </a:r>
        </a:p>
      </dsp:txBody>
      <dsp:txXfrm>
        <a:off x="0" y="2175669"/>
        <a:ext cx="10515600" cy="724514"/>
      </dsp:txXfrm>
    </dsp:sp>
    <dsp:sp modelId="{DDE90A9E-FEAE-4493-9C85-9FCF3FB43DDD}">
      <dsp:nvSpPr>
        <dsp:cNvPr id="0" name=""/>
        <dsp:cNvSpPr/>
      </dsp:nvSpPr>
      <dsp:spPr>
        <a:xfrm>
          <a:off x="0" y="2900183"/>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8D8427-4E40-4488-840F-75E3813EFEE3}">
      <dsp:nvSpPr>
        <dsp:cNvPr id="0" name=""/>
        <dsp:cNvSpPr/>
      </dsp:nvSpPr>
      <dsp:spPr>
        <a:xfrm>
          <a:off x="0" y="2900183"/>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Nazer, B., &amp; Gastpar, M. (2011). Compute-and-forward: Harnessing interference through structured codes. IEEE Transactions on Information Theory, 57(10), 6463-6486. </a:t>
          </a:r>
        </a:p>
      </dsp:txBody>
      <dsp:txXfrm>
        <a:off x="0" y="2900183"/>
        <a:ext cx="10515600" cy="724514"/>
      </dsp:txXfrm>
    </dsp:sp>
    <dsp:sp modelId="{04275BAD-0F87-47F2-AF08-D54BBB401B86}">
      <dsp:nvSpPr>
        <dsp:cNvPr id="0" name=""/>
        <dsp:cNvSpPr/>
      </dsp:nvSpPr>
      <dsp:spPr>
        <a:xfrm>
          <a:off x="0" y="3624698"/>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094108-6F1F-4039-B8E7-784271397010}">
      <dsp:nvSpPr>
        <dsp:cNvPr id="0" name=""/>
        <dsp:cNvSpPr/>
      </dsp:nvSpPr>
      <dsp:spPr>
        <a:xfrm>
          <a:off x="0" y="3624698"/>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Lucani, D. E., Médard, M., &amp; Stojanovic, M. (2010). Systematic network coding for time-division duplexing. IEEE Transactions on Communications, 58(8), 2321-2331. </a:t>
          </a:r>
        </a:p>
      </dsp:txBody>
      <dsp:txXfrm>
        <a:off x="0" y="3624698"/>
        <a:ext cx="10515600" cy="72451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9A527-0716-482F-A795-B4DDCB2FD40F}" type="datetimeFigureOut">
              <a:rPr lang="en-US" smtClean="0"/>
              <a:t>13-Jul-25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1BEF02-A266-4399-91BB-7AB78D49324C}" type="slidenum">
              <a:rPr lang="en-US" smtClean="0"/>
              <a:t>‹#›</a:t>
            </a:fld>
            <a:endParaRPr lang="en-US"/>
          </a:p>
        </p:txBody>
      </p:sp>
    </p:spTree>
    <p:extLst>
      <p:ext uri="{BB962C8B-B14F-4D97-AF65-F5344CB8AC3E}">
        <p14:creationId xmlns:p14="http://schemas.microsoft.com/office/powerpoint/2010/main" val="3934085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C9035-0F4B-72DC-55FF-771A1506FF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478E1F-AF30-B63D-67D5-944E5FBF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66FF23-4716-BB90-3882-D8A8744F8644}"/>
              </a:ext>
            </a:extLst>
          </p:cNvPr>
          <p:cNvSpPr>
            <a:spLocks noGrp="1"/>
          </p:cNvSpPr>
          <p:nvPr>
            <p:ph type="dt" sz="half" idx="10"/>
          </p:nvPr>
        </p:nvSpPr>
        <p:spPr/>
        <p:txBody>
          <a:bodyPr/>
          <a:lstStyle/>
          <a:p>
            <a:fld id="{DA426BED-D927-4EAF-89A4-A4BE1FD0FB7F}" type="datetime1">
              <a:rPr lang="en-US" smtClean="0"/>
              <a:t>13-Jul-25</a:t>
            </a:fld>
            <a:endParaRPr lang="en-US"/>
          </a:p>
        </p:txBody>
      </p:sp>
      <p:sp>
        <p:nvSpPr>
          <p:cNvPr id="5" name="Footer Placeholder 4">
            <a:extLst>
              <a:ext uri="{FF2B5EF4-FFF2-40B4-BE49-F238E27FC236}">
                <a16:creationId xmlns:a16="http://schemas.microsoft.com/office/drawing/2014/main" id="{3930E230-17B8-5B75-F9DE-51DD38B3F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D117EC-C9FA-81E1-569A-E89CB0968778}"/>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3322802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5F3A-6CB7-270F-5F97-F6366022C6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A40026-2A5D-F3E9-D8E6-E124D10321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1A4EE2-9EF0-37A3-3D26-B6C0A9F5086F}"/>
              </a:ext>
            </a:extLst>
          </p:cNvPr>
          <p:cNvSpPr>
            <a:spLocks noGrp="1"/>
          </p:cNvSpPr>
          <p:nvPr>
            <p:ph type="dt" sz="half" idx="10"/>
          </p:nvPr>
        </p:nvSpPr>
        <p:spPr/>
        <p:txBody>
          <a:bodyPr/>
          <a:lstStyle/>
          <a:p>
            <a:fld id="{526D74C5-03B7-4ED0-8483-17FF66B6DA39}" type="datetime1">
              <a:rPr lang="en-US" smtClean="0"/>
              <a:t>13-Jul-25</a:t>
            </a:fld>
            <a:endParaRPr lang="en-US"/>
          </a:p>
        </p:txBody>
      </p:sp>
      <p:sp>
        <p:nvSpPr>
          <p:cNvPr id="5" name="Footer Placeholder 4">
            <a:extLst>
              <a:ext uri="{FF2B5EF4-FFF2-40B4-BE49-F238E27FC236}">
                <a16:creationId xmlns:a16="http://schemas.microsoft.com/office/drawing/2014/main" id="{0CC7E83E-AA52-6F9C-6241-1D9D058930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C095D-6AC2-E370-32C6-5FC1FD341781}"/>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2305912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07381-842D-F730-0DFD-E8A9306542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4A4259-E4B8-0E9C-07E9-BE5939A3E2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42A2DD-70DD-8591-A152-88F1CF11572C}"/>
              </a:ext>
            </a:extLst>
          </p:cNvPr>
          <p:cNvSpPr>
            <a:spLocks noGrp="1"/>
          </p:cNvSpPr>
          <p:nvPr>
            <p:ph type="dt" sz="half" idx="10"/>
          </p:nvPr>
        </p:nvSpPr>
        <p:spPr/>
        <p:txBody>
          <a:bodyPr/>
          <a:lstStyle/>
          <a:p>
            <a:fld id="{3AF18130-1339-4658-976A-3770CCB0E859}" type="datetime1">
              <a:rPr lang="en-US" smtClean="0"/>
              <a:t>13-Jul-25</a:t>
            </a:fld>
            <a:endParaRPr lang="en-US"/>
          </a:p>
        </p:txBody>
      </p:sp>
      <p:sp>
        <p:nvSpPr>
          <p:cNvPr id="5" name="Footer Placeholder 4">
            <a:extLst>
              <a:ext uri="{FF2B5EF4-FFF2-40B4-BE49-F238E27FC236}">
                <a16:creationId xmlns:a16="http://schemas.microsoft.com/office/drawing/2014/main" id="{2ABB726D-A48D-E6CA-4748-8ED663B469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3FADDE-E640-C35C-3E2C-62D4F193E395}"/>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133902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8D9-1162-8203-DC28-DB8B63FE61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7ACB3D-6894-97B3-5234-9E3FBBC188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53D676-45FA-1F50-5D7A-479718719C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8C0F27-1AA9-DFF3-AF0D-04DBF19846FF}"/>
              </a:ext>
            </a:extLst>
          </p:cNvPr>
          <p:cNvSpPr>
            <a:spLocks noGrp="1"/>
          </p:cNvSpPr>
          <p:nvPr>
            <p:ph type="dt" sz="half" idx="10"/>
          </p:nvPr>
        </p:nvSpPr>
        <p:spPr/>
        <p:txBody>
          <a:bodyPr/>
          <a:lstStyle/>
          <a:p>
            <a:fld id="{8A4FB423-F0B0-4414-B0F9-6FCF0A19A75F}" type="datetime1">
              <a:rPr lang="en-US" smtClean="0"/>
              <a:t>13-Jul-25</a:t>
            </a:fld>
            <a:endParaRPr lang="en-US"/>
          </a:p>
        </p:txBody>
      </p:sp>
      <p:sp>
        <p:nvSpPr>
          <p:cNvPr id="6" name="Footer Placeholder 5">
            <a:extLst>
              <a:ext uri="{FF2B5EF4-FFF2-40B4-BE49-F238E27FC236}">
                <a16:creationId xmlns:a16="http://schemas.microsoft.com/office/drawing/2014/main" id="{5B1451DF-8D51-733C-F388-B43C8095B9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FAF80B-8361-F94F-F898-7A513174919F}"/>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2690188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3E555-1631-951E-2CC3-A476CA3829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7ED321-4D01-BA07-F487-F2FE127F9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A8C19F-E1FE-E9B4-9A80-2D09DA2C6C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069839-19BE-6DF9-D3DA-E3B9F5A0AE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69BA4F-8383-6526-F94D-E5CF04CBB0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76ED8F-B8C2-C8E1-27D1-8410F39D5AE4}"/>
              </a:ext>
            </a:extLst>
          </p:cNvPr>
          <p:cNvSpPr>
            <a:spLocks noGrp="1"/>
          </p:cNvSpPr>
          <p:nvPr>
            <p:ph type="dt" sz="half" idx="10"/>
          </p:nvPr>
        </p:nvSpPr>
        <p:spPr/>
        <p:txBody>
          <a:bodyPr/>
          <a:lstStyle/>
          <a:p>
            <a:fld id="{FCE32795-272E-42B0-92E2-88DF28B5D75F}" type="datetime1">
              <a:rPr lang="en-US" smtClean="0"/>
              <a:t>13-Jul-25</a:t>
            </a:fld>
            <a:endParaRPr lang="en-US"/>
          </a:p>
        </p:txBody>
      </p:sp>
      <p:sp>
        <p:nvSpPr>
          <p:cNvPr id="8" name="Footer Placeholder 7">
            <a:extLst>
              <a:ext uri="{FF2B5EF4-FFF2-40B4-BE49-F238E27FC236}">
                <a16:creationId xmlns:a16="http://schemas.microsoft.com/office/drawing/2014/main" id="{F2BC398C-BCBB-79B7-81DB-FF4E53FFEC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3F2072-13D7-273F-9687-B3A7E23C823D}"/>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4005676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2DDC5-8E70-84ED-BAC6-B4E5F3CABE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FAE268-C165-858D-5BF2-7DE3740B2855}"/>
              </a:ext>
            </a:extLst>
          </p:cNvPr>
          <p:cNvSpPr>
            <a:spLocks noGrp="1"/>
          </p:cNvSpPr>
          <p:nvPr>
            <p:ph type="dt" sz="half" idx="10"/>
          </p:nvPr>
        </p:nvSpPr>
        <p:spPr/>
        <p:txBody>
          <a:bodyPr/>
          <a:lstStyle/>
          <a:p>
            <a:fld id="{C64585AD-829C-4A98-8463-37D35C404143}" type="datetime1">
              <a:rPr lang="en-US" smtClean="0"/>
              <a:t>13-Jul-25</a:t>
            </a:fld>
            <a:endParaRPr lang="en-US"/>
          </a:p>
        </p:txBody>
      </p:sp>
      <p:sp>
        <p:nvSpPr>
          <p:cNvPr id="4" name="Footer Placeholder 3">
            <a:extLst>
              <a:ext uri="{FF2B5EF4-FFF2-40B4-BE49-F238E27FC236}">
                <a16:creationId xmlns:a16="http://schemas.microsoft.com/office/drawing/2014/main" id="{7B8A6B57-CB35-8AA4-3B51-A4970826BA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1028E6-5B90-A28F-C4B0-DD712A288AD0}"/>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3060659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5D284D-E4C1-CC90-1494-433F440C9D8F}"/>
              </a:ext>
            </a:extLst>
          </p:cNvPr>
          <p:cNvSpPr>
            <a:spLocks noGrp="1"/>
          </p:cNvSpPr>
          <p:nvPr>
            <p:ph type="dt" sz="half" idx="10"/>
          </p:nvPr>
        </p:nvSpPr>
        <p:spPr/>
        <p:txBody>
          <a:bodyPr/>
          <a:lstStyle/>
          <a:p>
            <a:fld id="{7A504093-09C5-4372-8A0E-D21B321D1D16}" type="datetime1">
              <a:rPr lang="en-US" smtClean="0"/>
              <a:t>13-Jul-25</a:t>
            </a:fld>
            <a:endParaRPr lang="en-US"/>
          </a:p>
        </p:txBody>
      </p:sp>
      <p:sp>
        <p:nvSpPr>
          <p:cNvPr id="3" name="Footer Placeholder 2">
            <a:extLst>
              <a:ext uri="{FF2B5EF4-FFF2-40B4-BE49-F238E27FC236}">
                <a16:creationId xmlns:a16="http://schemas.microsoft.com/office/drawing/2014/main" id="{31B8B455-9441-1015-5A8F-BEE71ED9D5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FE46BC-7385-DEBE-7BAB-D184B584F470}"/>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3829160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FD16-13E5-46C3-0324-BDAB0EF1EB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A14BAF-9E44-1A9A-E0D5-C533C25F5C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FC89F2-2710-E6E0-AD48-2AA77AC58C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93C357-7144-9EA0-699F-4FF981046A43}"/>
              </a:ext>
            </a:extLst>
          </p:cNvPr>
          <p:cNvSpPr>
            <a:spLocks noGrp="1"/>
          </p:cNvSpPr>
          <p:nvPr>
            <p:ph type="dt" sz="half" idx="10"/>
          </p:nvPr>
        </p:nvSpPr>
        <p:spPr/>
        <p:txBody>
          <a:bodyPr/>
          <a:lstStyle/>
          <a:p>
            <a:fld id="{821DC225-CDCC-491E-8715-114FC1DFBD68}" type="datetime1">
              <a:rPr lang="en-US" smtClean="0"/>
              <a:t>13-Jul-25</a:t>
            </a:fld>
            <a:endParaRPr lang="en-US"/>
          </a:p>
        </p:txBody>
      </p:sp>
      <p:sp>
        <p:nvSpPr>
          <p:cNvPr id="6" name="Footer Placeholder 5">
            <a:extLst>
              <a:ext uri="{FF2B5EF4-FFF2-40B4-BE49-F238E27FC236}">
                <a16:creationId xmlns:a16="http://schemas.microsoft.com/office/drawing/2014/main" id="{62461710-7ACF-688A-5D3E-6904D85376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3DF169-62DD-0B52-BE12-2C2B62CF481B}"/>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4154530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50287-C357-D461-4C47-1E340D97E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6F0FE8-C353-2131-4C44-57B5194D37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CCD3AE-D859-0F46-8D72-FC0A0A07FD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5885B9-D5AD-B41B-5C88-4FADF91BD18A}"/>
              </a:ext>
            </a:extLst>
          </p:cNvPr>
          <p:cNvSpPr>
            <a:spLocks noGrp="1"/>
          </p:cNvSpPr>
          <p:nvPr>
            <p:ph type="dt" sz="half" idx="10"/>
          </p:nvPr>
        </p:nvSpPr>
        <p:spPr/>
        <p:txBody>
          <a:bodyPr/>
          <a:lstStyle/>
          <a:p>
            <a:fld id="{E26A08C1-55AE-4353-8179-EB9E0D1F7737}" type="datetime1">
              <a:rPr lang="en-US" smtClean="0"/>
              <a:t>13-Jul-25</a:t>
            </a:fld>
            <a:endParaRPr lang="en-US"/>
          </a:p>
        </p:txBody>
      </p:sp>
      <p:sp>
        <p:nvSpPr>
          <p:cNvPr id="6" name="Footer Placeholder 5">
            <a:extLst>
              <a:ext uri="{FF2B5EF4-FFF2-40B4-BE49-F238E27FC236}">
                <a16:creationId xmlns:a16="http://schemas.microsoft.com/office/drawing/2014/main" id="{6518B6AD-642E-C1F0-0BC6-1DC84C19A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660E85-9E94-B4A0-8899-89576AA6299B}"/>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2419189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99A6-E75A-2421-ACDB-E4271DCBC0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68D35F-2F3C-4C6B-3FF4-B8FB209D59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92BAA4-5467-EBE2-AA62-8756E384A17E}"/>
              </a:ext>
            </a:extLst>
          </p:cNvPr>
          <p:cNvSpPr>
            <a:spLocks noGrp="1"/>
          </p:cNvSpPr>
          <p:nvPr>
            <p:ph type="dt" sz="half" idx="10"/>
          </p:nvPr>
        </p:nvSpPr>
        <p:spPr/>
        <p:txBody>
          <a:bodyPr/>
          <a:lstStyle/>
          <a:p>
            <a:fld id="{61D823BA-9A6C-4884-819D-4AE0BEC9AAE7}" type="datetime1">
              <a:rPr lang="en-US" smtClean="0"/>
              <a:t>13-Jul-25</a:t>
            </a:fld>
            <a:endParaRPr lang="en-US"/>
          </a:p>
        </p:txBody>
      </p:sp>
      <p:sp>
        <p:nvSpPr>
          <p:cNvPr id="5" name="Footer Placeholder 4">
            <a:extLst>
              <a:ext uri="{FF2B5EF4-FFF2-40B4-BE49-F238E27FC236}">
                <a16:creationId xmlns:a16="http://schemas.microsoft.com/office/drawing/2014/main" id="{28E96946-CA1D-8617-637E-0A12669D8A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A22924-5852-7DFD-4C17-5051F7F48531}"/>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3839299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C99C9F-C4E9-7B7C-EE0C-8CE89DEEFF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0A909C-E612-375A-2BC4-D46FB27BAB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648B9F-3F82-A936-D862-CE86DDBD1F96}"/>
              </a:ext>
            </a:extLst>
          </p:cNvPr>
          <p:cNvSpPr>
            <a:spLocks noGrp="1"/>
          </p:cNvSpPr>
          <p:nvPr>
            <p:ph type="dt" sz="half" idx="10"/>
          </p:nvPr>
        </p:nvSpPr>
        <p:spPr/>
        <p:txBody>
          <a:bodyPr/>
          <a:lstStyle/>
          <a:p>
            <a:fld id="{C4901A77-B555-4386-B705-10CEB0981859}" type="datetime1">
              <a:rPr lang="en-US" smtClean="0"/>
              <a:t>13-Jul-25</a:t>
            </a:fld>
            <a:endParaRPr lang="en-US"/>
          </a:p>
        </p:txBody>
      </p:sp>
      <p:sp>
        <p:nvSpPr>
          <p:cNvPr id="5" name="Footer Placeholder 4">
            <a:extLst>
              <a:ext uri="{FF2B5EF4-FFF2-40B4-BE49-F238E27FC236}">
                <a16:creationId xmlns:a16="http://schemas.microsoft.com/office/drawing/2014/main" id="{896BA475-E4C0-F7E2-2F97-78984BF47B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867455-78F9-ED0A-D2A8-E716A8FA1C01}"/>
              </a:ext>
            </a:extLst>
          </p:cNvPr>
          <p:cNvSpPr>
            <a:spLocks noGrp="1"/>
          </p:cNvSpPr>
          <p:nvPr>
            <p:ph type="sldNum" sz="quarter" idx="12"/>
          </p:nvPr>
        </p:nvSpPr>
        <p:spPr/>
        <p:txBody>
          <a:bodyPr/>
          <a:lstStyle/>
          <a:p>
            <a:fld id="{226080AA-B5C9-4B10-A5AE-9455422192CD}" type="slidenum">
              <a:rPr lang="en-US" smtClean="0"/>
              <a:t>‹#›</a:t>
            </a:fld>
            <a:endParaRPr lang="en-US"/>
          </a:p>
        </p:txBody>
      </p:sp>
    </p:spTree>
    <p:extLst>
      <p:ext uri="{BB962C8B-B14F-4D97-AF65-F5344CB8AC3E}">
        <p14:creationId xmlns:p14="http://schemas.microsoft.com/office/powerpoint/2010/main" val="1785564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DB81C3-A6FC-8D7B-386F-23557D77EE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88E9CD-D9A1-FF71-E455-C4F69BCA94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3C729B-FDA0-F80B-971C-12FCB4CECE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547382-D86E-439C-959D-A0D48162D6D9}" type="datetime1">
              <a:rPr lang="en-US" smtClean="0"/>
              <a:t>13-Jul-25</a:t>
            </a:fld>
            <a:endParaRPr lang="en-US"/>
          </a:p>
        </p:txBody>
      </p:sp>
      <p:sp>
        <p:nvSpPr>
          <p:cNvPr id="5" name="Footer Placeholder 4">
            <a:extLst>
              <a:ext uri="{FF2B5EF4-FFF2-40B4-BE49-F238E27FC236}">
                <a16:creationId xmlns:a16="http://schemas.microsoft.com/office/drawing/2014/main" id="{383ADC70-0ED6-C898-A538-AFE838F7F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0A636D-0452-D2A5-C12D-67AACCE7EA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6080AA-B5C9-4B10-A5AE-9455422192CD}" type="slidenum">
              <a:rPr lang="en-US" smtClean="0"/>
              <a:t>‹#›</a:t>
            </a:fld>
            <a:endParaRPr lang="en-US"/>
          </a:p>
        </p:txBody>
      </p:sp>
    </p:spTree>
    <p:extLst>
      <p:ext uri="{BB962C8B-B14F-4D97-AF65-F5344CB8AC3E}">
        <p14:creationId xmlns:p14="http://schemas.microsoft.com/office/powerpoint/2010/main" val="261798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FB235-8277-6E0B-84FB-CBF0B15E32B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5A77E5A-AEE5-0B4A-EB13-D9908BEE54DC}"/>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2C826136-4D1A-8733-AE7C-1A7FF77E41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0" y="5"/>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7C572C52-6366-4D4B-206E-84FF99AE22F8}"/>
              </a:ext>
            </a:extLst>
          </p:cNvPr>
          <p:cNvSpPr>
            <a:spLocks noGrp="1"/>
          </p:cNvSpPr>
          <p:nvPr>
            <p:ph type="sldNum" sz="quarter" idx="12"/>
          </p:nvPr>
        </p:nvSpPr>
        <p:spPr/>
        <p:txBody>
          <a:bodyPr/>
          <a:lstStyle/>
          <a:p>
            <a:fld id="{226080AA-B5C9-4B10-A5AE-9455422192CD}" type="slidenum">
              <a:rPr lang="en-US" smtClean="0"/>
              <a:t>1</a:t>
            </a:fld>
            <a:endParaRPr lang="en-US"/>
          </a:p>
        </p:txBody>
      </p:sp>
    </p:spTree>
    <p:extLst>
      <p:ext uri="{BB962C8B-B14F-4D97-AF65-F5344CB8AC3E}">
        <p14:creationId xmlns:p14="http://schemas.microsoft.com/office/powerpoint/2010/main" val="405432983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CC6EA9A-646D-259B-6ABF-1E238965335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 abstract design with lines and financial symbols">
            <a:extLst>
              <a:ext uri="{FF2B5EF4-FFF2-40B4-BE49-F238E27FC236}">
                <a16:creationId xmlns:a16="http://schemas.microsoft.com/office/drawing/2014/main" id="{E58048D5-25D6-11D9-9A89-CD6AEDB9FCF9}"/>
              </a:ext>
            </a:extLst>
          </p:cNvPr>
          <p:cNvPicPr>
            <a:picLocks noChangeAspect="1"/>
          </p:cNvPicPr>
          <p:nvPr/>
        </p:nvPicPr>
        <p:blipFill>
          <a:blip r:embed="rId2">
            <a:alphaModFix amt="50000"/>
          </a:blip>
          <a:srcRect t="10400" b="5014"/>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AE3F0174-1AFF-9A44-CC9D-F6AE1579328B}"/>
              </a:ext>
            </a:extLst>
          </p:cNvPr>
          <p:cNvSpPr>
            <a:spLocks noGrp="1"/>
          </p:cNvSpPr>
          <p:nvPr>
            <p:ph type="ctrTitle"/>
          </p:nvPr>
        </p:nvSpPr>
        <p:spPr>
          <a:xfrm>
            <a:off x="1524000" y="1122362"/>
            <a:ext cx="9144000" cy="2597231"/>
          </a:xfrm>
        </p:spPr>
        <p:txBody>
          <a:bodyPr>
            <a:normAutofit/>
          </a:bodyPr>
          <a:lstStyle/>
          <a:p>
            <a:r>
              <a:rPr lang="en-US" b="1" dirty="0">
                <a:solidFill>
                  <a:srgbClr val="FFFFFF"/>
                </a:solidFill>
              </a:rPr>
              <a:t>Network Coding for Wireless Applications: A Review</a:t>
            </a:r>
            <a:endParaRPr lang="en-US" dirty="0">
              <a:solidFill>
                <a:srgbClr val="FFFFFF"/>
              </a:solidFill>
            </a:endParaRPr>
          </a:p>
        </p:txBody>
      </p:sp>
      <p:sp>
        <p:nvSpPr>
          <p:cNvPr id="3" name="Subtitle 2">
            <a:extLst>
              <a:ext uri="{FF2B5EF4-FFF2-40B4-BE49-F238E27FC236}">
                <a16:creationId xmlns:a16="http://schemas.microsoft.com/office/drawing/2014/main" id="{069AFD66-CE03-160C-B467-930FF038AAE8}"/>
              </a:ext>
            </a:extLst>
          </p:cNvPr>
          <p:cNvSpPr>
            <a:spLocks noGrp="1"/>
          </p:cNvSpPr>
          <p:nvPr>
            <p:ph type="subTitle" idx="1"/>
          </p:nvPr>
        </p:nvSpPr>
        <p:spPr>
          <a:xfrm>
            <a:off x="1524000" y="4022880"/>
            <a:ext cx="9144000" cy="2145445"/>
          </a:xfrm>
        </p:spPr>
        <p:txBody>
          <a:bodyPr>
            <a:normAutofit lnSpcReduction="10000"/>
          </a:bodyPr>
          <a:lstStyle/>
          <a:p>
            <a:r>
              <a:rPr lang="en-US" dirty="0">
                <a:solidFill>
                  <a:srgbClr val="FFFFFF"/>
                </a:solidFill>
              </a:rPr>
              <a:t>PPRESENTED BY:</a:t>
            </a:r>
          </a:p>
          <a:p>
            <a:r>
              <a:rPr lang="en-US" dirty="0">
                <a:solidFill>
                  <a:srgbClr val="FFFFFF"/>
                </a:solidFill>
              </a:rPr>
              <a:t>HUZAIFA SHAHBAZ  (21-CE-009)</a:t>
            </a:r>
          </a:p>
          <a:p>
            <a:r>
              <a:rPr lang="en-US" dirty="0">
                <a:solidFill>
                  <a:srgbClr val="FFFFFF"/>
                </a:solidFill>
              </a:rPr>
              <a:t>AQSA SHAH(21-CE-039)</a:t>
            </a:r>
          </a:p>
          <a:p>
            <a:r>
              <a:rPr lang="en-US" dirty="0">
                <a:solidFill>
                  <a:srgbClr val="FFFFFF"/>
                </a:solidFill>
              </a:rPr>
              <a:t>PRESENTED TO:</a:t>
            </a:r>
          </a:p>
          <a:p>
            <a:r>
              <a:rPr lang="en-US" dirty="0">
                <a:solidFill>
                  <a:srgbClr val="FFFFFF"/>
                </a:solidFill>
              </a:rPr>
              <a:t>MAAM SOBIA ARSHAD</a:t>
            </a:r>
          </a:p>
          <a:p>
            <a:endParaRPr lang="en-US" dirty="0">
              <a:solidFill>
                <a:srgbClr val="FFFFFF"/>
              </a:solidFill>
            </a:endParaRPr>
          </a:p>
        </p:txBody>
      </p:sp>
      <p:sp>
        <p:nvSpPr>
          <p:cNvPr id="4" name="Slide Number Placeholder 3">
            <a:extLst>
              <a:ext uri="{FF2B5EF4-FFF2-40B4-BE49-F238E27FC236}">
                <a16:creationId xmlns:a16="http://schemas.microsoft.com/office/drawing/2014/main" id="{00C4788E-027F-9E43-B5BD-3CE3AC7D0043}"/>
              </a:ext>
            </a:extLst>
          </p:cNvPr>
          <p:cNvSpPr>
            <a:spLocks noGrp="1"/>
          </p:cNvSpPr>
          <p:nvPr>
            <p:ph type="sldNum" sz="quarter" idx="12"/>
          </p:nvPr>
        </p:nvSpPr>
        <p:spPr/>
        <p:txBody>
          <a:bodyPr/>
          <a:lstStyle/>
          <a:p>
            <a:fld id="{226080AA-B5C9-4B10-A5AE-9455422192CD}" type="slidenum">
              <a:rPr lang="en-US" smtClean="0"/>
              <a:t>2</a:t>
            </a:fld>
            <a:endParaRPr lang="en-US"/>
          </a:p>
        </p:txBody>
      </p:sp>
    </p:spTree>
    <p:extLst>
      <p:ext uri="{BB962C8B-B14F-4D97-AF65-F5344CB8AC3E}">
        <p14:creationId xmlns:p14="http://schemas.microsoft.com/office/powerpoint/2010/main" val="34386533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1764F-B137-3931-4619-7FFE2165C9FB}"/>
              </a:ext>
            </a:extLst>
          </p:cNvPr>
          <p:cNvSpPr>
            <a:spLocks noGrp="1"/>
          </p:cNvSpPr>
          <p:nvPr>
            <p:ph type="title"/>
          </p:nvPr>
        </p:nvSpPr>
        <p:spPr>
          <a:xfrm>
            <a:off x="838200" y="365125"/>
            <a:ext cx="10515600" cy="642265"/>
          </a:xfrm>
        </p:spPr>
        <p:txBody>
          <a:bodyPr>
            <a:normAutofit fontScale="90000"/>
          </a:bodyPr>
          <a:lstStyle/>
          <a:p>
            <a:pPr algn="ctr"/>
            <a:r>
              <a:rPr lang="en-US" b="1"/>
              <a:t>OUTLINES</a:t>
            </a:r>
            <a:endParaRPr lang="en-US" b="1" dirty="0"/>
          </a:p>
        </p:txBody>
      </p:sp>
      <p:graphicFrame>
        <p:nvGraphicFramePr>
          <p:cNvPr id="17" name="Content Placeholder 2">
            <a:extLst>
              <a:ext uri="{FF2B5EF4-FFF2-40B4-BE49-F238E27FC236}">
                <a16:creationId xmlns:a16="http://schemas.microsoft.com/office/drawing/2014/main" id="{21BC2A69-B168-C51E-B82C-AB4C12C202CA}"/>
              </a:ext>
            </a:extLst>
          </p:cNvPr>
          <p:cNvGraphicFramePr>
            <a:graphicFrameLocks noGrp="1"/>
          </p:cNvGraphicFramePr>
          <p:nvPr>
            <p:ph idx="1"/>
          </p:nvPr>
        </p:nvGraphicFramePr>
        <p:xfrm>
          <a:off x="838200" y="1007390"/>
          <a:ext cx="10515600" cy="5169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395529E3-2EA9-E669-BECA-91E8889C86F3}"/>
              </a:ext>
            </a:extLst>
          </p:cNvPr>
          <p:cNvSpPr>
            <a:spLocks noGrp="1"/>
          </p:cNvSpPr>
          <p:nvPr>
            <p:ph type="sldNum" sz="quarter" idx="12"/>
          </p:nvPr>
        </p:nvSpPr>
        <p:spPr/>
        <p:txBody>
          <a:bodyPr/>
          <a:lstStyle/>
          <a:p>
            <a:fld id="{226080AA-B5C9-4B10-A5AE-9455422192CD}" type="slidenum">
              <a:rPr lang="en-US" smtClean="0"/>
              <a:t>3</a:t>
            </a:fld>
            <a:endParaRPr lang="en-US"/>
          </a:p>
        </p:txBody>
      </p:sp>
    </p:spTree>
    <p:extLst>
      <p:ext uri="{BB962C8B-B14F-4D97-AF65-F5344CB8AC3E}">
        <p14:creationId xmlns:p14="http://schemas.microsoft.com/office/powerpoint/2010/main" val="179630188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close-up of a building&#10;&#10;AI-generated content may be incorrect.">
            <a:extLst>
              <a:ext uri="{FF2B5EF4-FFF2-40B4-BE49-F238E27FC236}">
                <a16:creationId xmlns:a16="http://schemas.microsoft.com/office/drawing/2014/main" id="{51C6CF07-4476-F0E2-F931-9872640952F1}"/>
              </a:ext>
            </a:extLst>
          </p:cNvPr>
          <p:cNvPicPr>
            <a:picLocks noChangeAspect="1"/>
          </p:cNvPicPr>
          <p:nvPr/>
        </p:nvPicPr>
        <p:blipFill>
          <a:blip r:embed="rId2">
            <a:duotone>
              <a:schemeClr val="bg2">
                <a:shade val="45000"/>
                <a:satMod val="135000"/>
              </a:schemeClr>
              <a:prstClr val="white"/>
            </a:duotone>
          </a:blip>
          <a:srcRect b="1279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690B21-60B1-4EB1-B9F4-E90A6AFF3E60}"/>
              </a:ext>
            </a:extLst>
          </p:cNvPr>
          <p:cNvSpPr>
            <a:spLocks noGrp="1"/>
          </p:cNvSpPr>
          <p:nvPr>
            <p:ph type="title"/>
          </p:nvPr>
        </p:nvSpPr>
        <p:spPr>
          <a:xfrm>
            <a:off x="838200" y="365126"/>
            <a:ext cx="10515600" cy="788342"/>
          </a:xfrm>
        </p:spPr>
        <p:txBody>
          <a:bodyPr>
            <a:normAutofit/>
          </a:bodyPr>
          <a:lstStyle/>
          <a:p>
            <a:pPr algn="ctr"/>
            <a:r>
              <a:rPr lang="en-US" sz="4000" b="1" dirty="0"/>
              <a:t>ABSTRACT</a:t>
            </a:r>
          </a:p>
        </p:txBody>
      </p:sp>
      <p:sp>
        <p:nvSpPr>
          <p:cNvPr id="4" name="Slide Number Placeholder 3">
            <a:extLst>
              <a:ext uri="{FF2B5EF4-FFF2-40B4-BE49-F238E27FC236}">
                <a16:creationId xmlns:a16="http://schemas.microsoft.com/office/drawing/2014/main" id="{E80CA665-AE10-1988-ABA1-45F066A6E932}"/>
              </a:ext>
            </a:extLst>
          </p:cNvPr>
          <p:cNvSpPr>
            <a:spLocks noGrp="1"/>
          </p:cNvSpPr>
          <p:nvPr>
            <p:ph type="sldNum" sz="quarter" idx="12"/>
          </p:nvPr>
        </p:nvSpPr>
        <p:spPr>
          <a:xfrm>
            <a:off x="8610600" y="6356350"/>
            <a:ext cx="2743200" cy="365125"/>
          </a:xfrm>
        </p:spPr>
        <p:txBody>
          <a:bodyPr>
            <a:normAutofit/>
          </a:bodyPr>
          <a:lstStyle/>
          <a:p>
            <a:pPr>
              <a:spcAft>
                <a:spcPts val="600"/>
              </a:spcAft>
            </a:pPr>
            <a:fld id="{226080AA-B5C9-4B10-A5AE-9455422192CD}" type="slidenum">
              <a:rPr lang="en-US" smtClean="0"/>
              <a:pPr>
                <a:spcAft>
                  <a:spcPts val="600"/>
                </a:spcAft>
              </a:pPr>
              <a:t>4</a:t>
            </a:fld>
            <a:endParaRPr lang="en-US"/>
          </a:p>
        </p:txBody>
      </p:sp>
      <p:graphicFrame>
        <p:nvGraphicFramePr>
          <p:cNvPr id="6" name="Content Placeholder 2">
            <a:extLst>
              <a:ext uri="{FF2B5EF4-FFF2-40B4-BE49-F238E27FC236}">
                <a16:creationId xmlns:a16="http://schemas.microsoft.com/office/drawing/2014/main" id="{6759CBF9-9FFC-1D89-A5E7-B813ED9FFC09}"/>
              </a:ext>
            </a:extLst>
          </p:cNvPr>
          <p:cNvGraphicFramePr>
            <a:graphicFrameLocks noGrp="1"/>
          </p:cNvGraphicFramePr>
          <p:nvPr>
            <p:ph idx="1"/>
            <p:extLst>
              <p:ext uri="{D42A27DB-BD31-4B8C-83A1-F6EECF244321}">
                <p14:modId xmlns:p14="http://schemas.microsoft.com/office/powerpoint/2010/main" val="933623810"/>
              </p:ext>
            </p:extLst>
          </p:nvPr>
        </p:nvGraphicFramePr>
        <p:xfrm>
          <a:off x="838200" y="1332854"/>
          <a:ext cx="10515600" cy="4844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7176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blurry green and white background&#10;&#10;AI-generated content may be incorrect.">
            <a:extLst>
              <a:ext uri="{FF2B5EF4-FFF2-40B4-BE49-F238E27FC236}">
                <a16:creationId xmlns:a16="http://schemas.microsoft.com/office/drawing/2014/main" id="{3A5BEEBA-2DA3-05AF-162C-90A1C33D81EA}"/>
              </a:ext>
            </a:extLst>
          </p:cNvPr>
          <p:cNvPicPr>
            <a:picLocks noChangeAspect="1"/>
          </p:cNvPicPr>
          <p:nvPr/>
        </p:nvPicPr>
        <p:blipFill>
          <a:blip r:embed="rId2">
            <a:duotone>
              <a:schemeClr val="bg2">
                <a:shade val="45000"/>
                <a:satMod val="135000"/>
              </a:schemeClr>
              <a:prstClr val="white"/>
            </a:duotone>
          </a:blip>
          <a:srcRect t="7930" b="15278"/>
          <a:stretch>
            <a:fillRect/>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C9D08B-8ED7-E375-2577-FDA95C97F1D0}"/>
              </a:ext>
            </a:extLst>
          </p:cNvPr>
          <p:cNvSpPr>
            <a:spLocks noGrp="1"/>
          </p:cNvSpPr>
          <p:nvPr>
            <p:ph type="title"/>
          </p:nvPr>
        </p:nvSpPr>
        <p:spPr>
          <a:xfrm>
            <a:off x="838200" y="136526"/>
            <a:ext cx="10515600" cy="544512"/>
          </a:xfrm>
        </p:spPr>
        <p:txBody>
          <a:bodyPr>
            <a:normAutofit fontScale="90000"/>
          </a:bodyPr>
          <a:lstStyle/>
          <a:p>
            <a:pPr algn="ctr"/>
            <a:r>
              <a:rPr lang="en-US" b="1" dirty="0"/>
              <a:t>ABSTRACT</a:t>
            </a:r>
            <a:endParaRPr lang="en-US" dirty="0"/>
          </a:p>
        </p:txBody>
      </p:sp>
      <p:sp>
        <p:nvSpPr>
          <p:cNvPr id="4" name="Slide Number Placeholder 3">
            <a:extLst>
              <a:ext uri="{FF2B5EF4-FFF2-40B4-BE49-F238E27FC236}">
                <a16:creationId xmlns:a16="http://schemas.microsoft.com/office/drawing/2014/main" id="{B5030650-9500-8960-0397-C00F9319E213}"/>
              </a:ext>
            </a:extLst>
          </p:cNvPr>
          <p:cNvSpPr>
            <a:spLocks noGrp="1"/>
          </p:cNvSpPr>
          <p:nvPr>
            <p:ph type="sldNum" sz="quarter" idx="12"/>
          </p:nvPr>
        </p:nvSpPr>
        <p:spPr>
          <a:xfrm>
            <a:off x="8610600" y="6356350"/>
            <a:ext cx="2743200" cy="365125"/>
          </a:xfrm>
        </p:spPr>
        <p:txBody>
          <a:bodyPr>
            <a:normAutofit/>
          </a:bodyPr>
          <a:lstStyle/>
          <a:p>
            <a:pPr>
              <a:spcAft>
                <a:spcPts val="600"/>
              </a:spcAft>
            </a:pPr>
            <a:fld id="{226080AA-B5C9-4B10-A5AE-9455422192CD}" type="slidenum">
              <a:rPr lang="en-US" smtClean="0"/>
              <a:pPr>
                <a:spcAft>
                  <a:spcPts val="600"/>
                </a:spcAft>
              </a:pPr>
              <a:t>5</a:t>
            </a:fld>
            <a:endParaRPr lang="en-US"/>
          </a:p>
        </p:txBody>
      </p:sp>
      <p:graphicFrame>
        <p:nvGraphicFramePr>
          <p:cNvPr id="7" name="Rectangle 1">
            <a:extLst>
              <a:ext uri="{FF2B5EF4-FFF2-40B4-BE49-F238E27FC236}">
                <a16:creationId xmlns:a16="http://schemas.microsoft.com/office/drawing/2014/main" id="{587C2260-9121-962A-93F4-B15AB4587435}"/>
              </a:ext>
            </a:extLst>
          </p:cNvPr>
          <p:cNvGraphicFramePr>
            <a:graphicFrameLocks noGrp="1"/>
          </p:cNvGraphicFramePr>
          <p:nvPr>
            <p:ph idx="1"/>
            <p:extLst>
              <p:ext uri="{D42A27DB-BD31-4B8C-83A1-F6EECF244321}">
                <p14:modId xmlns:p14="http://schemas.microsoft.com/office/powerpoint/2010/main" val="3951857124"/>
              </p:ext>
            </p:extLst>
          </p:nvPr>
        </p:nvGraphicFramePr>
        <p:xfrm>
          <a:off x="838200" y="1146875"/>
          <a:ext cx="10515600" cy="5030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9728591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601EA-0C55-E92D-4B93-3AA3CBDD420D}"/>
              </a:ext>
            </a:extLst>
          </p:cNvPr>
          <p:cNvSpPr>
            <a:spLocks noGrp="1"/>
          </p:cNvSpPr>
          <p:nvPr>
            <p:ph type="title"/>
          </p:nvPr>
        </p:nvSpPr>
        <p:spPr>
          <a:xfrm>
            <a:off x="838200" y="365126"/>
            <a:ext cx="10515600" cy="580272"/>
          </a:xfrm>
        </p:spPr>
        <p:txBody>
          <a:bodyPr>
            <a:normAutofit fontScale="90000"/>
          </a:bodyPr>
          <a:lstStyle/>
          <a:p>
            <a:pPr algn="ctr"/>
            <a:r>
              <a:rPr lang="en-US" sz="4000" b="1" dirty="0"/>
              <a:t>Introduction</a:t>
            </a:r>
            <a:endParaRPr lang="en-US" sz="4000" dirty="0"/>
          </a:p>
        </p:txBody>
      </p:sp>
      <p:graphicFrame>
        <p:nvGraphicFramePr>
          <p:cNvPr id="8" name="Content Placeholder 2">
            <a:extLst>
              <a:ext uri="{FF2B5EF4-FFF2-40B4-BE49-F238E27FC236}">
                <a16:creationId xmlns:a16="http://schemas.microsoft.com/office/drawing/2014/main" id="{4BD79F76-4C89-9CFB-2A98-83859EC96EF5}"/>
              </a:ext>
            </a:extLst>
          </p:cNvPr>
          <p:cNvGraphicFramePr>
            <a:graphicFrameLocks noGrp="1"/>
          </p:cNvGraphicFramePr>
          <p:nvPr>
            <p:ph idx="1"/>
          </p:nvPr>
        </p:nvGraphicFramePr>
        <p:xfrm>
          <a:off x="838200" y="1286359"/>
          <a:ext cx="10515600" cy="4890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1">
            <a:extLst>
              <a:ext uri="{FF2B5EF4-FFF2-40B4-BE49-F238E27FC236}">
                <a16:creationId xmlns:a16="http://schemas.microsoft.com/office/drawing/2014/main" id="{019423E7-AAB7-8ABA-3D25-31D39F46297E}"/>
              </a:ext>
            </a:extLst>
          </p:cNvPr>
          <p:cNvSpPr>
            <a:spLocks noChangeArrowheads="1"/>
          </p:cNvSpPr>
          <p:nvPr/>
        </p:nvSpPr>
        <p:spPr bwMode="auto">
          <a:xfrm>
            <a:off x="0" y="-619249"/>
            <a:ext cx="65" cy="12384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76100" rIns="0" bIns="4761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91EDD2A3-995E-E6D6-7B3D-FD8E030648E3}"/>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a:extLst>
              <a:ext uri="{FF2B5EF4-FFF2-40B4-BE49-F238E27FC236}">
                <a16:creationId xmlns:a16="http://schemas.microsoft.com/office/drawing/2014/main" id="{F0EB5B5A-1421-D0E6-40AB-09807D2A3734}"/>
              </a:ext>
            </a:extLst>
          </p:cNvPr>
          <p:cNvSpPr>
            <a:spLocks noChangeArrowheads="1"/>
          </p:cNvSpPr>
          <p:nvPr/>
        </p:nvSpPr>
        <p:spPr bwMode="auto">
          <a:xfrm>
            <a:off x="0" y="15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Slide Number Placeholder 2">
            <a:extLst>
              <a:ext uri="{FF2B5EF4-FFF2-40B4-BE49-F238E27FC236}">
                <a16:creationId xmlns:a16="http://schemas.microsoft.com/office/drawing/2014/main" id="{1AD47257-027F-CA08-2E51-86AF5E878A52}"/>
              </a:ext>
            </a:extLst>
          </p:cNvPr>
          <p:cNvSpPr>
            <a:spLocks noGrp="1"/>
          </p:cNvSpPr>
          <p:nvPr>
            <p:ph type="sldNum" sz="quarter" idx="12"/>
          </p:nvPr>
        </p:nvSpPr>
        <p:spPr/>
        <p:txBody>
          <a:bodyPr/>
          <a:lstStyle/>
          <a:p>
            <a:fld id="{226080AA-B5C9-4B10-A5AE-9455422192CD}" type="slidenum">
              <a:rPr lang="en-US" smtClean="0"/>
              <a:t>6</a:t>
            </a:fld>
            <a:endParaRPr lang="en-US"/>
          </a:p>
        </p:txBody>
      </p:sp>
    </p:spTree>
    <p:extLst>
      <p:ext uri="{BB962C8B-B14F-4D97-AF65-F5344CB8AC3E}">
        <p14:creationId xmlns:p14="http://schemas.microsoft.com/office/powerpoint/2010/main" val="110376502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close-up of a white surface&#10;&#10;AI-generated content may be incorrect.">
            <a:extLst>
              <a:ext uri="{FF2B5EF4-FFF2-40B4-BE49-F238E27FC236}">
                <a16:creationId xmlns:a16="http://schemas.microsoft.com/office/drawing/2014/main" id="{B15B930D-10B6-0004-EA87-715A1AEBBA7B}"/>
              </a:ext>
            </a:extLst>
          </p:cNvPr>
          <p:cNvPicPr>
            <a:picLocks noChangeAspect="1"/>
          </p:cNvPicPr>
          <p:nvPr/>
        </p:nvPicPr>
        <p:blipFill>
          <a:blip r:embed="rId2">
            <a:duotone>
              <a:schemeClr val="bg2">
                <a:shade val="45000"/>
                <a:satMod val="135000"/>
              </a:schemeClr>
              <a:prstClr val="white"/>
            </a:duotone>
          </a:blip>
          <a:srcRect t="12686" b="272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5FFCBB-6D60-BD95-94D9-495DB6305AC3}"/>
              </a:ext>
            </a:extLst>
          </p:cNvPr>
          <p:cNvSpPr>
            <a:spLocks noGrp="1"/>
          </p:cNvSpPr>
          <p:nvPr>
            <p:ph type="title"/>
          </p:nvPr>
        </p:nvSpPr>
        <p:spPr>
          <a:xfrm>
            <a:off x="838200" y="365125"/>
            <a:ext cx="10515600" cy="726349"/>
          </a:xfrm>
        </p:spPr>
        <p:txBody>
          <a:bodyPr>
            <a:normAutofit/>
          </a:bodyPr>
          <a:lstStyle/>
          <a:p>
            <a:pPr algn="ctr"/>
            <a:r>
              <a:rPr lang="en-US" sz="4000" b="1" dirty="0"/>
              <a:t>LITERATURE REVIEW/BACKGROUND</a:t>
            </a:r>
          </a:p>
        </p:txBody>
      </p:sp>
      <p:sp>
        <p:nvSpPr>
          <p:cNvPr id="4" name="Slide Number Placeholder 3">
            <a:extLst>
              <a:ext uri="{FF2B5EF4-FFF2-40B4-BE49-F238E27FC236}">
                <a16:creationId xmlns:a16="http://schemas.microsoft.com/office/drawing/2014/main" id="{E1C00D05-9431-727A-134C-6137C4A9B7B6}"/>
              </a:ext>
            </a:extLst>
          </p:cNvPr>
          <p:cNvSpPr>
            <a:spLocks noGrp="1"/>
          </p:cNvSpPr>
          <p:nvPr>
            <p:ph type="sldNum" sz="quarter" idx="12"/>
          </p:nvPr>
        </p:nvSpPr>
        <p:spPr>
          <a:xfrm>
            <a:off x="8610600" y="6356350"/>
            <a:ext cx="2743200" cy="365125"/>
          </a:xfrm>
        </p:spPr>
        <p:txBody>
          <a:bodyPr>
            <a:normAutofit/>
          </a:bodyPr>
          <a:lstStyle/>
          <a:p>
            <a:pPr>
              <a:spcAft>
                <a:spcPts val="600"/>
              </a:spcAft>
            </a:pPr>
            <a:fld id="{226080AA-B5C9-4B10-A5AE-9455422192CD}" type="slidenum">
              <a:rPr lang="en-US" smtClean="0"/>
              <a:pPr>
                <a:spcAft>
                  <a:spcPts val="600"/>
                </a:spcAft>
              </a:pPr>
              <a:t>7</a:t>
            </a:fld>
            <a:endParaRPr lang="en-US"/>
          </a:p>
        </p:txBody>
      </p:sp>
      <p:graphicFrame>
        <p:nvGraphicFramePr>
          <p:cNvPr id="6" name="Content Placeholder 2">
            <a:extLst>
              <a:ext uri="{FF2B5EF4-FFF2-40B4-BE49-F238E27FC236}">
                <a16:creationId xmlns:a16="http://schemas.microsoft.com/office/drawing/2014/main" id="{3C4338A5-8441-53D9-6202-079F166CB240}"/>
              </a:ext>
            </a:extLst>
          </p:cNvPr>
          <p:cNvGraphicFramePr>
            <a:graphicFrameLocks noGrp="1"/>
          </p:cNvGraphicFramePr>
          <p:nvPr>
            <p:ph idx="1"/>
            <p:extLst>
              <p:ext uri="{D42A27DB-BD31-4B8C-83A1-F6EECF244321}">
                <p14:modId xmlns:p14="http://schemas.microsoft.com/office/powerpoint/2010/main" val="3174947204"/>
              </p:ext>
            </p:extLst>
          </p:nvPr>
        </p:nvGraphicFramePr>
        <p:xfrm>
          <a:off x="838200" y="1270861"/>
          <a:ext cx="10515600" cy="4906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800601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924D84CD-5280-4B52-B96E-8EDAA2B20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3E65D517-46E4-8037-A63D-629DE1253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80E217-C828-CD0F-5121-2E1F38669812}"/>
              </a:ext>
            </a:extLst>
          </p:cNvPr>
          <p:cNvSpPr>
            <a:spLocks noGrp="1"/>
          </p:cNvSpPr>
          <p:nvPr>
            <p:ph type="title"/>
          </p:nvPr>
        </p:nvSpPr>
        <p:spPr>
          <a:xfrm>
            <a:off x="758952" y="276198"/>
            <a:ext cx="10477600" cy="1157242"/>
          </a:xfrm>
        </p:spPr>
        <p:txBody>
          <a:bodyPr>
            <a:normAutofit/>
          </a:bodyPr>
          <a:lstStyle/>
          <a:p>
            <a:r>
              <a:rPr lang="en-US" sz="4000" b="1"/>
              <a:t>LITERATURE REVIEW/BACKGROUND</a:t>
            </a:r>
            <a:endParaRPr lang="en-US" sz="4000"/>
          </a:p>
        </p:txBody>
      </p:sp>
      <p:sp>
        <p:nvSpPr>
          <p:cNvPr id="4" name="Slide Number Placeholder 3">
            <a:extLst>
              <a:ext uri="{FF2B5EF4-FFF2-40B4-BE49-F238E27FC236}">
                <a16:creationId xmlns:a16="http://schemas.microsoft.com/office/drawing/2014/main" id="{BAE0E84A-A301-7285-16CC-D983E3360ADC}"/>
              </a:ext>
            </a:extLst>
          </p:cNvPr>
          <p:cNvSpPr>
            <a:spLocks noGrp="1"/>
          </p:cNvSpPr>
          <p:nvPr>
            <p:ph type="sldNum" sz="quarter" idx="12"/>
          </p:nvPr>
        </p:nvSpPr>
        <p:spPr>
          <a:xfrm>
            <a:off x="8732520" y="6356350"/>
            <a:ext cx="3200400" cy="365125"/>
          </a:xfrm>
        </p:spPr>
        <p:txBody>
          <a:bodyPr>
            <a:normAutofit/>
          </a:bodyPr>
          <a:lstStyle/>
          <a:p>
            <a:pPr>
              <a:spcAft>
                <a:spcPts val="600"/>
              </a:spcAft>
            </a:pPr>
            <a:fld id="{226080AA-B5C9-4B10-A5AE-9455422192CD}" type="slidenum">
              <a:rPr lang="en-US">
                <a:solidFill>
                  <a:schemeClr val="tx1"/>
                </a:solidFill>
              </a:rPr>
              <a:pPr>
                <a:spcAft>
                  <a:spcPts val="600"/>
                </a:spcAft>
              </a:pPr>
              <a:t>8</a:t>
            </a:fld>
            <a:endParaRPr lang="en-US">
              <a:solidFill>
                <a:schemeClr val="tx1"/>
              </a:solidFill>
            </a:endParaRPr>
          </a:p>
        </p:txBody>
      </p:sp>
      <p:graphicFrame>
        <p:nvGraphicFramePr>
          <p:cNvPr id="5" name="Content Placeholder 4">
            <a:extLst>
              <a:ext uri="{FF2B5EF4-FFF2-40B4-BE49-F238E27FC236}">
                <a16:creationId xmlns:a16="http://schemas.microsoft.com/office/drawing/2014/main" id="{8A92CA16-9A12-CBF3-643D-14F96FFF7497}"/>
              </a:ext>
            </a:extLst>
          </p:cNvPr>
          <p:cNvGraphicFramePr>
            <a:graphicFrameLocks noGrp="1"/>
          </p:cNvGraphicFramePr>
          <p:nvPr>
            <p:ph idx="1"/>
            <p:extLst>
              <p:ext uri="{D42A27DB-BD31-4B8C-83A1-F6EECF244321}">
                <p14:modId xmlns:p14="http://schemas.microsoft.com/office/powerpoint/2010/main" val="126040149"/>
              </p:ext>
            </p:extLst>
          </p:nvPr>
        </p:nvGraphicFramePr>
        <p:xfrm>
          <a:off x="463574" y="1317356"/>
          <a:ext cx="11268643" cy="5202526"/>
        </p:xfrm>
        <a:graphic>
          <a:graphicData uri="http://schemas.openxmlformats.org/drawingml/2006/table">
            <a:tbl>
              <a:tblPr firstRow="1" bandRow="1">
                <a:tableStyleId>{5C22544A-7EE6-4342-B048-85BDC9FD1C3A}</a:tableStyleId>
              </a:tblPr>
              <a:tblGrid>
                <a:gridCol w="686343">
                  <a:extLst>
                    <a:ext uri="{9D8B030D-6E8A-4147-A177-3AD203B41FA5}">
                      <a16:colId xmlns:a16="http://schemas.microsoft.com/office/drawing/2014/main" val="3220393305"/>
                    </a:ext>
                  </a:extLst>
                </a:gridCol>
                <a:gridCol w="1630611">
                  <a:extLst>
                    <a:ext uri="{9D8B030D-6E8A-4147-A177-3AD203B41FA5}">
                      <a16:colId xmlns:a16="http://schemas.microsoft.com/office/drawing/2014/main" val="2503136976"/>
                    </a:ext>
                  </a:extLst>
                </a:gridCol>
                <a:gridCol w="2369412">
                  <a:extLst>
                    <a:ext uri="{9D8B030D-6E8A-4147-A177-3AD203B41FA5}">
                      <a16:colId xmlns:a16="http://schemas.microsoft.com/office/drawing/2014/main" val="335842894"/>
                    </a:ext>
                  </a:extLst>
                </a:gridCol>
                <a:gridCol w="1787715">
                  <a:extLst>
                    <a:ext uri="{9D8B030D-6E8A-4147-A177-3AD203B41FA5}">
                      <a16:colId xmlns:a16="http://schemas.microsoft.com/office/drawing/2014/main" val="4101939273"/>
                    </a:ext>
                  </a:extLst>
                </a:gridCol>
                <a:gridCol w="1134706">
                  <a:extLst>
                    <a:ext uri="{9D8B030D-6E8A-4147-A177-3AD203B41FA5}">
                      <a16:colId xmlns:a16="http://schemas.microsoft.com/office/drawing/2014/main" val="3286730385"/>
                    </a:ext>
                  </a:extLst>
                </a:gridCol>
                <a:gridCol w="1713670">
                  <a:extLst>
                    <a:ext uri="{9D8B030D-6E8A-4147-A177-3AD203B41FA5}">
                      <a16:colId xmlns:a16="http://schemas.microsoft.com/office/drawing/2014/main" val="4114445915"/>
                    </a:ext>
                  </a:extLst>
                </a:gridCol>
                <a:gridCol w="1946186">
                  <a:extLst>
                    <a:ext uri="{9D8B030D-6E8A-4147-A177-3AD203B41FA5}">
                      <a16:colId xmlns:a16="http://schemas.microsoft.com/office/drawing/2014/main" val="3094274985"/>
                    </a:ext>
                  </a:extLst>
                </a:gridCol>
              </a:tblGrid>
              <a:tr h="771732">
                <a:tc>
                  <a:txBody>
                    <a:bodyPr/>
                    <a:lstStyle/>
                    <a:p>
                      <a:r>
                        <a:rPr lang="en-US" sz="2000"/>
                        <a:t>Year</a:t>
                      </a:r>
                    </a:p>
                  </a:txBody>
                  <a:tcPr marL="67668" marR="67668" marT="33834" marB="33834"/>
                </a:tc>
                <a:tc>
                  <a:txBody>
                    <a:bodyPr/>
                    <a:lstStyle/>
                    <a:p>
                      <a:r>
                        <a:rPr lang="en-US" sz="2000"/>
                        <a:t>Title</a:t>
                      </a:r>
                    </a:p>
                  </a:txBody>
                  <a:tcPr marL="67668" marR="67668" marT="33834" marB="33834"/>
                </a:tc>
                <a:tc>
                  <a:txBody>
                    <a:bodyPr/>
                    <a:lstStyle/>
                    <a:p>
                      <a:r>
                        <a:rPr lang="en-US" sz="2000"/>
                        <a:t>Summary(Methodology)</a:t>
                      </a:r>
                    </a:p>
                  </a:txBody>
                  <a:tcPr marL="67668" marR="67668" marT="33834" marB="33834"/>
                </a:tc>
                <a:tc>
                  <a:txBody>
                    <a:bodyPr/>
                    <a:lstStyle/>
                    <a:p>
                      <a:r>
                        <a:rPr lang="en-US" sz="2000"/>
                        <a:t>Findings</a:t>
                      </a:r>
                    </a:p>
                  </a:txBody>
                  <a:tcPr marL="67668" marR="67668" marT="33834" marB="33834"/>
                </a:tc>
                <a:tc>
                  <a:txBody>
                    <a:bodyPr/>
                    <a:lstStyle/>
                    <a:p>
                      <a:r>
                        <a:rPr lang="en-US" sz="2000"/>
                        <a:t>Strengths</a:t>
                      </a:r>
                    </a:p>
                  </a:txBody>
                  <a:tcPr marL="67668" marR="67668" marT="33834" marB="33834"/>
                </a:tc>
                <a:tc>
                  <a:txBody>
                    <a:bodyPr/>
                    <a:lstStyle/>
                    <a:p>
                      <a:r>
                        <a:rPr lang="en-US" sz="2000"/>
                        <a:t>Gaps/Weakness</a:t>
                      </a:r>
                    </a:p>
                  </a:txBody>
                  <a:tcPr marL="67668" marR="67668" marT="33834" marB="33834"/>
                </a:tc>
                <a:tc>
                  <a:txBody>
                    <a:bodyPr/>
                    <a:lstStyle/>
                    <a:p>
                      <a:r>
                        <a:rPr lang="en-US" sz="2000"/>
                        <a:t>Evaluated parameters</a:t>
                      </a:r>
                    </a:p>
                  </a:txBody>
                  <a:tcPr marL="67668" marR="67668" marT="33834" marB="33834"/>
                </a:tc>
                <a:extLst>
                  <a:ext uri="{0D108BD9-81ED-4DB2-BD59-A6C34878D82A}">
                    <a16:rowId xmlns:a16="http://schemas.microsoft.com/office/drawing/2014/main" val="3127204720"/>
                  </a:ext>
                </a:extLst>
              </a:tr>
              <a:tr h="1015070">
                <a:tc>
                  <a:txBody>
                    <a:bodyPr/>
                    <a:lstStyle/>
                    <a:p>
                      <a:pPr marL="0" marR="0">
                        <a:spcAft>
                          <a:spcPts val="1000"/>
                        </a:spcAft>
                        <a:buNone/>
                      </a:pPr>
                      <a:r>
                        <a:rPr lang="en-US" sz="1400" i="0" kern="100" dirty="0">
                          <a:solidFill>
                            <a:schemeClr val="tx1"/>
                          </a:solidFill>
                          <a:effectLst/>
                          <a:latin typeface="+mn-lt"/>
                          <a:ea typeface="Calibri" panose="020F0502020204030204" pitchFamily="34" charset="0"/>
                          <a:cs typeface="Times New Roman" panose="02020603050405020304" pitchFamily="18" charset="0"/>
                        </a:rPr>
                        <a:t>2020</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dirty="0">
                          <a:solidFill>
                            <a:schemeClr val="tx1"/>
                          </a:solidFill>
                          <a:effectLst/>
                          <a:latin typeface="+mn-lt"/>
                          <a:ea typeface="Calibri" panose="020F0502020204030204" pitchFamily="34" charset="0"/>
                          <a:cs typeface="Times New Roman" panose="02020603050405020304" pitchFamily="18" charset="0"/>
                        </a:rPr>
                        <a:t>Li et al. – “Energy-Efficient Linear Network Coding in WSNs</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Model-based method employing linear NC to minimize retransmissions.</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Enhanced resource utilization and productivity.</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Optimized Code, Minimal Delay.</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Expensive computational expense at nodes in between.</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lgn="just">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Energy consumption, latency, throughput</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extLst>
                  <a:ext uri="{0D108BD9-81ED-4DB2-BD59-A6C34878D82A}">
                    <a16:rowId xmlns:a16="http://schemas.microsoft.com/office/drawing/2014/main" val="72396642"/>
                  </a:ext>
                </a:extLst>
              </a:tr>
              <a:tr h="771732">
                <a:tc>
                  <a:txBody>
                    <a:bodyPr/>
                    <a:lstStyle/>
                    <a:p>
                      <a:pPr marL="0" marR="0">
                        <a:spcAft>
                          <a:spcPts val="1000"/>
                        </a:spcAft>
                        <a:buNone/>
                      </a:pPr>
                      <a:r>
                        <a:rPr lang="en-US" sz="1400" i="0" kern="100" dirty="0">
                          <a:solidFill>
                            <a:schemeClr val="tx1"/>
                          </a:solidFill>
                          <a:effectLst/>
                          <a:latin typeface="+mn-lt"/>
                          <a:ea typeface="Calibri" panose="020F0502020204030204" pitchFamily="34" charset="0"/>
                          <a:cs typeface="Times New Roman" panose="02020603050405020304" pitchFamily="18" charset="0"/>
                        </a:rPr>
                        <a:t>2021</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dirty="0">
                          <a:solidFill>
                            <a:schemeClr val="tx1"/>
                          </a:solidFill>
                          <a:effectLst/>
                          <a:latin typeface="+mn-lt"/>
                          <a:ea typeface="Calibri" panose="020F0502020204030204" pitchFamily="34" charset="0"/>
                          <a:cs typeface="Times New Roman" panose="02020603050405020304" pitchFamily="18" charset="0"/>
                        </a:rPr>
                        <a:t>Zhao &amp; Chen – “Adaptive Network Coding for VANETs”</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Adaptive NC with Mobility-Aware Models in NS-3 Simulator.</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Improved data transmission rates in dynamic environments.</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Dynamic adaptability</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Insufficient empirical evidence.</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Packet Delivery Rate, Transit Time, Network Effectiveness.</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extLst>
                  <a:ext uri="{0D108BD9-81ED-4DB2-BD59-A6C34878D82A}">
                    <a16:rowId xmlns:a16="http://schemas.microsoft.com/office/drawing/2014/main" val="2909132978"/>
                  </a:ext>
                </a:extLst>
              </a:tr>
              <a:tr h="771732">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2022</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dirty="0">
                          <a:solidFill>
                            <a:schemeClr val="tx1"/>
                          </a:solidFill>
                          <a:effectLst/>
                          <a:latin typeface="+mn-lt"/>
                          <a:ea typeface="Calibri" panose="020F0502020204030204" pitchFamily="34" charset="0"/>
                          <a:cs typeface="Times New Roman" panose="02020603050405020304" pitchFamily="18" charset="0"/>
                        </a:rPr>
                        <a:t>Wang et al. – “RLNC for Delay-Tolerant Wireless Networks”</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dirty="0">
                          <a:solidFill>
                            <a:schemeClr val="tx1"/>
                          </a:solidFill>
                          <a:effectLst/>
                          <a:latin typeface="+mn-lt"/>
                          <a:ea typeface="Calibri" panose="020F0502020204030204" pitchFamily="34" charset="0"/>
                          <a:cs typeface="Times New Roman" panose="02020603050405020304" pitchFamily="18" charset="0"/>
                        </a:rPr>
                        <a:t>Computational modeling and Monte Carlo simulations.</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Enhanced dependability in networks with limited connectivity.</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Robust under packet loss</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lgn="just">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Performance not evaluated.</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400" i="0" kern="100">
                          <a:solidFill>
                            <a:schemeClr val="tx1"/>
                          </a:solidFill>
                          <a:effectLst/>
                          <a:latin typeface="+mn-lt"/>
                          <a:ea typeface="Calibri" panose="020F0502020204030204" pitchFamily="34" charset="0"/>
                          <a:cs typeface="Times New Roman" panose="02020603050405020304" pitchFamily="18" charset="0"/>
                        </a:rPr>
                        <a:t>Reliability, delay, data excess</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extLst>
                  <a:ext uri="{0D108BD9-81ED-4DB2-BD59-A6C34878D82A}">
                    <a16:rowId xmlns:a16="http://schemas.microsoft.com/office/drawing/2014/main" val="3630629377"/>
                  </a:ext>
                </a:extLst>
              </a:tr>
              <a:tr h="667444">
                <a:tc>
                  <a:txBody>
                    <a:bodyPr/>
                    <a:lstStyle/>
                    <a:p>
                      <a:pPr marL="0" marR="0">
                        <a:spcAft>
                          <a:spcPts val="1000"/>
                        </a:spcAft>
                        <a:buNone/>
                      </a:pPr>
                      <a:r>
                        <a:rPr lang="en-US" sz="1200" i="0" kern="100">
                          <a:solidFill>
                            <a:schemeClr val="tx1"/>
                          </a:solidFill>
                          <a:effectLst/>
                          <a:latin typeface="+mn-lt"/>
                          <a:ea typeface="Calibri" panose="020F0502020204030204" pitchFamily="34" charset="0"/>
                          <a:cs typeface="Times New Roman" panose="02020603050405020304" pitchFamily="18" charset="0"/>
                        </a:rPr>
                        <a:t>2023</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a:solidFill>
                            <a:schemeClr val="tx1"/>
                          </a:solidFill>
                          <a:effectLst/>
                          <a:latin typeface="+mn-lt"/>
                          <a:ea typeface="Calibri" panose="020F0502020204030204" pitchFamily="34" charset="0"/>
                          <a:cs typeface="Times New Roman" panose="02020603050405020304" pitchFamily="18" charset="0"/>
                        </a:rPr>
                        <a:t>Ahmed et al. - "MQTT-based network coding for IOT"</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dirty="0">
                          <a:solidFill>
                            <a:schemeClr val="tx1"/>
                          </a:solidFill>
                          <a:effectLst/>
                          <a:latin typeface="+mn-lt"/>
                          <a:ea typeface="Calibri" panose="020F0502020204030204" pitchFamily="34" charset="0"/>
                          <a:cs typeface="Times New Roman" panose="02020603050405020304" pitchFamily="18" charset="0"/>
                        </a:rPr>
                        <a:t>NC integrated with MQT in Smart Agriculture IOT</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dirty="0">
                          <a:solidFill>
                            <a:schemeClr val="tx1"/>
                          </a:solidFill>
                          <a:effectLst/>
                          <a:latin typeface="+mn-lt"/>
                          <a:ea typeface="Calibri" panose="020F0502020204030204" pitchFamily="34" charset="0"/>
                          <a:cs typeface="Times New Roman" panose="02020603050405020304" pitchFamily="18" charset="0"/>
                        </a:rPr>
                        <a:t>Increased reliability and energy savings</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a:solidFill>
                            <a:schemeClr val="tx1"/>
                          </a:solidFill>
                          <a:effectLst/>
                          <a:latin typeface="+mn-lt"/>
                          <a:ea typeface="Calibri" panose="020F0502020204030204" pitchFamily="34" charset="0"/>
                          <a:cs typeface="Times New Roman" panose="02020603050405020304" pitchFamily="18" charset="0"/>
                        </a:rPr>
                        <a:t>Real world IoT application</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a:solidFill>
                            <a:schemeClr val="tx1"/>
                          </a:solidFill>
                          <a:effectLst/>
                          <a:latin typeface="+mn-lt"/>
                          <a:ea typeface="Calibri" panose="020F0502020204030204" pitchFamily="34" charset="0"/>
                          <a:cs typeface="Times New Roman" panose="02020603050405020304" pitchFamily="18" charset="0"/>
                        </a:rPr>
                        <a:t>Limited scalability analysis</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dirty="0">
                          <a:solidFill>
                            <a:schemeClr val="tx1"/>
                          </a:solidFill>
                          <a:effectLst/>
                          <a:latin typeface="+mn-lt"/>
                          <a:ea typeface="Calibri" panose="020F0502020204030204" pitchFamily="34" charset="0"/>
                          <a:cs typeface="Times New Roman" panose="02020603050405020304" pitchFamily="18" charset="0"/>
                        </a:rPr>
                        <a:t>Use of energy, reliability, data throughput</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extLst>
                  <a:ext uri="{0D108BD9-81ED-4DB2-BD59-A6C34878D82A}">
                    <a16:rowId xmlns:a16="http://schemas.microsoft.com/office/drawing/2014/main" val="159671996"/>
                  </a:ext>
                </a:extLst>
              </a:tr>
              <a:tr h="1041283">
                <a:tc>
                  <a:txBody>
                    <a:bodyPr/>
                    <a:lstStyle/>
                    <a:p>
                      <a:pPr marL="0" marR="0">
                        <a:spcAft>
                          <a:spcPts val="1000"/>
                        </a:spcAft>
                        <a:buNone/>
                      </a:pPr>
                      <a:r>
                        <a:rPr lang="en-US" sz="1200" i="0" kern="100">
                          <a:solidFill>
                            <a:schemeClr val="tx1"/>
                          </a:solidFill>
                          <a:effectLst/>
                          <a:latin typeface="+mn-lt"/>
                          <a:ea typeface="Calibri" panose="020F0502020204030204" pitchFamily="34" charset="0"/>
                          <a:cs typeface="Times New Roman" panose="02020603050405020304" pitchFamily="18" charset="0"/>
                        </a:rPr>
                        <a:t>2024</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a:solidFill>
                            <a:schemeClr val="tx1"/>
                          </a:solidFill>
                          <a:effectLst/>
                          <a:latin typeface="+mn-lt"/>
                          <a:ea typeface="Calibri" panose="020F0502020204030204" pitchFamily="34" charset="0"/>
                          <a:cs typeface="Times New Roman" panose="02020603050405020304" pitchFamily="18" charset="0"/>
                        </a:rPr>
                        <a:t>Kim and U-"ML-operated NC in Wireless Aries Network"</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a:solidFill>
                            <a:schemeClr val="tx1"/>
                          </a:solidFill>
                          <a:effectLst/>
                          <a:latin typeface="+mn-lt"/>
                          <a:ea typeface="Calibri" panose="020F0502020204030204" pitchFamily="34" charset="0"/>
                          <a:cs typeface="Times New Roman" panose="02020603050405020304" pitchFamily="18" charset="0"/>
                        </a:rPr>
                        <a:t>Hybrid ML-NC approach using reinforcement learning</a:t>
                      </a:r>
                      <a:endParaRPr lang="en-US" sz="1050" i="1" kern="10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dirty="0">
                          <a:solidFill>
                            <a:schemeClr val="tx1"/>
                          </a:solidFill>
                          <a:effectLst/>
                          <a:latin typeface="+mn-lt"/>
                          <a:ea typeface="Calibri" panose="020F0502020204030204" pitchFamily="34" charset="0"/>
                          <a:cs typeface="Times New Roman" panose="02020603050405020304" pitchFamily="18" charset="0"/>
                        </a:rPr>
                        <a:t>Adaptive coding enhances the efficiency of data processing.</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dirty="0">
                          <a:solidFill>
                            <a:schemeClr val="tx1"/>
                          </a:solidFill>
                          <a:effectLst/>
                          <a:latin typeface="+mn-lt"/>
                          <a:ea typeface="Calibri" panose="020F0502020204030204" pitchFamily="34" charset="0"/>
                          <a:cs typeface="Times New Roman" panose="02020603050405020304" pitchFamily="18" charset="0"/>
                        </a:rPr>
                        <a:t>Guessable adaptability</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dirty="0">
                          <a:solidFill>
                            <a:schemeClr val="tx1"/>
                          </a:solidFill>
                          <a:effectLst/>
                          <a:latin typeface="+mn-lt"/>
                          <a:ea typeface="Calibri" panose="020F0502020204030204" pitchFamily="34" charset="0"/>
                          <a:cs typeface="Times New Roman" panose="02020603050405020304" pitchFamily="18" charset="0"/>
                        </a:rPr>
                        <a:t>High overhead and model training complexity</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tc>
                  <a:txBody>
                    <a:bodyPr/>
                    <a:lstStyle/>
                    <a:p>
                      <a:pPr marL="0" marR="0">
                        <a:spcAft>
                          <a:spcPts val="1000"/>
                        </a:spcAft>
                        <a:buNone/>
                      </a:pPr>
                      <a:r>
                        <a:rPr lang="en-US" sz="1200" i="0" kern="100" dirty="0">
                          <a:solidFill>
                            <a:schemeClr val="tx1"/>
                          </a:solidFill>
                          <a:effectLst/>
                          <a:latin typeface="+mn-lt"/>
                          <a:ea typeface="Calibri" panose="020F0502020204030204" pitchFamily="34" charset="0"/>
                          <a:cs typeface="Times New Roman" panose="02020603050405020304" pitchFamily="18" charset="0"/>
                        </a:rPr>
                        <a:t>This is about the factors such as throughput, adaptability, and network load.</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p>
                      <a:pPr marL="0" marR="0">
                        <a:spcAft>
                          <a:spcPts val="1000"/>
                        </a:spcAft>
                        <a:buNone/>
                      </a:pPr>
                      <a:r>
                        <a:rPr lang="en-US" sz="1200" i="0" kern="100" dirty="0">
                          <a:solidFill>
                            <a:schemeClr val="tx1"/>
                          </a:solidFill>
                          <a:effectLst/>
                          <a:latin typeface="+mn-lt"/>
                          <a:ea typeface="Calibri" panose="020F0502020204030204" pitchFamily="34" charset="0"/>
                          <a:cs typeface="Times New Roman" panose="02020603050405020304" pitchFamily="18" charset="0"/>
                        </a:rPr>
                        <a:t> </a:t>
                      </a:r>
                      <a:endParaRPr lang="en-US" sz="1050" i="1" kern="100" dirty="0">
                        <a:solidFill>
                          <a:schemeClr val="tx1"/>
                        </a:solidFill>
                        <a:effectLst/>
                        <a:latin typeface="+mn-lt"/>
                        <a:ea typeface="Calibri" panose="020F0502020204030204" pitchFamily="34" charset="0"/>
                        <a:cs typeface="Times New Roman" panose="02020603050405020304" pitchFamily="18" charset="0"/>
                      </a:endParaRPr>
                    </a:p>
                  </a:txBody>
                  <a:tcPr marL="50751" marR="50751" marT="0" marB="0"/>
                </a:tc>
                <a:extLst>
                  <a:ext uri="{0D108BD9-81ED-4DB2-BD59-A6C34878D82A}">
                    <a16:rowId xmlns:a16="http://schemas.microsoft.com/office/drawing/2014/main" val="2291961799"/>
                  </a:ext>
                </a:extLst>
              </a:tr>
            </a:tbl>
          </a:graphicData>
        </a:graphic>
      </p:graphicFrame>
    </p:spTree>
    <p:extLst>
      <p:ext uri="{BB962C8B-B14F-4D97-AF65-F5344CB8AC3E}">
        <p14:creationId xmlns:p14="http://schemas.microsoft.com/office/powerpoint/2010/main" val="242598105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8B1E28-4339-B754-D0B1-B103DB3EFC95}"/>
              </a:ext>
            </a:extLst>
          </p:cNvPr>
          <p:cNvPicPr>
            <a:picLocks noChangeAspect="1"/>
          </p:cNvPicPr>
          <p:nvPr/>
        </p:nvPicPr>
        <p:blipFill>
          <a:blip r:embed="rId2">
            <a:duotone>
              <a:schemeClr val="bg2">
                <a:shade val="45000"/>
                <a:satMod val="135000"/>
              </a:schemeClr>
              <a:prstClr val="white"/>
            </a:duotone>
          </a:blip>
          <a:srcRect t="23743" b="125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070459-D27B-2394-0927-578B8308EA34}"/>
              </a:ext>
            </a:extLst>
          </p:cNvPr>
          <p:cNvSpPr>
            <a:spLocks noGrp="1"/>
          </p:cNvSpPr>
          <p:nvPr>
            <p:ph type="title"/>
          </p:nvPr>
        </p:nvSpPr>
        <p:spPr>
          <a:xfrm>
            <a:off x="838200" y="365125"/>
            <a:ext cx="10515600" cy="1325563"/>
          </a:xfrm>
        </p:spPr>
        <p:txBody>
          <a:bodyPr>
            <a:normAutofit/>
          </a:bodyPr>
          <a:lstStyle/>
          <a:p>
            <a:r>
              <a:rPr lang="en-US" b="1"/>
              <a:t>Theoretical Foundations of Network Coding</a:t>
            </a:r>
            <a:endParaRPr lang="en-US"/>
          </a:p>
        </p:txBody>
      </p:sp>
      <p:graphicFrame>
        <p:nvGraphicFramePr>
          <p:cNvPr id="5" name="Content Placeholder 2">
            <a:extLst>
              <a:ext uri="{FF2B5EF4-FFF2-40B4-BE49-F238E27FC236}">
                <a16:creationId xmlns:a16="http://schemas.microsoft.com/office/drawing/2014/main" id="{51C61C06-6C9A-562E-2DC1-3F9D0080585D}"/>
              </a:ext>
            </a:extLst>
          </p:cNvPr>
          <p:cNvGraphicFramePr>
            <a:graphicFrameLocks noGrp="1"/>
          </p:cNvGraphicFramePr>
          <p:nvPr>
            <p:ph idx="1"/>
            <p:extLst>
              <p:ext uri="{D42A27DB-BD31-4B8C-83A1-F6EECF244321}">
                <p14:modId xmlns:p14="http://schemas.microsoft.com/office/powerpoint/2010/main" val="309418168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7E8B76D7-DDFA-BB74-2D47-8D38F47A9629}"/>
              </a:ext>
            </a:extLst>
          </p:cNvPr>
          <p:cNvSpPr>
            <a:spLocks noGrp="1"/>
          </p:cNvSpPr>
          <p:nvPr>
            <p:ph type="sldNum" sz="quarter" idx="12"/>
          </p:nvPr>
        </p:nvSpPr>
        <p:spPr/>
        <p:txBody>
          <a:bodyPr/>
          <a:lstStyle/>
          <a:p>
            <a:fld id="{226080AA-B5C9-4B10-A5AE-9455422192CD}" type="slidenum">
              <a:rPr lang="en-US" smtClean="0"/>
              <a:t>9</a:t>
            </a:fld>
            <a:endParaRPr lang="en-US"/>
          </a:p>
        </p:txBody>
      </p:sp>
    </p:spTree>
    <p:extLst>
      <p:ext uri="{BB962C8B-B14F-4D97-AF65-F5344CB8AC3E}">
        <p14:creationId xmlns:p14="http://schemas.microsoft.com/office/powerpoint/2010/main" val="266849900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2A8E32-1518-156A-E227-03A5B06133DB}"/>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51DB4D-3122-D26D-E44E-76E4DA4ED401}"/>
              </a:ext>
            </a:extLst>
          </p:cNvPr>
          <p:cNvSpPr>
            <a:spLocks noGrp="1"/>
          </p:cNvSpPr>
          <p:nvPr>
            <p:ph type="title"/>
          </p:nvPr>
        </p:nvSpPr>
        <p:spPr>
          <a:xfrm>
            <a:off x="838200" y="365125"/>
            <a:ext cx="10515600" cy="1325563"/>
          </a:xfrm>
        </p:spPr>
        <p:txBody>
          <a:bodyPr>
            <a:normAutofit/>
          </a:bodyPr>
          <a:lstStyle/>
          <a:p>
            <a:r>
              <a:rPr lang="en-US" b="1" dirty="0"/>
              <a:t>Network Coding Techniques for Wireless Applications</a:t>
            </a:r>
            <a:endParaRPr lang="en-US" dirty="0"/>
          </a:p>
        </p:txBody>
      </p:sp>
      <p:graphicFrame>
        <p:nvGraphicFramePr>
          <p:cNvPr id="7" name="Content Placeholder 2">
            <a:extLst>
              <a:ext uri="{FF2B5EF4-FFF2-40B4-BE49-F238E27FC236}">
                <a16:creationId xmlns:a16="http://schemas.microsoft.com/office/drawing/2014/main" id="{0C307DE7-23E3-3EA0-65A6-DFFF8F0F9BAF}"/>
              </a:ext>
            </a:extLst>
          </p:cNvPr>
          <p:cNvGraphicFramePr>
            <a:graphicFrameLocks noGrp="1"/>
          </p:cNvGraphicFramePr>
          <p:nvPr>
            <p:ph idx="1"/>
            <p:extLst>
              <p:ext uri="{D42A27DB-BD31-4B8C-83A1-F6EECF244321}">
                <p14:modId xmlns:p14="http://schemas.microsoft.com/office/powerpoint/2010/main" val="312172805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DB10784B-9EE7-1EE0-1948-0105E612C5D0}"/>
              </a:ext>
            </a:extLst>
          </p:cNvPr>
          <p:cNvSpPr>
            <a:spLocks noGrp="1"/>
          </p:cNvSpPr>
          <p:nvPr>
            <p:ph type="sldNum" sz="quarter" idx="12"/>
          </p:nvPr>
        </p:nvSpPr>
        <p:spPr/>
        <p:txBody>
          <a:bodyPr/>
          <a:lstStyle/>
          <a:p>
            <a:fld id="{226080AA-B5C9-4B10-A5AE-9455422192CD}" type="slidenum">
              <a:rPr lang="en-US" smtClean="0"/>
              <a:t>10</a:t>
            </a:fld>
            <a:endParaRPr lang="en-US"/>
          </a:p>
        </p:txBody>
      </p:sp>
    </p:spTree>
    <p:extLst>
      <p:ext uri="{BB962C8B-B14F-4D97-AF65-F5344CB8AC3E}">
        <p14:creationId xmlns:p14="http://schemas.microsoft.com/office/powerpoint/2010/main" val="20531623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lose-up of a white surface&#10;&#10;AI-generated content may be incorrect.">
            <a:extLst>
              <a:ext uri="{FF2B5EF4-FFF2-40B4-BE49-F238E27FC236}">
                <a16:creationId xmlns:a16="http://schemas.microsoft.com/office/drawing/2014/main" id="{3369ACE6-F179-B353-3188-5F16FB89B90A}"/>
              </a:ext>
            </a:extLst>
          </p:cNvPr>
          <p:cNvPicPr>
            <a:picLocks noChangeAspect="1"/>
          </p:cNvPicPr>
          <p:nvPr/>
        </p:nvPicPr>
        <p:blipFill>
          <a:blip r:embed="rId2">
            <a:duotone>
              <a:schemeClr val="bg2">
                <a:shade val="45000"/>
                <a:satMod val="135000"/>
              </a:schemeClr>
              <a:prstClr val="white"/>
            </a:duotone>
          </a:blip>
          <a:srcRect t="12686" b="272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A7240-0B36-093B-F5CD-01DB55FD48A8}"/>
              </a:ext>
            </a:extLst>
          </p:cNvPr>
          <p:cNvSpPr>
            <a:spLocks noGrp="1"/>
          </p:cNvSpPr>
          <p:nvPr>
            <p:ph type="title"/>
          </p:nvPr>
        </p:nvSpPr>
        <p:spPr>
          <a:xfrm>
            <a:off x="838200" y="365125"/>
            <a:ext cx="10515600" cy="1325563"/>
          </a:xfrm>
        </p:spPr>
        <p:txBody>
          <a:bodyPr>
            <a:normAutofit/>
          </a:bodyPr>
          <a:lstStyle/>
          <a:p>
            <a:r>
              <a:rPr lang="en-US" b="1"/>
              <a:t>Performance Analysis and Metrics</a:t>
            </a:r>
            <a:endParaRPr lang="en-US"/>
          </a:p>
        </p:txBody>
      </p:sp>
      <p:graphicFrame>
        <p:nvGraphicFramePr>
          <p:cNvPr id="5" name="Content Placeholder 2">
            <a:extLst>
              <a:ext uri="{FF2B5EF4-FFF2-40B4-BE49-F238E27FC236}">
                <a16:creationId xmlns:a16="http://schemas.microsoft.com/office/drawing/2014/main" id="{D5B4E19B-2B79-14C8-ABE6-8AF381764156}"/>
              </a:ext>
            </a:extLst>
          </p:cNvPr>
          <p:cNvGraphicFramePr>
            <a:graphicFrameLocks noGrp="1"/>
          </p:cNvGraphicFramePr>
          <p:nvPr>
            <p:ph idx="1"/>
            <p:extLst>
              <p:ext uri="{D42A27DB-BD31-4B8C-83A1-F6EECF244321}">
                <p14:modId xmlns:p14="http://schemas.microsoft.com/office/powerpoint/2010/main" val="304870565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E4EC3A7-512B-46EF-5823-FBEEFC88B578}"/>
              </a:ext>
            </a:extLst>
          </p:cNvPr>
          <p:cNvSpPr>
            <a:spLocks noGrp="1"/>
          </p:cNvSpPr>
          <p:nvPr>
            <p:ph type="sldNum" sz="quarter" idx="12"/>
          </p:nvPr>
        </p:nvSpPr>
        <p:spPr/>
        <p:txBody>
          <a:bodyPr/>
          <a:lstStyle/>
          <a:p>
            <a:fld id="{226080AA-B5C9-4B10-A5AE-9455422192CD}" type="slidenum">
              <a:rPr lang="en-US" smtClean="0"/>
              <a:t>11</a:t>
            </a:fld>
            <a:endParaRPr lang="en-US"/>
          </a:p>
        </p:txBody>
      </p:sp>
    </p:spTree>
    <p:extLst>
      <p:ext uri="{BB962C8B-B14F-4D97-AF65-F5344CB8AC3E}">
        <p14:creationId xmlns:p14="http://schemas.microsoft.com/office/powerpoint/2010/main" val="295249349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9E4A4-94B9-EC1C-06A8-D7A60C051306}"/>
              </a:ext>
            </a:extLst>
          </p:cNvPr>
          <p:cNvSpPr>
            <a:spLocks noGrp="1"/>
          </p:cNvSpPr>
          <p:nvPr>
            <p:ph type="title"/>
          </p:nvPr>
        </p:nvSpPr>
        <p:spPr>
          <a:xfrm>
            <a:off x="838200" y="365126"/>
            <a:ext cx="10515600" cy="983228"/>
          </a:xfrm>
        </p:spPr>
        <p:txBody>
          <a:bodyPr>
            <a:normAutofit/>
          </a:bodyPr>
          <a:lstStyle/>
          <a:p>
            <a:pPr algn="ctr"/>
            <a:r>
              <a:rPr lang="en-US" sz="4000" b="1" dirty="0"/>
              <a:t>Applications in Wireless Networks</a:t>
            </a:r>
            <a:endParaRPr lang="en-US" sz="4000" dirty="0"/>
          </a:p>
        </p:txBody>
      </p:sp>
      <p:graphicFrame>
        <p:nvGraphicFramePr>
          <p:cNvPr id="5" name="Content Placeholder 2">
            <a:extLst>
              <a:ext uri="{FF2B5EF4-FFF2-40B4-BE49-F238E27FC236}">
                <a16:creationId xmlns:a16="http://schemas.microsoft.com/office/drawing/2014/main" id="{1EE1AF69-F13A-5837-CCB0-FD448B8BEBF4}"/>
              </a:ext>
            </a:extLst>
          </p:cNvPr>
          <p:cNvGraphicFramePr>
            <a:graphicFrameLocks noGrp="1"/>
          </p:cNvGraphicFramePr>
          <p:nvPr>
            <p:ph idx="1"/>
          </p:nvPr>
        </p:nvGraphicFramePr>
        <p:xfrm>
          <a:off x="838200" y="1627322"/>
          <a:ext cx="10515600" cy="45496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03ABB40E-97A2-A635-8042-74DF467C7227}"/>
              </a:ext>
            </a:extLst>
          </p:cNvPr>
          <p:cNvSpPr>
            <a:spLocks noGrp="1"/>
          </p:cNvSpPr>
          <p:nvPr>
            <p:ph type="sldNum" sz="quarter" idx="12"/>
          </p:nvPr>
        </p:nvSpPr>
        <p:spPr/>
        <p:txBody>
          <a:bodyPr/>
          <a:lstStyle/>
          <a:p>
            <a:fld id="{226080AA-B5C9-4B10-A5AE-9455422192CD}" type="slidenum">
              <a:rPr lang="en-US" smtClean="0"/>
              <a:t>12</a:t>
            </a:fld>
            <a:endParaRPr lang="en-US"/>
          </a:p>
        </p:txBody>
      </p:sp>
    </p:spTree>
    <p:extLst>
      <p:ext uri="{BB962C8B-B14F-4D97-AF65-F5344CB8AC3E}">
        <p14:creationId xmlns:p14="http://schemas.microsoft.com/office/powerpoint/2010/main" val="256581240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blurry blue and yellow background&#10;&#10;AI-generated content may be incorrect.">
            <a:extLst>
              <a:ext uri="{FF2B5EF4-FFF2-40B4-BE49-F238E27FC236}">
                <a16:creationId xmlns:a16="http://schemas.microsoft.com/office/drawing/2014/main" id="{C568803F-058B-32A2-3205-515E4830A2B5}"/>
              </a:ext>
            </a:extLst>
          </p:cNvPr>
          <p:cNvPicPr>
            <a:picLocks noChangeAspect="1"/>
          </p:cNvPicPr>
          <p:nvPr/>
        </p:nvPicPr>
        <p:blipFill>
          <a:blip r:embed="rId2">
            <a:duotone>
              <a:schemeClr val="bg2">
                <a:shade val="45000"/>
                <a:satMod val="135000"/>
              </a:schemeClr>
              <a:prstClr val="white"/>
            </a:duotone>
          </a:blip>
          <a:srcRect t="17582"/>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0FAB01-DF87-6526-E990-0E091CE8A612}"/>
              </a:ext>
            </a:extLst>
          </p:cNvPr>
          <p:cNvSpPr>
            <a:spLocks noGrp="1"/>
          </p:cNvSpPr>
          <p:nvPr>
            <p:ph type="title"/>
          </p:nvPr>
        </p:nvSpPr>
        <p:spPr>
          <a:xfrm>
            <a:off x="838200" y="365125"/>
            <a:ext cx="10515600" cy="1325563"/>
          </a:xfrm>
        </p:spPr>
        <p:txBody>
          <a:bodyPr>
            <a:normAutofit/>
          </a:bodyPr>
          <a:lstStyle/>
          <a:p>
            <a:r>
              <a:rPr lang="en-US" b="1"/>
              <a:t>Challenges and Limitations</a:t>
            </a:r>
            <a:endParaRPr lang="en-US"/>
          </a:p>
        </p:txBody>
      </p:sp>
      <p:graphicFrame>
        <p:nvGraphicFramePr>
          <p:cNvPr id="5" name="Content Placeholder 2">
            <a:extLst>
              <a:ext uri="{FF2B5EF4-FFF2-40B4-BE49-F238E27FC236}">
                <a16:creationId xmlns:a16="http://schemas.microsoft.com/office/drawing/2014/main" id="{8FD69FDF-4C7F-6B04-CFAD-29181A493DFA}"/>
              </a:ext>
            </a:extLst>
          </p:cNvPr>
          <p:cNvGraphicFramePr>
            <a:graphicFrameLocks noGrp="1"/>
          </p:cNvGraphicFramePr>
          <p:nvPr>
            <p:ph idx="1"/>
            <p:extLst>
              <p:ext uri="{D42A27DB-BD31-4B8C-83A1-F6EECF244321}">
                <p14:modId xmlns:p14="http://schemas.microsoft.com/office/powerpoint/2010/main" val="244489807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579EBDA0-38F9-ABB8-1827-219BA4214BC2}"/>
              </a:ext>
            </a:extLst>
          </p:cNvPr>
          <p:cNvSpPr>
            <a:spLocks noGrp="1"/>
          </p:cNvSpPr>
          <p:nvPr>
            <p:ph type="sldNum" sz="quarter" idx="12"/>
          </p:nvPr>
        </p:nvSpPr>
        <p:spPr/>
        <p:txBody>
          <a:bodyPr/>
          <a:lstStyle/>
          <a:p>
            <a:fld id="{226080AA-B5C9-4B10-A5AE-9455422192CD}" type="slidenum">
              <a:rPr lang="en-US" smtClean="0"/>
              <a:t>13</a:t>
            </a:fld>
            <a:endParaRPr lang="en-US"/>
          </a:p>
        </p:txBody>
      </p:sp>
    </p:spTree>
    <p:extLst>
      <p:ext uri="{BB962C8B-B14F-4D97-AF65-F5344CB8AC3E}">
        <p14:creationId xmlns:p14="http://schemas.microsoft.com/office/powerpoint/2010/main" val="29840167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blue and green background&#10;&#10;AI-generated content may be incorrect.">
            <a:extLst>
              <a:ext uri="{FF2B5EF4-FFF2-40B4-BE49-F238E27FC236}">
                <a16:creationId xmlns:a16="http://schemas.microsoft.com/office/drawing/2014/main" id="{E4B9AC6C-A8A2-8391-1FB5-B744B3623AA3}"/>
              </a:ext>
            </a:extLst>
          </p:cNvPr>
          <p:cNvPicPr>
            <a:picLocks noChangeAspect="1"/>
          </p:cNvPicPr>
          <p:nvPr/>
        </p:nvPicPr>
        <p:blipFill>
          <a:blip r:embed="rId2">
            <a:duotone>
              <a:schemeClr val="bg2">
                <a:shade val="45000"/>
                <a:satMod val="135000"/>
              </a:schemeClr>
              <a:prstClr val="white"/>
            </a:duotone>
          </a:blip>
          <a:srcRect t="3859" b="11872"/>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830312-FD87-01C5-1EEB-EF851F47A199}"/>
              </a:ext>
            </a:extLst>
          </p:cNvPr>
          <p:cNvSpPr>
            <a:spLocks noGrp="1"/>
          </p:cNvSpPr>
          <p:nvPr>
            <p:ph type="title"/>
          </p:nvPr>
        </p:nvSpPr>
        <p:spPr>
          <a:xfrm>
            <a:off x="838200" y="365125"/>
            <a:ext cx="10515600" cy="1325563"/>
          </a:xfrm>
        </p:spPr>
        <p:txBody>
          <a:bodyPr>
            <a:normAutofit/>
          </a:bodyPr>
          <a:lstStyle/>
          <a:p>
            <a:r>
              <a:rPr lang="en-US" b="1"/>
              <a:t>Recent Advances and Future Directions</a:t>
            </a:r>
            <a:endParaRPr lang="en-US"/>
          </a:p>
        </p:txBody>
      </p:sp>
      <p:graphicFrame>
        <p:nvGraphicFramePr>
          <p:cNvPr id="5" name="Content Placeholder 2">
            <a:extLst>
              <a:ext uri="{FF2B5EF4-FFF2-40B4-BE49-F238E27FC236}">
                <a16:creationId xmlns:a16="http://schemas.microsoft.com/office/drawing/2014/main" id="{EE039C51-EBC1-EF44-CE2E-C1A2CEBA9BD9}"/>
              </a:ext>
            </a:extLst>
          </p:cNvPr>
          <p:cNvGraphicFramePr>
            <a:graphicFrameLocks noGrp="1"/>
          </p:cNvGraphicFramePr>
          <p:nvPr>
            <p:ph idx="1"/>
            <p:extLst>
              <p:ext uri="{D42A27DB-BD31-4B8C-83A1-F6EECF244321}">
                <p14:modId xmlns:p14="http://schemas.microsoft.com/office/powerpoint/2010/main" val="317557440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0E4EB507-8053-521A-84D0-35DFCE599477}"/>
              </a:ext>
            </a:extLst>
          </p:cNvPr>
          <p:cNvSpPr>
            <a:spLocks noGrp="1"/>
          </p:cNvSpPr>
          <p:nvPr>
            <p:ph type="sldNum" sz="quarter" idx="12"/>
          </p:nvPr>
        </p:nvSpPr>
        <p:spPr/>
        <p:txBody>
          <a:bodyPr/>
          <a:lstStyle/>
          <a:p>
            <a:fld id="{226080AA-B5C9-4B10-A5AE-9455422192CD}" type="slidenum">
              <a:rPr lang="en-US" smtClean="0"/>
              <a:t>14</a:t>
            </a:fld>
            <a:endParaRPr lang="en-US"/>
          </a:p>
        </p:txBody>
      </p:sp>
    </p:spTree>
    <p:extLst>
      <p:ext uri="{BB962C8B-B14F-4D97-AF65-F5344CB8AC3E}">
        <p14:creationId xmlns:p14="http://schemas.microsoft.com/office/powerpoint/2010/main" val="225394367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54776-7D15-9F09-2DA3-4E8A0385667E}"/>
              </a:ext>
            </a:extLst>
          </p:cNvPr>
          <p:cNvSpPr>
            <a:spLocks noGrp="1"/>
          </p:cNvSpPr>
          <p:nvPr>
            <p:ph type="title"/>
          </p:nvPr>
        </p:nvSpPr>
        <p:spPr>
          <a:xfrm>
            <a:off x="838200" y="365125"/>
            <a:ext cx="10515600" cy="626767"/>
          </a:xfrm>
        </p:spPr>
        <p:txBody>
          <a:bodyPr>
            <a:normAutofit fontScale="90000"/>
          </a:bodyPr>
          <a:lstStyle/>
          <a:p>
            <a:pPr algn="ctr"/>
            <a:r>
              <a:rPr lang="en-US" sz="4000" b="1" dirty="0"/>
              <a:t>Conclusion</a:t>
            </a:r>
            <a:endParaRPr lang="en-US" sz="4000" dirty="0"/>
          </a:p>
        </p:txBody>
      </p:sp>
      <p:sp>
        <p:nvSpPr>
          <p:cNvPr id="3" name="Content Placeholder 2">
            <a:extLst>
              <a:ext uri="{FF2B5EF4-FFF2-40B4-BE49-F238E27FC236}">
                <a16:creationId xmlns:a16="http://schemas.microsoft.com/office/drawing/2014/main" id="{FECAC2C0-A43B-7E31-5737-3CD1135C7FF8}"/>
              </a:ext>
            </a:extLst>
          </p:cNvPr>
          <p:cNvSpPr>
            <a:spLocks noGrp="1"/>
          </p:cNvSpPr>
          <p:nvPr>
            <p:ph idx="1"/>
          </p:nvPr>
        </p:nvSpPr>
        <p:spPr>
          <a:xfrm>
            <a:off x="838200" y="1100380"/>
            <a:ext cx="10515600" cy="5076583"/>
          </a:xfrm>
        </p:spPr>
        <p:txBody>
          <a:bodyPr>
            <a:normAutofit lnSpcReduction="10000"/>
          </a:bodyPr>
          <a:lstStyle/>
          <a:p>
            <a:r>
              <a:rPr lang="en-US" b="1" dirty="0"/>
              <a:t>Summary of Impact:</a:t>
            </a:r>
            <a:r>
              <a:rPr lang="en-US" dirty="0"/>
              <a:t> Network coding has significantly improved wireless communication.</a:t>
            </a:r>
          </a:p>
          <a:p>
            <a:r>
              <a:rPr lang="en-US" b="1" dirty="0"/>
              <a:t>Key Enhancements:</a:t>
            </a:r>
            <a:r>
              <a:rPr lang="en-US" dirty="0"/>
              <a:t> Throughput, robustness, and spectrum efficiency.</a:t>
            </a:r>
          </a:p>
          <a:p>
            <a:r>
              <a:rPr lang="en-US" b="1" dirty="0"/>
              <a:t>Superiority:</a:t>
            </a:r>
            <a:r>
              <a:rPr lang="en-US" dirty="0"/>
              <a:t> Outperforms traditional routing in multicast and cooperative scenarios.</a:t>
            </a:r>
          </a:p>
          <a:p>
            <a:r>
              <a:rPr lang="en-US" b="1" dirty="0"/>
              <a:t>Versatility:</a:t>
            </a:r>
            <a:r>
              <a:rPr lang="en-US" dirty="0"/>
              <a:t> Various coding techniques (linear, analog, opportunistic) suitable for real-world environments.</a:t>
            </a:r>
          </a:p>
          <a:p>
            <a:r>
              <a:rPr lang="en-US" b="1" dirty="0"/>
              <a:t>Future Outlook:</a:t>
            </a:r>
            <a:r>
              <a:rPr lang="en-US" dirty="0"/>
              <a:t>Despite implementation challenges, advancements in hardware and software support deployment.</a:t>
            </a:r>
          </a:p>
          <a:p>
            <a:r>
              <a:rPr lang="en-US" dirty="0"/>
              <a:t>Scalability and adaptability confirmed for evolving wireless standards (IoT, MANETs, 5G).</a:t>
            </a:r>
          </a:p>
          <a:p>
            <a:pPr marL="0" indent="0">
              <a:buNone/>
            </a:pPr>
            <a:endParaRPr lang="en-US" dirty="0"/>
          </a:p>
        </p:txBody>
      </p:sp>
      <p:sp>
        <p:nvSpPr>
          <p:cNvPr id="4" name="Slide Number Placeholder 3">
            <a:extLst>
              <a:ext uri="{FF2B5EF4-FFF2-40B4-BE49-F238E27FC236}">
                <a16:creationId xmlns:a16="http://schemas.microsoft.com/office/drawing/2014/main" id="{401D3E6D-3390-B208-020E-9563D191877F}"/>
              </a:ext>
            </a:extLst>
          </p:cNvPr>
          <p:cNvSpPr>
            <a:spLocks noGrp="1"/>
          </p:cNvSpPr>
          <p:nvPr>
            <p:ph type="sldNum" sz="quarter" idx="12"/>
          </p:nvPr>
        </p:nvSpPr>
        <p:spPr/>
        <p:txBody>
          <a:bodyPr/>
          <a:lstStyle/>
          <a:p>
            <a:fld id="{226080AA-B5C9-4B10-A5AE-9455422192CD}" type="slidenum">
              <a:rPr lang="en-US" smtClean="0"/>
              <a:t>15</a:t>
            </a:fld>
            <a:endParaRPr lang="en-US"/>
          </a:p>
        </p:txBody>
      </p:sp>
    </p:spTree>
    <p:extLst>
      <p:ext uri="{BB962C8B-B14F-4D97-AF65-F5344CB8AC3E}">
        <p14:creationId xmlns:p14="http://schemas.microsoft.com/office/powerpoint/2010/main" val="362650797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blue and green lines&#10;&#10;AI-generated content may be incorrect.">
            <a:extLst>
              <a:ext uri="{FF2B5EF4-FFF2-40B4-BE49-F238E27FC236}">
                <a16:creationId xmlns:a16="http://schemas.microsoft.com/office/drawing/2014/main" id="{C393CA4B-7942-CC6E-4D0A-42E614BF08E2}"/>
              </a:ext>
            </a:extLst>
          </p:cNvPr>
          <p:cNvPicPr>
            <a:picLocks noChangeAspect="1"/>
          </p:cNvPicPr>
          <p:nvPr/>
        </p:nvPicPr>
        <p:blipFill>
          <a:blip r:embed="rId2">
            <a:duotone>
              <a:schemeClr val="bg2">
                <a:shade val="45000"/>
                <a:satMod val="135000"/>
              </a:schemeClr>
              <a:prstClr val="white"/>
            </a:duotone>
          </a:blip>
          <a:srcRect b="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9D597C-7A3A-CCE8-FA91-694A429006DD}"/>
              </a:ext>
            </a:extLst>
          </p:cNvPr>
          <p:cNvSpPr>
            <a:spLocks noGrp="1"/>
          </p:cNvSpPr>
          <p:nvPr>
            <p:ph type="title"/>
          </p:nvPr>
        </p:nvSpPr>
        <p:spPr>
          <a:xfrm>
            <a:off x="838200" y="365125"/>
            <a:ext cx="10515600" cy="1325563"/>
          </a:xfrm>
        </p:spPr>
        <p:txBody>
          <a:bodyPr>
            <a:normAutofit/>
          </a:bodyPr>
          <a:lstStyle/>
          <a:p>
            <a:r>
              <a:rPr lang="en-US" dirty="0"/>
              <a:t>REFERENCES</a:t>
            </a:r>
          </a:p>
        </p:txBody>
      </p:sp>
      <p:graphicFrame>
        <p:nvGraphicFramePr>
          <p:cNvPr id="5" name="Content Placeholder 2">
            <a:extLst>
              <a:ext uri="{FF2B5EF4-FFF2-40B4-BE49-F238E27FC236}">
                <a16:creationId xmlns:a16="http://schemas.microsoft.com/office/drawing/2014/main" id="{64AA8711-ADE8-C8EE-144F-48BAE1B69C24}"/>
              </a:ext>
            </a:extLst>
          </p:cNvPr>
          <p:cNvGraphicFramePr>
            <a:graphicFrameLocks noGrp="1"/>
          </p:cNvGraphicFramePr>
          <p:nvPr>
            <p:ph idx="1"/>
            <p:extLst>
              <p:ext uri="{D42A27DB-BD31-4B8C-83A1-F6EECF244321}">
                <p14:modId xmlns:p14="http://schemas.microsoft.com/office/powerpoint/2010/main" val="10283676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34B7844C-95C3-13B4-73FC-3E257E8CCB73}"/>
              </a:ext>
            </a:extLst>
          </p:cNvPr>
          <p:cNvSpPr>
            <a:spLocks noGrp="1"/>
          </p:cNvSpPr>
          <p:nvPr>
            <p:ph type="sldNum" sz="quarter" idx="12"/>
          </p:nvPr>
        </p:nvSpPr>
        <p:spPr/>
        <p:txBody>
          <a:bodyPr/>
          <a:lstStyle/>
          <a:p>
            <a:fld id="{226080AA-B5C9-4B10-A5AE-9455422192CD}" type="slidenum">
              <a:rPr lang="en-US" smtClean="0"/>
              <a:t>16</a:t>
            </a:fld>
            <a:endParaRPr lang="en-US"/>
          </a:p>
        </p:txBody>
      </p:sp>
    </p:spTree>
    <p:extLst>
      <p:ext uri="{BB962C8B-B14F-4D97-AF65-F5344CB8AC3E}">
        <p14:creationId xmlns:p14="http://schemas.microsoft.com/office/powerpoint/2010/main" val="428205751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4" descr="A white circle with black text&#10;&#10;AI-generated content may be incorrect.">
            <a:extLst>
              <a:ext uri="{FF2B5EF4-FFF2-40B4-BE49-F238E27FC236}">
                <a16:creationId xmlns:a16="http://schemas.microsoft.com/office/drawing/2014/main" id="{F8CF75B0-29A7-E941-B9C4-4AC71A9A93CF}"/>
              </a:ext>
            </a:extLst>
          </p:cNvPr>
          <p:cNvPicPr>
            <a:picLocks noGrp="1" noChangeAspect="1"/>
          </p:cNvPicPr>
          <p:nvPr>
            <p:ph idx="1"/>
          </p:nvPr>
        </p:nvPicPr>
        <p:blipFill>
          <a:blip r:embed="rId2"/>
          <a:srcRect t="12960" b="16769"/>
          <a:stretch>
            <a:fillRect/>
          </a:stretch>
        </p:blipFill>
        <p:spPr>
          <a:xfrm>
            <a:off x="457256" y="457200"/>
            <a:ext cx="11277487" cy="5943600"/>
          </a:xfrm>
          <a:prstGeom prst="rect">
            <a:avLst/>
          </a:prstGeom>
        </p:spPr>
      </p:pic>
      <p:sp>
        <p:nvSpPr>
          <p:cNvPr id="2" name="Slide Number Placeholder 1">
            <a:extLst>
              <a:ext uri="{FF2B5EF4-FFF2-40B4-BE49-F238E27FC236}">
                <a16:creationId xmlns:a16="http://schemas.microsoft.com/office/drawing/2014/main" id="{412D2BE4-6477-925F-5201-0037BBF2A350}"/>
              </a:ext>
            </a:extLst>
          </p:cNvPr>
          <p:cNvSpPr>
            <a:spLocks noGrp="1"/>
          </p:cNvSpPr>
          <p:nvPr>
            <p:ph type="sldNum" sz="quarter" idx="12"/>
          </p:nvPr>
        </p:nvSpPr>
        <p:spPr/>
        <p:txBody>
          <a:bodyPr/>
          <a:lstStyle/>
          <a:p>
            <a:fld id="{226080AA-B5C9-4B10-A5AE-9455422192CD}" type="slidenum">
              <a:rPr lang="en-US" smtClean="0"/>
              <a:t>17</a:t>
            </a:fld>
            <a:endParaRPr lang="en-US"/>
          </a:p>
        </p:txBody>
      </p:sp>
    </p:spTree>
    <p:extLst>
      <p:ext uri="{BB962C8B-B14F-4D97-AF65-F5344CB8AC3E}">
        <p14:creationId xmlns:p14="http://schemas.microsoft.com/office/powerpoint/2010/main" val="196832269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TotalTime>
  <Words>2002</Words>
  <Application>Microsoft Office PowerPoint</Application>
  <PresentationFormat>Widescreen</PresentationFormat>
  <Paragraphs>187</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Network Coding for Wireless Applications: A Review</vt:lpstr>
      <vt:lpstr>OUTLINES</vt:lpstr>
      <vt:lpstr>ABSTRACT</vt:lpstr>
      <vt:lpstr>ABSTRACT</vt:lpstr>
      <vt:lpstr>Introduction</vt:lpstr>
      <vt:lpstr>LITERATURE REVIEW/BACKGROUND</vt:lpstr>
      <vt:lpstr>LITERATURE REVIEW/BACKGROUND</vt:lpstr>
      <vt:lpstr>Theoretical Foundations of Network Coding</vt:lpstr>
      <vt:lpstr>Network Coding Techniques for Wireless Applications</vt:lpstr>
      <vt:lpstr>Performance Analysis and Metrics</vt:lpstr>
      <vt:lpstr>Applications in Wireless Networks</vt:lpstr>
      <vt:lpstr>Challenges and Limitations</vt:lpstr>
      <vt:lpstr>Recent Advances and Future Directions</vt:lpstr>
      <vt:lpstr>Conclusion</vt:lpstr>
      <vt:lpstr>REFERENCES</vt:lpstr>
      <vt:lpstr>PowerPoint Presentation</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huzaifa shahbaz</dc:creator>
  <cp:lastModifiedBy>huzaifa shahbaz</cp:lastModifiedBy>
  <cp:revision>2</cp:revision>
  <dcterms:created xsi:type="dcterms:W3CDTF">2025-07-03T04:04:30Z</dcterms:created>
  <dcterms:modified xsi:type="dcterms:W3CDTF">2025-07-13T20:13:16Z</dcterms:modified>
</cp:coreProperties>
</file>