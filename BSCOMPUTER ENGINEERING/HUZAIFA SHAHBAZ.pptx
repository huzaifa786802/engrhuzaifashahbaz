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diagrams/data15.xml" ContentType="application/vnd.openxmlformats-officedocument.drawingml.diagramData+xml"/>
  <Override PartName="/ppt/diagrams/layout15.xml" ContentType="application/vnd.openxmlformats-officedocument.drawingml.diagramLayout+xml"/>
  <Override PartName="/ppt/diagrams/quickStyle15.xml" ContentType="application/vnd.openxmlformats-officedocument.drawingml.diagramStyle+xml"/>
  <Override PartName="/ppt/diagrams/colors15.xml" ContentType="application/vnd.openxmlformats-officedocument.drawingml.diagramColors+xml"/>
  <Override PartName="/ppt/diagrams/drawing15.xml" ContentType="application/vnd.ms-office.drawingml.diagramDrawing+xml"/>
  <Override PartName="/ppt/diagrams/data16.xml" ContentType="application/vnd.openxmlformats-officedocument.drawingml.diagramData+xml"/>
  <Override PartName="/ppt/diagrams/layout16.xml" ContentType="application/vnd.openxmlformats-officedocument.drawingml.diagramLayout+xml"/>
  <Override PartName="/ppt/diagrams/quickStyle16.xml" ContentType="application/vnd.openxmlformats-officedocument.drawingml.diagramStyle+xml"/>
  <Override PartName="/ppt/diagrams/colors16.xml" ContentType="application/vnd.openxmlformats-officedocument.drawingml.diagramColors+xml"/>
  <Override PartName="/ppt/diagrams/drawing16.xml" ContentType="application/vnd.ms-office.drawingml.diagramDrawing+xml"/>
  <Override PartName="/ppt/diagrams/data17.xml" ContentType="application/vnd.openxmlformats-officedocument.drawingml.diagramData+xml"/>
  <Override PartName="/ppt/diagrams/layout17.xml" ContentType="application/vnd.openxmlformats-officedocument.drawingml.diagramLayout+xml"/>
  <Override PartName="/ppt/diagrams/quickStyle17.xml" ContentType="application/vnd.openxmlformats-officedocument.drawingml.diagramStyle+xml"/>
  <Override PartName="/ppt/diagrams/colors17.xml" ContentType="application/vnd.openxmlformats-officedocument.drawingml.diagramColors+xml"/>
  <Override PartName="/ppt/diagrams/drawing17.xml" ContentType="application/vnd.ms-office.drawingml.diagramDrawing+xml"/>
  <Override PartName="/ppt/diagrams/data18.xml" ContentType="application/vnd.openxmlformats-officedocument.drawingml.diagramData+xml"/>
  <Override PartName="/ppt/diagrams/layout18.xml" ContentType="application/vnd.openxmlformats-officedocument.drawingml.diagramLayout+xml"/>
  <Override PartName="/ppt/diagrams/quickStyle18.xml" ContentType="application/vnd.openxmlformats-officedocument.drawingml.diagramStyle+xml"/>
  <Override PartName="/ppt/diagrams/colors18.xml" ContentType="application/vnd.openxmlformats-officedocument.drawingml.diagramColors+xml"/>
  <Override PartName="/ppt/diagrams/drawing18.xml" ContentType="application/vnd.ms-office.drawingml.diagramDrawing+xml"/>
  <Override PartName="/ppt/diagrams/data19.xml" ContentType="application/vnd.openxmlformats-officedocument.drawingml.diagramData+xml"/>
  <Override PartName="/ppt/diagrams/layout19.xml" ContentType="application/vnd.openxmlformats-officedocument.drawingml.diagramLayout+xml"/>
  <Override PartName="/ppt/diagrams/quickStyle19.xml" ContentType="application/vnd.openxmlformats-officedocument.drawingml.diagramStyle+xml"/>
  <Override PartName="/ppt/diagrams/colors19.xml" ContentType="application/vnd.openxmlformats-officedocument.drawingml.diagramColors+xml"/>
  <Override PartName="/ppt/diagrams/drawing19.xml" ContentType="application/vnd.ms-office.drawingml.diagramDrawing+xml"/>
  <Override PartName="/ppt/diagrams/data20.xml" ContentType="application/vnd.openxmlformats-officedocument.drawingml.diagramData+xml"/>
  <Override PartName="/ppt/diagrams/layout20.xml" ContentType="application/vnd.openxmlformats-officedocument.drawingml.diagramLayout+xml"/>
  <Override PartName="/ppt/diagrams/quickStyle20.xml" ContentType="application/vnd.openxmlformats-officedocument.drawingml.diagramStyle+xml"/>
  <Override PartName="/ppt/diagrams/colors20.xml" ContentType="application/vnd.openxmlformats-officedocument.drawingml.diagramColors+xml"/>
  <Override PartName="/ppt/diagrams/drawing20.xml" ContentType="application/vnd.ms-office.drawingml.diagramDrawing+xml"/>
  <Override PartName="/ppt/diagrams/data21.xml" ContentType="application/vnd.openxmlformats-officedocument.drawingml.diagramData+xml"/>
  <Override PartName="/ppt/diagrams/layout21.xml" ContentType="application/vnd.openxmlformats-officedocument.drawingml.diagramLayout+xml"/>
  <Override PartName="/ppt/diagrams/quickStyle21.xml" ContentType="application/vnd.openxmlformats-officedocument.drawingml.diagramStyle+xml"/>
  <Override PartName="/ppt/diagrams/colors21.xml" ContentType="application/vnd.openxmlformats-officedocument.drawingml.diagramColors+xml"/>
  <Override PartName="/ppt/diagrams/drawing2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660"/>
  </p:normalViewPr>
  <p:slideViewPr>
    <p:cSldViewPr snapToGrid="0">
      <p:cViewPr varScale="1">
        <p:scale>
          <a:sx n="62" d="100"/>
          <a:sy n="62" d="100"/>
        </p:scale>
        <p:origin x="978" y="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diagrams/_rels/data1.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7.svg"/><Relationship Id="rId5" Type="http://schemas.openxmlformats.org/officeDocument/2006/relationships/image" Target="../media/image6.png"/><Relationship Id="rId10" Type="http://schemas.openxmlformats.org/officeDocument/2006/relationships/image" Target="../media/image11.svg"/><Relationship Id="rId4" Type="http://schemas.openxmlformats.org/officeDocument/2006/relationships/image" Target="../media/image5.svg"/><Relationship Id="rId9" Type="http://schemas.openxmlformats.org/officeDocument/2006/relationships/image" Target="../media/image10.png"/></Relationships>
</file>

<file path=ppt/diagrams/_rels/data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3.svg"/><Relationship Id="rId1" Type="http://schemas.openxmlformats.org/officeDocument/2006/relationships/image" Target="../media/image12.png"/><Relationship Id="rId4" Type="http://schemas.openxmlformats.org/officeDocument/2006/relationships/image" Target="../media/image7.svg"/></Relationships>
</file>

<file path=ppt/diagrams/_rels/data3.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16.png"/><Relationship Id="rId7" Type="http://schemas.openxmlformats.org/officeDocument/2006/relationships/image" Target="../media/image6.png"/><Relationship Id="rId2" Type="http://schemas.openxmlformats.org/officeDocument/2006/relationships/image" Target="../media/image15.svg"/><Relationship Id="rId1" Type="http://schemas.openxmlformats.org/officeDocument/2006/relationships/image" Target="../media/image14.png"/><Relationship Id="rId6" Type="http://schemas.openxmlformats.org/officeDocument/2006/relationships/image" Target="../media/image19.svg"/><Relationship Id="rId5" Type="http://schemas.openxmlformats.org/officeDocument/2006/relationships/image" Target="../media/image18.png"/><Relationship Id="rId4" Type="http://schemas.openxmlformats.org/officeDocument/2006/relationships/image" Target="../media/image17.svg"/></Relationships>
</file>

<file path=ppt/diagrams/_rels/data9.xml.rels><?xml version="1.0" encoding="UTF-8" standalone="yes"?>
<Relationships xmlns="http://schemas.openxmlformats.org/package/2006/relationships"><Relationship Id="rId8" Type="http://schemas.openxmlformats.org/officeDocument/2006/relationships/image" Target="../media/image25.svg"/><Relationship Id="rId3" Type="http://schemas.openxmlformats.org/officeDocument/2006/relationships/image" Target="../media/image22.png"/><Relationship Id="rId7" Type="http://schemas.openxmlformats.org/officeDocument/2006/relationships/image" Target="../media/image24.png"/><Relationship Id="rId2" Type="http://schemas.openxmlformats.org/officeDocument/2006/relationships/image" Target="../media/image21.svg"/><Relationship Id="rId1" Type="http://schemas.openxmlformats.org/officeDocument/2006/relationships/image" Target="../media/image20.png"/><Relationship Id="rId6" Type="http://schemas.openxmlformats.org/officeDocument/2006/relationships/image" Target="../media/image7.svg"/><Relationship Id="rId5" Type="http://schemas.openxmlformats.org/officeDocument/2006/relationships/image" Target="../media/image6.png"/><Relationship Id="rId10" Type="http://schemas.openxmlformats.org/officeDocument/2006/relationships/image" Target="../media/image27.svg"/><Relationship Id="rId4" Type="http://schemas.openxmlformats.org/officeDocument/2006/relationships/image" Target="../media/image23.svg"/><Relationship Id="rId9" Type="http://schemas.openxmlformats.org/officeDocument/2006/relationships/image" Target="../media/image26.png"/></Relationships>
</file>

<file path=ppt/diagrams/_rels/data10.xml.rels><?xml version="1.0" encoding="UTF-8" standalone="yes"?>
<Relationships xmlns="http://schemas.openxmlformats.org/package/2006/relationships"><Relationship Id="rId8" Type="http://schemas.openxmlformats.org/officeDocument/2006/relationships/image" Target="../media/image36.svg"/><Relationship Id="rId13" Type="http://schemas.openxmlformats.org/officeDocument/2006/relationships/image" Target="../media/image41.png"/><Relationship Id="rId3" Type="http://schemas.openxmlformats.org/officeDocument/2006/relationships/image" Target="../media/image31.png"/><Relationship Id="rId7" Type="http://schemas.openxmlformats.org/officeDocument/2006/relationships/image" Target="../media/image35.png"/><Relationship Id="rId12" Type="http://schemas.openxmlformats.org/officeDocument/2006/relationships/image" Target="../media/image40.svg"/><Relationship Id="rId2" Type="http://schemas.openxmlformats.org/officeDocument/2006/relationships/image" Target="../media/image30.svg"/><Relationship Id="rId1" Type="http://schemas.openxmlformats.org/officeDocument/2006/relationships/image" Target="../media/image29.png"/><Relationship Id="rId6" Type="http://schemas.openxmlformats.org/officeDocument/2006/relationships/image" Target="../media/image34.svg"/><Relationship Id="rId11" Type="http://schemas.openxmlformats.org/officeDocument/2006/relationships/image" Target="../media/image39.png"/><Relationship Id="rId5" Type="http://schemas.openxmlformats.org/officeDocument/2006/relationships/image" Target="../media/image33.png"/><Relationship Id="rId10" Type="http://schemas.openxmlformats.org/officeDocument/2006/relationships/image" Target="../media/image38.svg"/><Relationship Id="rId4" Type="http://schemas.openxmlformats.org/officeDocument/2006/relationships/image" Target="../media/image32.svg"/><Relationship Id="rId9" Type="http://schemas.openxmlformats.org/officeDocument/2006/relationships/image" Target="../media/image37.png"/><Relationship Id="rId14" Type="http://schemas.openxmlformats.org/officeDocument/2006/relationships/image" Target="../media/image42.svg"/></Relationships>
</file>

<file path=ppt/diagrams/_rels/data11.xml.rels><?xml version="1.0" encoding="UTF-8" standalone="yes"?>
<Relationships xmlns="http://schemas.openxmlformats.org/package/2006/relationships"><Relationship Id="rId8" Type="http://schemas.openxmlformats.org/officeDocument/2006/relationships/image" Target="../media/image48.svg"/><Relationship Id="rId13" Type="http://schemas.openxmlformats.org/officeDocument/2006/relationships/image" Target="../media/image53.png"/><Relationship Id="rId3" Type="http://schemas.openxmlformats.org/officeDocument/2006/relationships/image" Target="../media/image41.png"/><Relationship Id="rId7" Type="http://schemas.openxmlformats.org/officeDocument/2006/relationships/image" Target="../media/image47.png"/><Relationship Id="rId12" Type="http://schemas.openxmlformats.org/officeDocument/2006/relationships/image" Target="../media/image52.svg"/><Relationship Id="rId2" Type="http://schemas.openxmlformats.org/officeDocument/2006/relationships/image" Target="../media/image44.svg"/><Relationship Id="rId1" Type="http://schemas.openxmlformats.org/officeDocument/2006/relationships/image" Target="../media/image43.png"/><Relationship Id="rId6" Type="http://schemas.openxmlformats.org/officeDocument/2006/relationships/image" Target="../media/image46.svg"/><Relationship Id="rId11" Type="http://schemas.openxmlformats.org/officeDocument/2006/relationships/image" Target="../media/image51.png"/><Relationship Id="rId5" Type="http://schemas.openxmlformats.org/officeDocument/2006/relationships/image" Target="../media/image31.png"/><Relationship Id="rId10" Type="http://schemas.openxmlformats.org/officeDocument/2006/relationships/image" Target="../media/image50.svg"/><Relationship Id="rId4" Type="http://schemas.openxmlformats.org/officeDocument/2006/relationships/image" Target="../media/image45.svg"/><Relationship Id="rId9" Type="http://schemas.openxmlformats.org/officeDocument/2006/relationships/image" Target="../media/image49.png"/><Relationship Id="rId14" Type="http://schemas.openxmlformats.org/officeDocument/2006/relationships/image" Target="../media/image54.svg"/></Relationships>
</file>

<file path=ppt/diagrams/_rels/data19.xml.rels><?xml version="1.0" encoding="UTF-8" standalone="yes"?>
<Relationships xmlns="http://schemas.openxmlformats.org/package/2006/relationships"><Relationship Id="rId8" Type="http://schemas.openxmlformats.org/officeDocument/2006/relationships/image" Target="../media/image61.svg"/><Relationship Id="rId3" Type="http://schemas.openxmlformats.org/officeDocument/2006/relationships/image" Target="../media/image57.png"/><Relationship Id="rId7" Type="http://schemas.openxmlformats.org/officeDocument/2006/relationships/image" Target="../media/image51.png"/><Relationship Id="rId2" Type="http://schemas.openxmlformats.org/officeDocument/2006/relationships/image" Target="../media/image56.svg"/><Relationship Id="rId1" Type="http://schemas.openxmlformats.org/officeDocument/2006/relationships/image" Target="../media/image55.png"/><Relationship Id="rId6" Type="http://schemas.openxmlformats.org/officeDocument/2006/relationships/image" Target="../media/image60.svg"/><Relationship Id="rId5" Type="http://schemas.openxmlformats.org/officeDocument/2006/relationships/image" Target="../media/image59.png"/><Relationship Id="rId4" Type="http://schemas.openxmlformats.org/officeDocument/2006/relationships/image" Target="../media/image58.svg"/></Relationships>
</file>

<file path=ppt/diagrams/_rels/data20.xml.rels><?xml version="1.0" encoding="UTF-8" standalone="yes"?>
<Relationships xmlns="http://schemas.openxmlformats.org/package/2006/relationships"><Relationship Id="rId8" Type="http://schemas.openxmlformats.org/officeDocument/2006/relationships/image" Target="../media/image69.svg"/><Relationship Id="rId3" Type="http://schemas.openxmlformats.org/officeDocument/2006/relationships/image" Target="../media/image64.png"/><Relationship Id="rId7" Type="http://schemas.openxmlformats.org/officeDocument/2006/relationships/image" Target="../media/image68.png"/><Relationship Id="rId2" Type="http://schemas.openxmlformats.org/officeDocument/2006/relationships/image" Target="../media/image63.svg"/><Relationship Id="rId1" Type="http://schemas.openxmlformats.org/officeDocument/2006/relationships/image" Target="../media/image62.png"/><Relationship Id="rId6" Type="http://schemas.openxmlformats.org/officeDocument/2006/relationships/image" Target="../media/image67.svg"/><Relationship Id="rId5" Type="http://schemas.openxmlformats.org/officeDocument/2006/relationships/image" Target="../media/image66.png"/><Relationship Id="rId10" Type="http://schemas.openxmlformats.org/officeDocument/2006/relationships/image" Target="../media/image71.svg"/><Relationship Id="rId4" Type="http://schemas.openxmlformats.org/officeDocument/2006/relationships/image" Target="../media/image65.svg"/><Relationship Id="rId9" Type="http://schemas.openxmlformats.org/officeDocument/2006/relationships/image" Target="../media/image70.png"/></Relationships>
</file>

<file path=ppt/diagrams/_rels/data21.xml.rels><?xml version="1.0" encoding="UTF-8" standalone="yes"?>
<Relationships xmlns="http://schemas.openxmlformats.org/package/2006/relationships"><Relationship Id="rId8" Type="http://schemas.openxmlformats.org/officeDocument/2006/relationships/image" Target="../media/image69.svg"/><Relationship Id="rId13" Type="http://schemas.openxmlformats.org/officeDocument/2006/relationships/image" Target="../media/image76.png"/><Relationship Id="rId3" Type="http://schemas.openxmlformats.org/officeDocument/2006/relationships/image" Target="../media/image72.png"/><Relationship Id="rId7" Type="http://schemas.openxmlformats.org/officeDocument/2006/relationships/image" Target="../media/image75.png"/><Relationship Id="rId12" Type="http://schemas.openxmlformats.org/officeDocument/2006/relationships/image" Target="../media/image42.svg"/><Relationship Id="rId2" Type="http://schemas.openxmlformats.org/officeDocument/2006/relationships/image" Target="../media/image60.svg"/><Relationship Id="rId1" Type="http://schemas.openxmlformats.org/officeDocument/2006/relationships/image" Target="../media/image59.png"/><Relationship Id="rId6" Type="http://schemas.openxmlformats.org/officeDocument/2006/relationships/image" Target="../media/image74.svg"/><Relationship Id="rId11" Type="http://schemas.openxmlformats.org/officeDocument/2006/relationships/image" Target="../media/image41.png"/><Relationship Id="rId5" Type="http://schemas.openxmlformats.org/officeDocument/2006/relationships/image" Target="../media/image43.png"/><Relationship Id="rId10" Type="http://schemas.openxmlformats.org/officeDocument/2006/relationships/image" Target="../media/image61.svg"/><Relationship Id="rId4" Type="http://schemas.openxmlformats.org/officeDocument/2006/relationships/image" Target="../media/image73.svg"/><Relationship Id="rId9" Type="http://schemas.openxmlformats.org/officeDocument/2006/relationships/image" Target="../media/image51.png"/><Relationship Id="rId14" Type="http://schemas.openxmlformats.org/officeDocument/2006/relationships/image" Target="../media/image77.svg"/></Relationships>
</file>

<file path=ppt/diagrams/_rels/drawing1.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7.svg"/><Relationship Id="rId5" Type="http://schemas.openxmlformats.org/officeDocument/2006/relationships/image" Target="../media/image6.png"/><Relationship Id="rId10" Type="http://schemas.openxmlformats.org/officeDocument/2006/relationships/image" Target="../media/image11.svg"/><Relationship Id="rId4" Type="http://schemas.openxmlformats.org/officeDocument/2006/relationships/image" Target="../media/image5.svg"/><Relationship Id="rId9" Type="http://schemas.openxmlformats.org/officeDocument/2006/relationships/image" Target="../media/image10.png"/></Relationships>
</file>

<file path=ppt/diagrams/_rels/drawing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3.svg"/><Relationship Id="rId1" Type="http://schemas.openxmlformats.org/officeDocument/2006/relationships/image" Target="../media/image12.png"/><Relationship Id="rId4" Type="http://schemas.openxmlformats.org/officeDocument/2006/relationships/image" Target="../media/image7.svg"/></Relationships>
</file>

<file path=ppt/diagrams/_rels/drawing3.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16.png"/><Relationship Id="rId7" Type="http://schemas.openxmlformats.org/officeDocument/2006/relationships/image" Target="../media/image6.png"/><Relationship Id="rId2" Type="http://schemas.openxmlformats.org/officeDocument/2006/relationships/image" Target="../media/image15.svg"/><Relationship Id="rId1" Type="http://schemas.openxmlformats.org/officeDocument/2006/relationships/image" Target="../media/image14.png"/><Relationship Id="rId6" Type="http://schemas.openxmlformats.org/officeDocument/2006/relationships/image" Target="../media/image19.svg"/><Relationship Id="rId5" Type="http://schemas.openxmlformats.org/officeDocument/2006/relationships/image" Target="../media/image18.png"/><Relationship Id="rId4" Type="http://schemas.openxmlformats.org/officeDocument/2006/relationships/image" Target="../media/image17.svg"/></Relationships>
</file>

<file path=ppt/diagrams/_rels/drawing9.xml.rels><?xml version="1.0" encoding="UTF-8" standalone="yes"?>
<Relationships xmlns="http://schemas.openxmlformats.org/package/2006/relationships"><Relationship Id="rId8" Type="http://schemas.openxmlformats.org/officeDocument/2006/relationships/image" Target="../media/image25.svg"/><Relationship Id="rId3" Type="http://schemas.openxmlformats.org/officeDocument/2006/relationships/image" Target="../media/image22.png"/><Relationship Id="rId7" Type="http://schemas.openxmlformats.org/officeDocument/2006/relationships/image" Target="../media/image24.png"/><Relationship Id="rId2" Type="http://schemas.openxmlformats.org/officeDocument/2006/relationships/image" Target="../media/image21.svg"/><Relationship Id="rId1" Type="http://schemas.openxmlformats.org/officeDocument/2006/relationships/image" Target="../media/image20.png"/><Relationship Id="rId6" Type="http://schemas.openxmlformats.org/officeDocument/2006/relationships/image" Target="../media/image7.svg"/><Relationship Id="rId5" Type="http://schemas.openxmlformats.org/officeDocument/2006/relationships/image" Target="../media/image6.png"/><Relationship Id="rId10" Type="http://schemas.openxmlformats.org/officeDocument/2006/relationships/image" Target="../media/image27.svg"/><Relationship Id="rId4" Type="http://schemas.openxmlformats.org/officeDocument/2006/relationships/image" Target="../media/image23.svg"/><Relationship Id="rId9" Type="http://schemas.openxmlformats.org/officeDocument/2006/relationships/image" Target="../media/image26.png"/></Relationships>
</file>

<file path=ppt/diagrams/_rels/drawing10.xml.rels><?xml version="1.0" encoding="UTF-8" standalone="yes"?>
<Relationships xmlns="http://schemas.openxmlformats.org/package/2006/relationships"><Relationship Id="rId8" Type="http://schemas.openxmlformats.org/officeDocument/2006/relationships/image" Target="../media/image36.svg"/><Relationship Id="rId13" Type="http://schemas.openxmlformats.org/officeDocument/2006/relationships/image" Target="../media/image41.png"/><Relationship Id="rId3" Type="http://schemas.openxmlformats.org/officeDocument/2006/relationships/image" Target="../media/image31.png"/><Relationship Id="rId7" Type="http://schemas.openxmlformats.org/officeDocument/2006/relationships/image" Target="../media/image35.png"/><Relationship Id="rId12" Type="http://schemas.openxmlformats.org/officeDocument/2006/relationships/image" Target="../media/image40.svg"/><Relationship Id="rId2" Type="http://schemas.openxmlformats.org/officeDocument/2006/relationships/image" Target="../media/image30.svg"/><Relationship Id="rId1" Type="http://schemas.openxmlformats.org/officeDocument/2006/relationships/image" Target="../media/image29.png"/><Relationship Id="rId6" Type="http://schemas.openxmlformats.org/officeDocument/2006/relationships/image" Target="../media/image34.svg"/><Relationship Id="rId11" Type="http://schemas.openxmlformats.org/officeDocument/2006/relationships/image" Target="../media/image39.png"/><Relationship Id="rId5" Type="http://schemas.openxmlformats.org/officeDocument/2006/relationships/image" Target="../media/image33.png"/><Relationship Id="rId10" Type="http://schemas.openxmlformats.org/officeDocument/2006/relationships/image" Target="../media/image38.svg"/><Relationship Id="rId4" Type="http://schemas.openxmlformats.org/officeDocument/2006/relationships/image" Target="../media/image32.svg"/><Relationship Id="rId9" Type="http://schemas.openxmlformats.org/officeDocument/2006/relationships/image" Target="../media/image37.png"/><Relationship Id="rId14" Type="http://schemas.openxmlformats.org/officeDocument/2006/relationships/image" Target="../media/image42.svg"/></Relationships>
</file>

<file path=ppt/diagrams/_rels/drawing11.xml.rels><?xml version="1.0" encoding="UTF-8" standalone="yes"?>
<Relationships xmlns="http://schemas.openxmlformats.org/package/2006/relationships"><Relationship Id="rId8" Type="http://schemas.openxmlformats.org/officeDocument/2006/relationships/image" Target="../media/image48.svg"/><Relationship Id="rId13" Type="http://schemas.openxmlformats.org/officeDocument/2006/relationships/image" Target="../media/image53.png"/><Relationship Id="rId3" Type="http://schemas.openxmlformats.org/officeDocument/2006/relationships/image" Target="../media/image41.png"/><Relationship Id="rId7" Type="http://schemas.openxmlformats.org/officeDocument/2006/relationships/image" Target="../media/image47.png"/><Relationship Id="rId12" Type="http://schemas.openxmlformats.org/officeDocument/2006/relationships/image" Target="../media/image52.svg"/><Relationship Id="rId2" Type="http://schemas.openxmlformats.org/officeDocument/2006/relationships/image" Target="../media/image44.svg"/><Relationship Id="rId1" Type="http://schemas.openxmlformats.org/officeDocument/2006/relationships/image" Target="../media/image43.png"/><Relationship Id="rId6" Type="http://schemas.openxmlformats.org/officeDocument/2006/relationships/image" Target="../media/image46.svg"/><Relationship Id="rId11" Type="http://schemas.openxmlformats.org/officeDocument/2006/relationships/image" Target="../media/image51.png"/><Relationship Id="rId5" Type="http://schemas.openxmlformats.org/officeDocument/2006/relationships/image" Target="../media/image31.png"/><Relationship Id="rId10" Type="http://schemas.openxmlformats.org/officeDocument/2006/relationships/image" Target="../media/image50.svg"/><Relationship Id="rId4" Type="http://schemas.openxmlformats.org/officeDocument/2006/relationships/image" Target="../media/image45.svg"/><Relationship Id="rId9" Type="http://schemas.openxmlformats.org/officeDocument/2006/relationships/image" Target="../media/image49.png"/><Relationship Id="rId14" Type="http://schemas.openxmlformats.org/officeDocument/2006/relationships/image" Target="../media/image54.svg"/></Relationships>
</file>

<file path=ppt/diagrams/_rels/drawing19.xml.rels><?xml version="1.0" encoding="UTF-8" standalone="yes"?>
<Relationships xmlns="http://schemas.openxmlformats.org/package/2006/relationships"><Relationship Id="rId8" Type="http://schemas.openxmlformats.org/officeDocument/2006/relationships/image" Target="../media/image61.svg"/><Relationship Id="rId3" Type="http://schemas.openxmlformats.org/officeDocument/2006/relationships/image" Target="../media/image57.png"/><Relationship Id="rId7" Type="http://schemas.openxmlformats.org/officeDocument/2006/relationships/image" Target="../media/image51.png"/><Relationship Id="rId2" Type="http://schemas.openxmlformats.org/officeDocument/2006/relationships/image" Target="../media/image56.svg"/><Relationship Id="rId1" Type="http://schemas.openxmlformats.org/officeDocument/2006/relationships/image" Target="../media/image55.png"/><Relationship Id="rId6" Type="http://schemas.openxmlformats.org/officeDocument/2006/relationships/image" Target="../media/image60.svg"/><Relationship Id="rId5" Type="http://schemas.openxmlformats.org/officeDocument/2006/relationships/image" Target="../media/image59.png"/><Relationship Id="rId4" Type="http://schemas.openxmlformats.org/officeDocument/2006/relationships/image" Target="../media/image58.svg"/></Relationships>
</file>

<file path=ppt/diagrams/_rels/drawing20.xml.rels><?xml version="1.0" encoding="UTF-8" standalone="yes"?>
<Relationships xmlns="http://schemas.openxmlformats.org/package/2006/relationships"><Relationship Id="rId8" Type="http://schemas.openxmlformats.org/officeDocument/2006/relationships/image" Target="../media/image69.svg"/><Relationship Id="rId3" Type="http://schemas.openxmlformats.org/officeDocument/2006/relationships/image" Target="../media/image64.png"/><Relationship Id="rId7" Type="http://schemas.openxmlformats.org/officeDocument/2006/relationships/image" Target="../media/image68.png"/><Relationship Id="rId2" Type="http://schemas.openxmlformats.org/officeDocument/2006/relationships/image" Target="../media/image63.svg"/><Relationship Id="rId1" Type="http://schemas.openxmlformats.org/officeDocument/2006/relationships/image" Target="../media/image62.png"/><Relationship Id="rId6" Type="http://schemas.openxmlformats.org/officeDocument/2006/relationships/image" Target="../media/image67.svg"/><Relationship Id="rId5" Type="http://schemas.openxmlformats.org/officeDocument/2006/relationships/image" Target="../media/image66.png"/><Relationship Id="rId10" Type="http://schemas.openxmlformats.org/officeDocument/2006/relationships/image" Target="../media/image71.svg"/><Relationship Id="rId4" Type="http://schemas.openxmlformats.org/officeDocument/2006/relationships/image" Target="../media/image65.svg"/><Relationship Id="rId9" Type="http://schemas.openxmlformats.org/officeDocument/2006/relationships/image" Target="../media/image70.png"/></Relationships>
</file>

<file path=ppt/diagrams/_rels/drawing21.xml.rels><?xml version="1.0" encoding="UTF-8" standalone="yes"?>
<Relationships xmlns="http://schemas.openxmlformats.org/package/2006/relationships"><Relationship Id="rId8" Type="http://schemas.openxmlformats.org/officeDocument/2006/relationships/image" Target="../media/image69.svg"/><Relationship Id="rId13" Type="http://schemas.openxmlformats.org/officeDocument/2006/relationships/image" Target="../media/image76.png"/><Relationship Id="rId3" Type="http://schemas.openxmlformats.org/officeDocument/2006/relationships/image" Target="../media/image72.png"/><Relationship Id="rId7" Type="http://schemas.openxmlformats.org/officeDocument/2006/relationships/image" Target="../media/image75.png"/><Relationship Id="rId12" Type="http://schemas.openxmlformats.org/officeDocument/2006/relationships/image" Target="../media/image42.svg"/><Relationship Id="rId2" Type="http://schemas.openxmlformats.org/officeDocument/2006/relationships/image" Target="../media/image60.svg"/><Relationship Id="rId1" Type="http://schemas.openxmlformats.org/officeDocument/2006/relationships/image" Target="../media/image59.png"/><Relationship Id="rId6" Type="http://schemas.openxmlformats.org/officeDocument/2006/relationships/image" Target="../media/image74.svg"/><Relationship Id="rId11" Type="http://schemas.openxmlformats.org/officeDocument/2006/relationships/image" Target="../media/image41.png"/><Relationship Id="rId5" Type="http://schemas.openxmlformats.org/officeDocument/2006/relationships/image" Target="../media/image43.png"/><Relationship Id="rId10" Type="http://schemas.openxmlformats.org/officeDocument/2006/relationships/image" Target="../media/image61.svg"/><Relationship Id="rId4" Type="http://schemas.openxmlformats.org/officeDocument/2006/relationships/image" Target="../media/image73.svg"/><Relationship Id="rId9" Type="http://schemas.openxmlformats.org/officeDocument/2006/relationships/image" Target="../media/image51.png"/><Relationship Id="rId14" Type="http://schemas.openxmlformats.org/officeDocument/2006/relationships/image" Target="../media/image77.svg"/></Relationships>
</file>

<file path=ppt/diagrams/colors1.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7.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37D0AFB-3393-4E05-8DF8-D3BE9BBE19C4}"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F3AD4318-9BEB-4F56-B428-00944567EC0B}">
      <dgm:prSet/>
      <dgm:spPr/>
      <dgm:t>
        <a:bodyPr/>
        <a:lstStyle/>
        <a:p>
          <a:r>
            <a:rPr lang="en-US"/>
            <a:t>Completed Bachelor of Science in Computer Engineering at HITEC University, Taxila (2021 – 2025).</a:t>
          </a:r>
        </a:p>
      </dgm:t>
    </dgm:pt>
    <dgm:pt modelId="{3243DAA2-0732-43C0-B795-FAFEE1EBA264}" type="parTrans" cxnId="{27D7CA4A-7CCF-4C39-BCB7-A974C6EDB07A}">
      <dgm:prSet/>
      <dgm:spPr/>
      <dgm:t>
        <a:bodyPr/>
        <a:lstStyle/>
        <a:p>
          <a:endParaRPr lang="en-US"/>
        </a:p>
      </dgm:t>
    </dgm:pt>
    <dgm:pt modelId="{C12002C9-34FC-4073-85E8-D270F2E18040}" type="sibTrans" cxnId="{27D7CA4A-7CCF-4C39-BCB7-A974C6EDB07A}">
      <dgm:prSet/>
      <dgm:spPr/>
      <dgm:t>
        <a:bodyPr/>
        <a:lstStyle/>
        <a:p>
          <a:endParaRPr lang="en-US"/>
        </a:p>
      </dgm:t>
    </dgm:pt>
    <dgm:pt modelId="{4BC2DEC9-2CC4-475D-A318-A4172B3E4C65}">
      <dgm:prSet/>
      <dgm:spPr/>
      <dgm:t>
        <a:bodyPr/>
        <a:lstStyle/>
        <a:p>
          <a:r>
            <a:rPr lang="en-US"/>
            <a:t>Consistently ranked in Top 10% of my class for four consecutive years.</a:t>
          </a:r>
        </a:p>
      </dgm:t>
    </dgm:pt>
    <dgm:pt modelId="{80BDEBFF-3274-42E7-8586-86D668FF8BD5}" type="parTrans" cxnId="{4A4C70DB-2DDF-4BA9-A576-5694F2AB2B6C}">
      <dgm:prSet/>
      <dgm:spPr/>
      <dgm:t>
        <a:bodyPr/>
        <a:lstStyle/>
        <a:p>
          <a:endParaRPr lang="en-US"/>
        </a:p>
      </dgm:t>
    </dgm:pt>
    <dgm:pt modelId="{5EBD1D19-C185-46D3-B122-6445B5D67956}" type="sibTrans" cxnId="{4A4C70DB-2DDF-4BA9-A576-5694F2AB2B6C}">
      <dgm:prSet/>
      <dgm:spPr/>
      <dgm:t>
        <a:bodyPr/>
        <a:lstStyle/>
        <a:p>
          <a:endParaRPr lang="en-US"/>
        </a:p>
      </dgm:t>
    </dgm:pt>
    <dgm:pt modelId="{2AB77E15-8F5B-4AF4-AB4B-27E7CD61B555}">
      <dgm:prSet/>
      <dgm:spPr/>
      <dgm:t>
        <a:bodyPr/>
        <a:lstStyle/>
        <a:p>
          <a:r>
            <a:rPr lang="en-US"/>
            <a:t>Specializing in Embedded Systems, IOT Development, Machine Learning and Artificial Intelligence and Firmware Programming.</a:t>
          </a:r>
        </a:p>
      </dgm:t>
    </dgm:pt>
    <dgm:pt modelId="{41B93BF6-F4A4-4510-974B-94978D130A54}" type="parTrans" cxnId="{7765EFC9-D64A-4823-8FB3-789F9B9FB419}">
      <dgm:prSet/>
      <dgm:spPr/>
      <dgm:t>
        <a:bodyPr/>
        <a:lstStyle/>
        <a:p>
          <a:endParaRPr lang="en-US"/>
        </a:p>
      </dgm:t>
    </dgm:pt>
    <dgm:pt modelId="{CFA4C334-BA4A-4744-85AB-83AE9CAB5621}" type="sibTrans" cxnId="{7765EFC9-D64A-4823-8FB3-789F9B9FB419}">
      <dgm:prSet/>
      <dgm:spPr/>
      <dgm:t>
        <a:bodyPr/>
        <a:lstStyle/>
        <a:p>
          <a:endParaRPr lang="en-US"/>
        </a:p>
      </dgm:t>
    </dgm:pt>
    <dgm:pt modelId="{F4DEF2DD-1192-4BE2-AF26-0A870E36EBDE}">
      <dgm:prSet/>
      <dgm:spPr/>
      <dgm:t>
        <a:bodyPr/>
        <a:lstStyle/>
        <a:p>
          <a:r>
            <a:rPr lang="en-US"/>
            <a:t>Passionate about hardware-software integration and innovative technology solutions.</a:t>
          </a:r>
        </a:p>
      </dgm:t>
    </dgm:pt>
    <dgm:pt modelId="{10610104-A942-492D-96BF-754224658580}" type="parTrans" cxnId="{3A0638E4-FF8F-47C4-B51D-ADDEBE15347F}">
      <dgm:prSet/>
      <dgm:spPr/>
      <dgm:t>
        <a:bodyPr/>
        <a:lstStyle/>
        <a:p>
          <a:endParaRPr lang="en-US"/>
        </a:p>
      </dgm:t>
    </dgm:pt>
    <dgm:pt modelId="{BF4067B8-C484-470A-8FD5-DAD099D3029A}" type="sibTrans" cxnId="{3A0638E4-FF8F-47C4-B51D-ADDEBE15347F}">
      <dgm:prSet/>
      <dgm:spPr/>
      <dgm:t>
        <a:bodyPr/>
        <a:lstStyle/>
        <a:p>
          <a:endParaRPr lang="en-US"/>
        </a:p>
      </dgm:t>
    </dgm:pt>
    <dgm:pt modelId="{A4ADCB6C-577B-42F1-A8E4-54B83C9BB00D}">
      <dgm:prSet/>
      <dgm:spPr/>
      <dgm:t>
        <a:bodyPr/>
        <a:lstStyle/>
        <a:p>
          <a:r>
            <a:rPr lang="en-US"/>
            <a:t>Previously completed an internship at RISETECH where I gained experience in PCB design ,Embedded system and network configuration.</a:t>
          </a:r>
        </a:p>
      </dgm:t>
    </dgm:pt>
    <dgm:pt modelId="{AA900108-C3CA-47E6-B0F3-8C2F10FCDDD3}" type="parTrans" cxnId="{9D27B3EA-2AF4-438F-B368-539A7F888DC4}">
      <dgm:prSet/>
      <dgm:spPr/>
      <dgm:t>
        <a:bodyPr/>
        <a:lstStyle/>
        <a:p>
          <a:endParaRPr lang="en-US"/>
        </a:p>
      </dgm:t>
    </dgm:pt>
    <dgm:pt modelId="{B471118E-EAC7-4EA3-9EAC-91F769F4026B}" type="sibTrans" cxnId="{9D27B3EA-2AF4-438F-B368-539A7F888DC4}">
      <dgm:prSet/>
      <dgm:spPr/>
      <dgm:t>
        <a:bodyPr/>
        <a:lstStyle/>
        <a:p>
          <a:endParaRPr lang="en-US"/>
        </a:p>
      </dgm:t>
    </dgm:pt>
    <dgm:pt modelId="{05855786-4EAA-4A44-8206-F72054F46822}" type="pres">
      <dgm:prSet presAssocID="{D37D0AFB-3393-4E05-8DF8-D3BE9BBE19C4}" presName="root" presStyleCnt="0">
        <dgm:presLayoutVars>
          <dgm:dir/>
          <dgm:resizeHandles val="exact"/>
        </dgm:presLayoutVars>
      </dgm:prSet>
      <dgm:spPr/>
    </dgm:pt>
    <dgm:pt modelId="{147D2071-4930-46FE-A714-D61F5D88BD45}" type="pres">
      <dgm:prSet presAssocID="{F3AD4318-9BEB-4F56-B428-00944567EC0B}" presName="compNode" presStyleCnt="0"/>
      <dgm:spPr/>
    </dgm:pt>
    <dgm:pt modelId="{0268CC20-A573-4F91-9F36-32737B64DCFF}" type="pres">
      <dgm:prSet presAssocID="{F3AD4318-9BEB-4F56-B428-00944567EC0B}" presName="bgRect" presStyleLbl="bgShp" presStyleIdx="0" presStyleCnt="5"/>
      <dgm:spPr/>
    </dgm:pt>
    <dgm:pt modelId="{D9A4B74A-2D79-40FD-9210-FD855623F3EE}" type="pres">
      <dgm:prSet presAssocID="{F3AD4318-9BEB-4F56-B428-00944567EC0B}"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Scientist"/>
        </a:ext>
      </dgm:extLst>
    </dgm:pt>
    <dgm:pt modelId="{3D60DCF2-9B9B-498C-AA70-B988AEE6C8D8}" type="pres">
      <dgm:prSet presAssocID="{F3AD4318-9BEB-4F56-B428-00944567EC0B}" presName="spaceRect" presStyleCnt="0"/>
      <dgm:spPr/>
    </dgm:pt>
    <dgm:pt modelId="{AC0FA2A7-A331-47FC-8451-5AD88944C4AF}" type="pres">
      <dgm:prSet presAssocID="{F3AD4318-9BEB-4F56-B428-00944567EC0B}" presName="parTx" presStyleLbl="revTx" presStyleIdx="0" presStyleCnt="5">
        <dgm:presLayoutVars>
          <dgm:chMax val="0"/>
          <dgm:chPref val="0"/>
        </dgm:presLayoutVars>
      </dgm:prSet>
      <dgm:spPr/>
    </dgm:pt>
    <dgm:pt modelId="{7893735B-94EA-4C12-A640-6C9D44E05690}" type="pres">
      <dgm:prSet presAssocID="{C12002C9-34FC-4073-85E8-D270F2E18040}" presName="sibTrans" presStyleCnt="0"/>
      <dgm:spPr/>
    </dgm:pt>
    <dgm:pt modelId="{8623B06F-E02B-494E-857E-4142041A561A}" type="pres">
      <dgm:prSet presAssocID="{4BC2DEC9-2CC4-475D-A318-A4172B3E4C65}" presName="compNode" presStyleCnt="0"/>
      <dgm:spPr/>
    </dgm:pt>
    <dgm:pt modelId="{D060D2D8-0998-49C4-A478-8405E80D08C9}" type="pres">
      <dgm:prSet presAssocID="{4BC2DEC9-2CC4-475D-A318-A4172B3E4C65}" presName="bgRect" presStyleLbl="bgShp" presStyleIdx="1" presStyleCnt="5"/>
      <dgm:spPr/>
    </dgm:pt>
    <dgm:pt modelId="{24F3B9FD-3B4C-4EBB-B7FE-4A6222F6FE61}" type="pres">
      <dgm:prSet presAssocID="{4BC2DEC9-2CC4-475D-A318-A4172B3E4C65}"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rown"/>
        </a:ext>
      </dgm:extLst>
    </dgm:pt>
    <dgm:pt modelId="{2DCF4A87-D947-4C76-A957-8F21FDACF174}" type="pres">
      <dgm:prSet presAssocID="{4BC2DEC9-2CC4-475D-A318-A4172B3E4C65}" presName="spaceRect" presStyleCnt="0"/>
      <dgm:spPr/>
    </dgm:pt>
    <dgm:pt modelId="{F4D4367C-0EA8-4DC3-8ADC-8BFD10FE104B}" type="pres">
      <dgm:prSet presAssocID="{4BC2DEC9-2CC4-475D-A318-A4172B3E4C65}" presName="parTx" presStyleLbl="revTx" presStyleIdx="1" presStyleCnt="5">
        <dgm:presLayoutVars>
          <dgm:chMax val="0"/>
          <dgm:chPref val="0"/>
        </dgm:presLayoutVars>
      </dgm:prSet>
      <dgm:spPr/>
    </dgm:pt>
    <dgm:pt modelId="{DBB57FF1-0D84-41AA-AEAA-34C62DFF238E}" type="pres">
      <dgm:prSet presAssocID="{5EBD1D19-C185-46D3-B122-6445B5D67956}" presName="sibTrans" presStyleCnt="0"/>
      <dgm:spPr/>
    </dgm:pt>
    <dgm:pt modelId="{7713574E-033E-4D86-9D94-42C2FE0D780B}" type="pres">
      <dgm:prSet presAssocID="{2AB77E15-8F5B-4AF4-AB4B-27E7CD61B555}" presName="compNode" presStyleCnt="0"/>
      <dgm:spPr/>
    </dgm:pt>
    <dgm:pt modelId="{5D112644-748C-4129-A59B-BC141302A1A1}" type="pres">
      <dgm:prSet presAssocID="{2AB77E15-8F5B-4AF4-AB4B-27E7CD61B555}" presName="bgRect" presStyleLbl="bgShp" presStyleIdx="2" presStyleCnt="5"/>
      <dgm:spPr/>
    </dgm:pt>
    <dgm:pt modelId="{B450A7A4-31F1-4DDF-BFAD-A9533D6B06BE}" type="pres">
      <dgm:prSet presAssocID="{2AB77E15-8F5B-4AF4-AB4B-27E7CD61B555}"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Processor"/>
        </a:ext>
      </dgm:extLst>
    </dgm:pt>
    <dgm:pt modelId="{F07D104A-8A0B-4110-8003-9770B25494F4}" type="pres">
      <dgm:prSet presAssocID="{2AB77E15-8F5B-4AF4-AB4B-27E7CD61B555}" presName="spaceRect" presStyleCnt="0"/>
      <dgm:spPr/>
    </dgm:pt>
    <dgm:pt modelId="{8EECAE86-4073-47F7-9258-48952BBDA89D}" type="pres">
      <dgm:prSet presAssocID="{2AB77E15-8F5B-4AF4-AB4B-27E7CD61B555}" presName="parTx" presStyleLbl="revTx" presStyleIdx="2" presStyleCnt="5">
        <dgm:presLayoutVars>
          <dgm:chMax val="0"/>
          <dgm:chPref val="0"/>
        </dgm:presLayoutVars>
      </dgm:prSet>
      <dgm:spPr/>
    </dgm:pt>
    <dgm:pt modelId="{F63802FC-0895-440E-9E6D-071D44960BFA}" type="pres">
      <dgm:prSet presAssocID="{CFA4C334-BA4A-4744-85AB-83AE9CAB5621}" presName="sibTrans" presStyleCnt="0"/>
      <dgm:spPr/>
    </dgm:pt>
    <dgm:pt modelId="{BD26D400-4292-48FE-9A73-223F48A726B0}" type="pres">
      <dgm:prSet presAssocID="{F4DEF2DD-1192-4BE2-AF26-0A870E36EBDE}" presName="compNode" presStyleCnt="0"/>
      <dgm:spPr/>
    </dgm:pt>
    <dgm:pt modelId="{C8A86B32-655D-429D-9B71-04565B291606}" type="pres">
      <dgm:prSet presAssocID="{F4DEF2DD-1192-4BE2-AF26-0A870E36EBDE}" presName="bgRect" presStyleLbl="bgShp" presStyleIdx="3" presStyleCnt="5"/>
      <dgm:spPr/>
    </dgm:pt>
    <dgm:pt modelId="{DCCDB332-4DCB-4300-B6AD-EF8D4AEB8780}" type="pres">
      <dgm:prSet presAssocID="{F4DEF2DD-1192-4BE2-AF26-0A870E36EBDE}"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Heart"/>
        </a:ext>
      </dgm:extLst>
    </dgm:pt>
    <dgm:pt modelId="{28CF38E1-2771-44F3-9DBB-9B5FCAE39E30}" type="pres">
      <dgm:prSet presAssocID="{F4DEF2DD-1192-4BE2-AF26-0A870E36EBDE}" presName="spaceRect" presStyleCnt="0"/>
      <dgm:spPr/>
    </dgm:pt>
    <dgm:pt modelId="{9FFD9E6F-22EF-4E9F-BF93-09D268B67CE7}" type="pres">
      <dgm:prSet presAssocID="{F4DEF2DD-1192-4BE2-AF26-0A870E36EBDE}" presName="parTx" presStyleLbl="revTx" presStyleIdx="3" presStyleCnt="5">
        <dgm:presLayoutVars>
          <dgm:chMax val="0"/>
          <dgm:chPref val="0"/>
        </dgm:presLayoutVars>
      </dgm:prSet>
      <dgm:spPr/>
    </dgm:pt>
    <dgm:pt modelId="{3C6F1FC2-046B-46CA-AF1B-10FE5429BF18}" type="pres">
      <dgm:prSet presAssocID="{BF4067B8-C484-470A-8FD5-DAD099D3029A}" presName="sibTrans" presStyleCnt="0"/>
      <dgm:spPr/>
    </dgm:pt>
    <dgm:pt modelId="{DD78D0FA-08BB-40C6-8C7D-44CCBA6134A6}" type="pres">
      <dgm:prSet presAssocID="{A4ADCB6C-577B-42F1-A8E4-54B83C9BB00D}" presName="compNode" presStyleCnt="0"/>
      <dgm:spPr/>
    </dgm:pt>
    <dgm:pt modelId="{80FCAFAF-EFBE-43F1-B485-7287F29AC206}" type="pres">
      <dgm:prSet presAssocID="{A4ADCB6C-577B-42F1-A8E4-54B83C9BB00D}" presName="bgRect" presStyleLbl="bgShp" presStyleIdx="4" presStyleCnt="5"/>
      <dgm:spPr/>
    </dgm:pt>
    <dgm:pt modelId="{CE848311-1924-4443-847F-7374AA2D768B}" type="pres">
      <dgm:prSet presAssocID="{A4ADCB6C-577B-42F1-A8E4-54B83C9BB00D}"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Computer"/>
        </a:ext>
      </dgm:extLst>
    </dgm:pt>
    <dgm:pt modelId="{801CD0F1-BABD-4168-B7F5-46DE7A3946E4}" type="pres">
      <dgm:prSet presAssocID="{A4ADCB6C-577B-42F1-A8E4-54B83C9BB00D}" presName="spaceRect" presStyleCnt="0"/>
      <dgm:spPr/>
    </dgm:pt>
    <dgm:pt modelId="{CD38C188-97D8-4265-B99B-860402278E54}" type="pres">
      <dgm:prSet presAssocID="{A4ADCB6C-577B-42F1-A8E4-54B83C9BB00D}" presName="parTx" presStyleLbl="revTx" presStyleIdx="4" presStyleCnt="5">
        <dgm:presLayoutVars>
          <dgm:chMax val="0"/>
          <dgm:chPref val="0"/>
        </dgm:presLayoutVars>
      </dgm:prSet>
      <dgm:spPr/>
    </dgm:pt>
  </dgm:ptLst>
  <dgm:cxnLst>
    <dgm:cxn modelId="{C471A417-54CB-4F04-8B75-64F77280B07C}" type="presOf" srcId="{F3AD4318-9BEB-4F56-B428-00944567EC0B}" destId="{AC0FA2A7-A331-47FC-8451-5AD88944C4AF}" srcOrd="0" destOrd="0" presId="urn:microsoft.com/office/officeart/2018/2/layout/IconVerticalSolidList"/>
    <dgm:cxn modelId="{77D5231F-6D7E-4939-A571-5B67C15203B6}" type="presOf" srcId="{D37D0AFB-3393-4E05-8DF8-D3BE9BBE19C4}" destId="{05855786-4EAA-4A44-8206-F72054F46822}" srcOrd="0" destOrd="0" presId="urn:microsoft.com/office/officeart/2018/2/layout/IconVerticalSolidList"/>
    <dgm:cxn modelId="{D6E3BD39-FAEC-4781-BC88-3182178607A3}" type="presOf" srcId="{A4ADCB6C-577B-42F1-A8E4-54B83C9BB00D}" destId="{CD38C188-97D8-4265-B99B-860402278E54}" srcOrd="0" destOrd="0" presId="urn:microsoft.com/office/officeart/2018/2/layout/IconVerticalSolidList"/>
    <dgm:cxn modelId="{27D7CA4A-7CCF-4C39-BCB7-A974C6EDB07A}" srcId="{D37D0AFB-3393-4E05-8DF8-D3BE9BBE19C4}" destId="{F3AD4318-9BEB-4F56-B428-00944567EC0B}" srcOrd="0" destOrd="0" parTransId="{3243DAA2-0732-43C0-B795-FAFEE1EBA264}" sibTransId="{C12002C9-34FC-4073-85E8-D270F2E18040}"/>
    <dgm:cxn modelId="{E9EF586F-271F-4867-956E-F9A50C109333}" type="presOf" srcId="{2AB77E15-8F5B-4AF4-AB4B-27E7CD61B555}" destId="{8EECAE86-4073-47F7-9258-48952BBDA89D}" srcOrd="0" destOrd="0" presId="urn:microsoft.com/office/officeart/2018/2/layout/IconVerticalSolidList"/>
    <dgm:cxn modelId="{D1E3FA9F-2942-4846-8E68-CCE5E7044E00}" type="presOf" srcId="{4BC2DEC9-2CC4-475D-A318-A4172B3E4C65}" destId="{F4D4367C-0EA8-4DC3-8ADC-8BFD10FE104B}" srcOrd="0" destOrd="0" presId="urn:microsoft.com/office/officeart/2018/2/layout/IconVerticalSolidList"/>
    <dgm:cxn modelId="{7765EFC9-D64A-4823-8FB3-789F9B9FB419}" srcId="{D37D0AFB-3393-4E05-8DF8-D3BE9BBE19C4}" destId="{2AB77E15-8F5B-4AF4-AB4B-27E7CD61B555}" srcOrd="2" destOrd="0" parTransId="{41B93BF6-F4A4-4510-974B-94978D130A54}" sibTransId="{CFA4C334-BA4A-4744-85AB-83AE9CAB5621}"/>
    <dgm:cxn modelId="{4A4C70DB-2DDF-4BA9-A576-5694F2AB2B6C}" srcId="{D37D0AFB-3393-4E05-8DF8-D3BE9BBE19C4}" destId="{4BC2DEC9-2CC4-475D-A318-A4172B3E4C65}" srcOrd="1" destOrd="0" parTransId="{80BDEBFF-3274-42E7-8586-86D668FF8BD5}" sibTransId="{5EBD1D19-C185-46D3-B122-6445B5D67956}"/>
    <dgm:cxn modelId="{3A0638E4-FF8F-47C4-B51D-ADDEBE15347F}" srcId="{D37D0AFB-3393-4E05-8DF8-D3BE9BBE19C4}" destId="{F4DEF2DD-1192-4BE2-AF26-0A870E36EBDE}" srcOrd="3" destOrd="0" parTransId="{10610104-A942-492D-96BF-754224658580}" sibTransId="{BF4067B8-C484-470A-8FD5-DAD099D3029A}"/>
    <dgm:cxn modelId="{9D27B3EA-2AF4-438F-B368-539A7F888DC4}" srcId="{D37D0AFB-3393-4E05-8DF8-D3BE9BBE19C4}" destId="{A4ADCB6C-577B-42F1-A8E4-54B83C9BB00D}" srcOrd="4" destOrd="0" parTransId="{AA900108-C3CA-47E6-B0F3-8C2F10FCDDD3}" sibTransId="{B471118E-EAC7-4EA3-9EAC-91F769F4026B}"/>
    <dgm:cxn modelId="{8F2B5CFB-BC78-4629-9593-7E5AC0E01FC5}" type="presOf" srcId="{F4DEF2DD-1192-4BE2-AF26-0A870E36EBDE}" destId="{9FFD9E6F-22EF-4E9F-BF93-09D268B67CE7}" srcOrd="0" destOrd="0" presId="urn:microsoft.com/office/officeart/2018/2/layout/IconVerticalSolidList"/>
    <dgm:cxn modelId="{0289CF4E-99DD-448F-9858-64983E719761}" type="presParOf" srcId="{05855786-4EAA-4A44-8206-F72054F46822}" destId="{147D2071-4930-46FE-A714-D61F5D88BD45}" srcOrd="0" destOrd="0" presId="urn:microsoft.com/office/officeart/2018/2/layout/IconVerticalSolidList"/>
    <dgm:cxn modelId="{81D017AD-9F57-480B-A3B7-AA1EE1989245}" type="presParOf" srcId="{147D2071-4930-46FE-A714-D61F5D88BD45}" destId="{0268CC20-A573-4F91-9F36-32737B64DCFF}" srcOrd="0" destOrd="0" presId="urn:microsoft.com/office/officeart/2018/2/layout/IconVerticalSolidList"/>
    <dgm:cxn modelId="{8B21A772-A90B-4191-BE53-1023AA477365}" type="presParOf" srcId="{147D2071-4930-46FE-A714-D61F5D88BD45}" destId="{D9A4B74A-2D79-40FD-9210-FD855623F3EE}" srcOrd="1" destOrd="0" presId="urn:microsoft.com/office/officeart/2018/2/layout/IconVerticalSolidList"/>
    <dgm:cxn modelId="{37DD9477-521C-4D0B-8009-09D005305E61}" type="presParOf" srcId="{147D2071-4930-46FE-A714-D61F5D88BD45}" destId="{3D60DCF2-9B9B-498C-AA70-B988AEE6C8D8}" srcOrd="2" destOrd="0" presId="urn:microsoft.com/office/officeart/2018/2/layout/IconVerticalSolidList"/>
    <dgm:cxn modelId="{7B69DE5B-885F-4F81-9E91-3D93615D6D45}" type="presParOf" srcId="{147D2071-4930-46FE-A714-D61F5D88BD45}" destId="{AC0FA2A7-A331-47FC-8451-5AD88944C4AF}" srcOrd="3" destOrd="0" presId="urn:microsoft.com/office/officeart/2018/2/layout/IconVerticalSolidList"/>
    <dgm:cxn modelId="{1EC984B6-DD81-44D5-A328-74A8F6212FCA}" type="presParOf" srcId="{05855786-4EAA-4A44-8206-F72054F46822}" destId="{7893735B-94EA-4C12-A640-6C9D44E05690}" srcOrd="1" destOrd="0" presId="urn:microsoft.com/office/officeart/2018/2/layout/IconVerticalSolidList"/>
    <dgm:cxn modelId="{0B558EF4-5401-46F2-A368-6E6832935145}" type="presParOf" srcId="{05855786-4EAA-4A44-8206-F72054F46822}" destId="{8623B06F-E02B-494E-857E-4142041A561A}" srcOrd="2" destOrd="0" presId="urn:microsoft.com/office/officeart/2018/2/layout/IconVerticalSolidList"/>
    <dgm:cxn modelId="{049058A7-7CC0-4D74-BC21-B0EE80686B62}" type="presParOf" srcId="{8623B06F-E02B-494E-857E-4142041A561A}" destId="{D060D2D8-0998-49C4-A478-8405E80D08C9}" srcOrd="0" destOrd="0" presId="urn:microsoft.com/office/officeart/2018/2/layout/IconVerticalSolidList"/>
    <dgm:cxn modelId="{AEAA2A5F-3798-4905-877D-275FF1BC17B6}" type="presParOf" srcId="{8623B06F-E02B-494E-857E-4142041A561A}" destId="{24F3B9FD-3B4C-4EBB-B7FE-4A6222F6FE61}" srcOrd="1" destOrd="0" presId="urn:microsoft.com/office/officeart/2018/2/layout/IconVerticalSolidList"/>
    <dgm:cxn modelId="{F8527A25-F58A-4967-BD4D-6E6C6C32C9C9}" type="presParOf" srcId="{8623B06F-E02B-494E-857E-4142041A561A}" destId="{2DCF4A87-D947-4C76-A957-8F21FDACF174}" srcOrd="2" destOrd="0" presId="urn:microsoft.com/office/officeart/2018/2/layout/IconVerticalSolidList"/>
    <dgm:cxn modelId="{0D6B2E44-201E-4816-B353-A2C4E6828A08}" type="presParOf" srcId="{8623B06F-E02B-494E-857E-4142041A561A}" destId="{F4D4367C-0EA8-4DC3-8ADC-8BFD10FE104B}" srcOrd="3" destOrd="0" presId="urn:microsoft.com/office/officeart/2018/2/layout/IconVerticalSolidList"/>
    <dgm:cxn modelId="{EAAD9055-C825-48FC-9882-747A2AA7E675}" type="presParOf" srcId="{05855786-4EAA-4A44-8206-F72054F46822}" destId="{DBB57FF1-0D84-41AA-AEAA-34C62DFF238E}" srcOrd="3" destOrd="0" presId="urn:microsoft.com/office/officeart/2018/2/layout/IconVerticalSolidList"/>
    <dgm:cxn modelId="{5CF12C7F-4390-4ECF-9BBA-4835C64B41B1}" type="presParOf" srcId="{05855786-4EAA-4A44-8206-F72054F46822}" destId="{7713574E-033E-4D86-9D94-42C2FE0D780B}" srcOrd="4" destOrd="0" presId="urn:microsoft.com/office/officeart/2018/2/layout/IconVerticalSolidList"/>
    <dgm:cxn modelId="{AAF90A90-2164-41D6-AB95-84D44B669CB2}" type="presParOf" srcId="{7713574E-033E-4D86-9D94-42C2FE0D780B}" destId="{5D112644-748C-4129-A59B-BC141302A1A1}" srcOrd="0" destOrd="0" presId="urn:microsoft.com/office/officeart/2018/2/layout/IconVerticalSolidList"/>
    <dgm:cxn modelId="{648D92D2-D5C3-461F-84A1-0FBCE912A970}" type="presParOf" srcId="{7713574E-033E-4D86-9D94-42C2FE0D780B}" destId="{B450A7A4-31F1-4DDF-BFAD-A9533D6B06BE}" srcOrd="1" destOrd="0" presId="urn:microsoft.com/office/officeart/2018/2/layout/IconVerticalSolidList"/>
    <dgm:cxn modelId="{49AF6F29-272D-4E39-AB44-0AD77A5E1DB9}" type="presParOf" srcId="{7713574E-033E-4D86-9D94-42C2FE0D780B}" destId="{F07D104A-8A0B-4110-8003-9770B25494F4}" srcOrd="2" destOrd="0" presId="urn:microsoft.com/office/officeart/2018/2/layout/IconVerticalSolidList"/>
    <dgm:cxn modelId="{F03CEBA9-8739-4203-9113-5A9D5B8F6165}" type="presParOf" srcId="{7713574E-033E-4D86-9D94-42C2FE0D780B}" destId="{8EECAE86-4073-47F7-9258-48952BBDA89D}" srcOrd="3" destOrd="0" presId="urn:microsoft.com/office/officeart/2018/2/layout/IconVerticalSolidList"/>
    <dgm:cxn modelId="{03A7A5C6-7595-4D57-9702-1629F635B86A}" type="presParOf" srcId="{05855786-4EAA-4A44-8206-F72054F46822}" destId="{F63802FC-0895-440E-9E6D-071D44960BFA}" srcOrd="5" destOrd="0" presId="urn:microsoft.com/office/officeart/2018/2/layout/IconVerticalSolidList"/>
    <dgm:cxn modelId="{288DE6C9-72A2-4FE7-850E-EE40C51F7694}" type="presParOf" srcId="{05855786-4EAA-4A44-8206-F72054F46822}" destId="{BD26D400-4292-48FE-9A73-223F48A726B0}" srcOrd="6" destOrd="0" presId="urn:microsoft.com/office/officeart/2018/2/layout/IconVerticalSolidList"/>
    <dgm:cxn modelId="{CEE000FD-6F4D-437E-82A7-F880835F9BC5}" type="presParOf" srcId="{BD26D400-4292-48FE-9A73-223F48A726B0}" destId="{C8A86B32-655D-429D-9B71-04565B291606}" srcOrd="0" destOrd="0" presId="urn:microsoft.com/office/officeart/2018/2/layout/IconVerticalSolidList"/>
    <dgm:cxn modelId="{8C3E94A0-D8B8-4923-915F-7D654201293D}" type="presParOf" srcId="{BD26D400-4292-48FE-9A73-223F48A726B0}" destId="{DCCDB332-4DCB-4300-B6AD-EF8D4AEB8780}" srcOrd="1" destOrd="0" presId="urn:microsoft.com/office/officeart/2018/2/layout/IconVerticalSolidList"/>
    <dgm:cxn modelId="{B909268F-B699-4FCF-8242-EC2AE096551B}" type="presParOf" srcId="{BD26D400-4292-48FE-9A73-223F48A726B0}" destId="{28CF38E1-2771-44F3-9DBB-9B5FCAE39E30}" srcOrd="2" destOrd="0" presId="urn:microsoft.com/office/officeart/2018/2/layout/IconVerticalSolidList"/>
    <dgm:cxn modelId="{1FFDEE28-0CF5-4712-AD36-349B9B95C62A}" type="presParOf" srcId="{BD26D400-4292-48FE-9A73-223F48A726B0}" destId="{9FFD9E6F-22EF-4E9F-BF93-09D268B67CE7}" srcOrd="3" destOrd="0" presId="urn:microsoft.com/office/officeart/2018/2/layout/IconVerticalSolidList"/>
    <dgm:cxn modelId="{D8A56B1E-399B-4BE4-A494-DE5F1EA80C49}" type="presParOf" srcId="{05855786-4EAA-4A44-8206-F72054F46822}" destId="{3C6F1FC2-046B-46CA-AF1B-10FE5429BF18}" srcOrd="7" destOrd="0" presId="urn:microsoft.com/office/officeart/2018/2/layout/IconVerticalSolidList"/>
    <dgm:cxn modelId="{0FF12BCA-AEC0-4F6C-90C4-C39F4F2D5FF7}" type="presParOf" srcId="{05855786-4EAA-4A44-8206-F72054F46822}" destId="{DD78D0FA-08BB-40C6-8C7D-44CCBA6134A6}" srcOrd="8" destOrd="0" presId="urn:microsoft.com/office/officeart/2018/2/layout/IconVerticalSolidList"/>
    <dgm:cxn modelId="{1FF77D97-A3F1-4D96-A4F2-F30C700FF863}" type="presParOf" srcId="{DD78D0FA-08BB-40C6-8C7D-44CCBA6134A6}" destId="{80FCAFAF-EFBE-43F1-B485-7287F29AC206}" srcOrd="0" destOrd="0" presId="urn:microsoft.com/office/officeart/2018/2/layout/IconVerticalSolidList"/>
    <dgm:cxn modelId="{EC053869-08DF-4905-9FBF-1754D3BC78DB}" type="presParOf" srcId="{DD78D0FA-08BB-40C6-8C7D-44CCBA6134A6}" destId="{CE848311-1924-4443-847F-7374AA2D768B}" srcOrd="1" destOrd="0" presId="urn:microsoft.com/office/officeart/2018/2/layout/IconVerticalSolidList"/>
    <dgm:cxn modelId="{19B16A4C-88CF-4664-831E-F62F2482132A}" type="presParOf" srcId="{DD78D0FA-08BB-40C6-8C7D-44CCBA6134A6}" destId="{801CD0F1-BABD-4168-B7F5-46DE7A3946E4}" srcOrd="2" destOrd="0" presId="urn:microsoft.com/office/officeart/2018/2/layout/IconVerticalSolidList"/>
    <dgm:cxn modelId="{78285F3C-58B4-4F89-BBA1-F88ED6F83368}" type="presParOf" srcId="{DD78D0FA-08BB-40C6-8C7D-44CCBA6134A6}" destId="{CD38C188-97D8-4265-B99B-860402278E54}"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6B721A1A-43EA-479A-9FCE-CE01876C8E9E}"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0A731F18-908B-4485-A89B-4A1009F3F9CF}">
      <dgm:prSet/>
      <dgm:spPr/>
      <dgm:t>
        <a:bodyPr/>
        <a:lstStyle/>
        <a:p>
          <a:r>
            <a:rPr lang="en-US"/>
            <a:t>What this presentation covers    </a:t>
          </a:r>
        </a:p>
      </dgm:t>
    </dgm:pt>
    <dgm:pt modelId="{A3CDADE4-2BC1-4150-B5F6-5FE65345F995}" type="parTrans" cxnId="{284D9674-0DF0-43F3-B445-296B013851C1}">
      <dgm:prSet/>
      <dgm:spPr/>
      <dgm:t>
        <a:bodyPr/>
        <a:lstStyle/>
        <a:p>
          <a:endParaRPr lang="en-US"/>
        </a:p>
      </dgm:t>
    </dgm:pt>
    <dgm:pt modelId="{47140F42-55A2-4E70-89BE-A20612EB143A}" type="sibTrans" cxnId="{284D9674-0DF0-43F3-B445-296B013851C1}">
      <dgm:prSet/>
      <dgm:spPr/>
      <dgm:t>
        <a:bodyPr/>
        <a:lstStyle/>
        <a:p>
          <a:endParaRPr lang="en-US"/>
        </a:p>
      </dgm:t>
    </dgm:pt>
    <dgm:pt modelId="{D2052728-B3AD-4796-8A17-01A579D1451E}">
      <dgm:prSet/>
      <dgm:spPr/>
      <dgm:t>
        <a:bodyPr/>
        <a:lstStyle/>
        <a:p>
          <a:r>
            <a:rPr lang="en-US"/>
            <a:t>Today, I'll be taking you through my transformation during this MachaDev internship - from my foundation in embedded systems to my current growth in IoT development and firmware programming, and the valuable experiences that have shaped this journey.</a:t>
          </a:r>
        </a:p>
      </dgm:t>
    </dgm:pt>
    <dgm:pt modelId="{DE662659-F1F8-470B-BE69-6376D3358D1C}" type="parTrans" cxnId="{84D6919C-EB8C-46B5-8513-EC09E2AE893F}">
      <dgm:prSet/>
      <dgm:spPr/>
      <dgm:t>
        <a:bodyPr/>
        <a:lstStyle/>
        <a:p>
          <a:endParaRPr lang="en-US"/>
        </a:p>
      </dgm:t>
    </dgm:pt>
    <dgm:pt modelId="{0DAA12A7-248D-451B-A919-97C5C3E5B46A}" type="sibTrans" cxnId="{84D6919C-EB8C-46B5-8513-EC09E2AE893F}">
      <dgm:prSet/>
      <dgm:spPr/>
      <dgm:t>
        <a:bodyPr/>
        <a:lstStyle/>
        <a:p>
          <a:endParaRPr lang="en-US"/>
        </a:p>
      </dgm:t>
    </dgm:pt>
    <dgm:pt modelId="{BB07BB32-8151-486E-8FBC-7A80D741AC1B}" type="pres">
      <dgm:prSet presAssocID="{6B721A1A-43EA-479A-9FCE-CE01876C8E9E}" presName="root" presStyleCnt="0">
        <dgm:presLayoutVars>
          <dgm:dir/>
          <dgm:resizeHandles val="exact"/>
        </dgm:presLayoutVars>
      </dgm:prSet>
      <dgm:spPr/>
    </dgm:pt>
    <dgm:pt modelId="{997398E2-5A59-43E7-84D1-495FAA72311C}" type="pres">
      <dgm:prSet presAssocID="{0A731F18-908B-4485-A89B-4A1009F3F9CF}" presName="compNode" presStyleCnt="0"/>
      <dgm:spPr/>
    </dgm:pt>
    <dgm:pt modelId="{95F4E1E1-BB3D-441C-9FA6-4EC0543A62B1}" type="pres">
      <dgm:prSet presAssocID="{0A731F18-908B-4485-A89B-4A1009F3F9CF}" presName="bgRect" presStyleLbl="bgShp" presStyleIdx="0" presStyleCnt="2"/>
      <dgm:spPr/>
    </dgm:pt>
    <dgm:pt modelId="{F2B1F6B3-0111-4635-B72A-868EC474D3E4}" type="pres">
      <dgm:prSet presAssocID="{0A731F18-908B-4485-A89B-4A1009F3F9CF}"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Teacher"/>
        </a:ext>
      </dgm:extLst>
    </dgm:pt>
    <dgm:pt modelId="{5BC029DE-23A2-4A93-B2BD-DD7F07BDF588}" type="pres">
      <dgm:prSet presAssocID="{0A731F18-908B-4485-A89B-4A1009F3F9CF}" presName="spaceRect" presStyleCnt="0"/>
      <dgm:spPr/>
    </dgm:pt>
    <dgm:pt modelId="{142D2582-EA57-4516-BF1F-18728E4B025B}" type="pres">
      <dgm:prSet presAssocID="{0A731F18-908B-4485-A89B-4A1009F3F9CF}" presName="parTx" presStyleLbl="revTx" presStyleIdx="0" presStyleCnt="2">
        <dgm:presLayoutVars>
          <dgm:chMax val="0"/>
          <dgm:chPref val="0"/>
        </dgm:presLayoutVars>
      </dgm:prSet>
      <dgm:spPr/>
    </dgm:pt>
    <dgm:pt modelId="{A6ED133D-68E2-47A3-A676-3CD8BD4E1BB2}" type="pres">
      <dgm:prSet presAssocID="{47140F42-55A2-4E70-89BE-A20612EB143A}" presName="sibTrans" presStyleCnt="0"/>
      <dgm:spPr/>
    </dgm:pt>
    <dgm:pt modelId="{5524F736-CE46-4CBD-9CCF-856502DFB21F}" type="pres">
      <dgm:prSet presAssocID="{D2052728-B3AD-4796-8A17-01A579D1451E}" presName="compNode" presStyleCnt="0"/>
      <dgm:spPr/>
    </dgm:pt>
    <dgm:pt modelId="{AECCCE8F-40B2-4C4E-996D-1554C310CF81}" type="pres">
      <dgm:prSet presAssocID="{D2052728-B3AD-4796-8A17-01A579D1451E}" presName="bgRect" presStyleLbl="bgShp" presStyleIdx="1" presStyleCnt="2"/>
      <dgm:spPr/>
    </dgm:pt>
    <dgm:pt modelId="{9DA652B1-0A9A-4350-B293-9FDC82D83D86}" type="pres">
      <dgm:prSet presAssocID="{D2052728-B3AD-4796-8A17-01A579D1451E}"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Processor"/>
        </a:ext>
      </dgm:extLst>
    </dgm:pt>
    <dgm:pt modelId="{E0BB325F-AA24-4EC1-A84E-F9181C04C54B}" type="pres">
      <dgm:prSet presAssocID="{D2052728-B3AD-4796-8A17-01A579D1451E}" presName="spaceRect" presStyleCnt="0"/>
      <dgm:spPr/>
    </dgm:pt>
    <dgm:pt modelId="{5F69D367-110B-4A98-BF12-FD943AF8A22F}" type="pres">
      <dgm:prSet presAssocID="{D2052728-B3AD-4796-8A17-01A579D1451E}" presName="parTx" presStyleLbl="revTx" presStyleIdx="1" presStyleCnt="2">
        <dgm:presLayoutVars>
          <dgm:chMax val="0"/>
          <dgm:chPref val="0"/>
        </dgm:presLayoutVars>
      </dgm:prSet>
      <dgm:spPr/>
    </dgm:pt>
  </dgm:ptLst>
  <dgm:cxnLst>
    <dgm:cxn modelId="{DA65C56E-77E7-4FA5-864C-C686A9FCFEA5}" type="presOf" srcId="{6B721A1A-43EA-479A-9FCE-CE01876C8E9E}" destId="{BB07BB32-8151-486E-8FBC-7A80D741AC1B}" srcOrd="0" destOrd="0" presId="urn:microsoft.com/office/officeart/2018/2/layout/IconVerticalSolidList"/>
    <dgm:cxn modelId="{D19DBC70-3BEE-49C7-88FA-61E0616DFE80}" type="presOf" srcId="{D2052728-B3AD-4796-8A17-01A579D1451E}" destId="{5F69D367-110B-4A98-BF12-FD943AF8A22F}" srcOrd="0" destOrd="0" presId="urn:microsoft.com/office/officeart/2018/2/layout/IconVerticalSolidList"/>
    <dgm:cxn modelId="{284D9674-0DF0-43F3-B445-296B013851C1}" srcId="{6B721A1A-43EA-479A-9FCE-CE01876C8E9E}" destId="{0A731F18-908B-4485-A89B-4A1009F3F9CF}" srcOrd="0" destOrd="0" parTransId="{A3CDADE4-2BC1-4150-B5F6-5FE65345F995}" sibTransId="{47140F42-55A2-4E70-89BE-A20612EB143A}"/>
    <dgm:cxn modelId="{84D6919C-EB8C-46B5-8513-EC09E2AE893F}" srcId="{6B721A1A-43EA-479A-9FCE-CE01876C8E9E}" destId="{D2052728-B3AD-4796-8A17-01A579D1451E}" srcOrd="1" destOrd="0" parTransId="{DE662659-F1F8-470B-BE69-6376D3358D1C}" sibTransId="{0DAA12A7-248D-451B-A919-97C5C3E5B46A}"/>
    <dgm:cxn modelId="{570B14A2-469A-4EB9-9C02-42BE0DFB879F}" type="presOf" srcId="{0A731F18-908B-4485-A89B-4A1009F3F9CF}" destId="{142D2582-EA57-4516-BF1F-18728E4B025B}" srcOrd="0" destOrd="0" presId="urn:microsoft.com/office/officeart/2018/2/layout/IconVerticalSolidList"/>
    <dgm:cxn modelId="{E88071C0-5E74-41A3-BD6B-B428B9CD555A}" type="presParOf" srcId="{BB07BB32-8151-486E-8FBC-7A80D741AC1B}" destId="{997398E2-5A59-43E7-84D1-495FAA72311C}" srcOrd="0" destOrd="0" presId="urn:microsoft.com/office/officeart/2018/2/layout/IconVerticalSolidList"/>
    <dgm:cxn modelId="{16CB3E0B-2CB8-4DB2-85FE-5418F3760055}" type="presParOf" srcId="{997398E2-5A59-43E7-84D1-495FAA72311C}" destId="{95F4E1E1-BB3D-441C-9FA6-4EC0543A62B1}" srcOrd="0" destOrd="0" presId="urn:microsoft.com/office/officeart/2018/2/layout/IconVerticalSolidList"/>
    <dgm:cxn modelId="{FAAD0FA1-373A-42D9-83A3-AADC8A65C3E0}" type="presParOf" srcId="{997398E2-5A59-43E7-84D1-495FAA72311C}" destId="{F2B1F6B3-0111-4635-B72A-868EC474D3E4}" srcOrd="1" destOrd="0" presId="urn:microsoft.com/office/officeart/2018/2/layout/IconVerticalSolidList"/>
    <dgm:cxn modelId="{521A5795-65B0-415C-A884-C52AC2A5CDE5}" type="presParOf" srcId="{997398E2-5A59-43E7-84D1-495FAA72311C}" destId="{5BC029DE-23A2-4A93-B2BD-DD7F07BDF588}" srcOrd="2" destOrd="0" presId="urn:microsoft.com/office/officeart/2018/2/layout/IconVerticalSolidList"/>
    <dgm:cxn modelId="{81733BAB-CA3B-43C3-8FD1-B3463CC4688F}" type="presParOf" srcId="{997398E2-5A59-43E7-84D1-495FAA72311C}" destId="{142D2582-EA57-4516-BF1F-18728E4B025B}" srcOrd="3" destOrd="0" presId="urn:microsoft.com/office/officeart/2018/2/layout/IconVerticalSolidList"/>
    <dgm:cxn modelId="{879D5134-86B3-4C46-A5EB-1E069D1EC9CC}" type="presParOf" srcId="{BB07BB32-8151-486E-8FBC-7A80D741AC1B}" destId="{A6ED133D-68E2-47A3-A676-3CD8BD4E1BB2}" srcOrd="1" destOrd="0" presId="urn:microsoft.com/office/officeart/2018/2/layout/IconVerticalSolidList"/>
    <dgm:cxn modelId="{59FA6AF3-9078-4615-B188-C8C21600A72A}" type="presParOf" srcId="{BB07BB32-8151-486E-8FBC-7A80D741AC1B}" destId="{5524F736-CE46-4CBD-9CCF-856502DFB21F}" srcOrd="2" destOrd="0" presId="urn:microsoft.com/office/officeart/2018/2/layout/IconVerticalSolidList"/>
    <dgm:cxn modelId="{8860E97A-E9A3-467B-B1C1-A1D148C49ACA}" type="presParOf" srcId="{5524F736-CE46-4CBD-9CCF-856502DFB21F}" destId="{AECCCE8F-40B2-4C4E-996D-1554C310CF81}" srcOrd="0" destOrd="0" presId="urn:microsoft.com/office/officeart/2018/2/layout/IconVerticalSolidList"/>
    <dgm:cxn modelId="{653D9193-D1A4-40BA-A979-0EA0A445893C}" type="presParOf" srcId="{5524F736-CE46-4CBD-9CCF-856502DFB21F}" destId="{9DA652B1-0A9A-4350-B293-9FDC82D83D86}" srcOrd="1" destOrd="0" presId="urn:microsoft.com/office/officeart/2018/2/layout/IconVerticalSolidList"/>
    <dgm:cxn modelId="{18708E26-57F8-4E0D-95E5-94F075EED65B}" type="presParOf" srcId="{5524F736-CE46-4CBD-9CCF-856502DFB21F}" destId="{E0BB325F-AA24-4EC1-A84E-F9181C04C54B}" srcOrd="2" destOrd="0" presId="urn:microsoft.com/office/officeart/2018/2/layout/IconVerticalSolidList"/>
    <dgm:cxn modelId="{3FAD2C48-D508-4DF4-9C4D-618D7750B3D5}" type="presParOf" srcId="{5524F736-CE46-4CBD-9CCF-856502DFB21F}" destId="{5F69D367-110B-4A98-BF12-FD943AF8A22F}"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50FDCC89-EDDD-4F45-81E1-56C009A2A0EE}"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AD712499-3438-485B-B463-6354FA5E8B8E}">
      <dgm:prSet/>
      <dgm:spPr/>
      <dgm:t>
        <a:bodyPr/>
        <a:lstStyle/>
        <a:p>
          <a:r>
            <a:rPr lang="en-US"/>
            <a:t>Current  Position and Growth</a:t>
          </a:r>
        </a:p>
      </dgm:t>
    </dgm:pt>
    <dgm:pt modelId="{95FD252F-8EBC-4A29-ADAE-02164244F14D}" type="parTrans" cxnId="{B5D4ED84-965F-4C79-A913-12AC1CB66B1C}">
      <dgm:prSet/>
      <dgm:spPr/>
      <dgm:t>
        <a:bodyPr/>
        <a:lstStyle/>
        <a:p>
          <a:endParaRPr lang="en-US"/>
        </a:p>
      </dgm:t>
    </dgm:pt>
    <dgm:pt modelId="{D822383E-4EAA-49DB-968A-9AEC2865BD0D}" type="sibTrans" cxnId="{B5D4ED84-965F-4C79-A913-12AC1CB66B1C}">
      <dgm:prSet/>
      <dgm:spPr/>
      <dgm:t>
        <a:bodyPr/>
        <a:lstStyle/>
        <a:p>
          <a:endParaRPr lang="en-US"/>
        </a:p>
      </dgm:t>
    </dgm:pt>
    <dgm:pt modelId="{6B011C05-D573-4408-8BFC-363A28006733}">
      <dgm:prSet/>
      <dgm:spPr/>
      <dgm:t>
        <a:bodyPr/>
        <a:lstStyle/>
        <a:p>
          <a:r>
            <a:rPr lang="en-US"/>
            <a:t>Technical Skills Development</a:t>
          </a:r>
        </a:p>
      </dgm:t>
    </dgm:pt>
    <dgm:pt modelId="{DF465C74-20C0-4BE5-A1F7-CA3E7BDB75EC}" type="parTrans" cxnId="{3EDFEC91-A1F8-4ECA-95CD-0CAFA5572A8B}">
      <dgm:prSet/>
      <dgm:spPr/>
      <dgm:t>
        <a:bodyPr/>
        <a:lstStyle/>
        <a:p>
          <a:endParaRPr lang="en-US"/>
        </a:p>
      </dgm:t>
    </dgm:pt>
    <dgm:pt modelId="{D1B8689E-27A2-42A4-B5CE-51A66933CDF1}" type="sibTrans" cxnId="{3EDFEC91-A1F8-4ECA-95CD-0CAFA5572A8B}">
      <dgm:prSet/>
      <dgm:spPr/>
      <dgm:t>
        <a:bodyPr/>
        <a:lstStyle/>
        <a:p>
          <a:endParaRPr lang="en-US"/>
        </a:p>
      </dgm:t>
    </dgm:pt>
    <dgm:pt modelId="{691C182F-7E9A-4849-985C-9EDFF2EB2B7C}">
      <dgm:prSet/>
      <dgm:spPr/>
      <dgm:t>
        <a:bodyPr/>
        <a:lstStyle/>
        <a:p>
          <a:r>
            <a:rPr lang="en-US" b="1"/>
            <a:t>Before </a:t>
          </a:r>
          <a:r>
            <a:rPr lang="en-US"/>
            <a:t> Strong foundation in C/C++, Python, Java, and embedded systems from university coursework and previous RISETECH internship experience with PCB design  ,circuit analysis and Microcontrollers(ESP32,STM32 AND 8051 MICROCONTROLLER).</a:t>
          </a:r>
        </a:p>
      </dgm:t>
    </dgm:pt>
    <dgm:pt modelId="{FB442C89-0AC8-4908-B4B9-73A50F8FDAA6}" type="parTrans" cxnId="{94BFEEC0-7D0F-48E7-AE4C-B5F567BEDF0A}">
      <dgm:prSet/>
      <dgm:spPr/>
      <dgm:t>
        <a:bodyPr/>
        <a:lstStyle/>
        <a:p>
          <a:endParaRPr lang="en-US"/>
        </a:p>
      </dgm:t>
    </dgm:pt>
    <dgm:pt modelId="{F769DF45-E917-48C5-B202-EA97C988B098}" type="sibTrans" cxnId="{94BFEEC0-7D0F-48E7-AE4C-B5F567BEDF0A}">
      <dgm:prSet/>
      <dgm:spPr/>
      <dgm:t>
        <a:bodyPr/>
        <a:lstStyle/>
        <a:p>
          <a:endParaRPr lang="en-US"/>
        </a:p>
      </dgm:t>
    </dgm:pt>
    <dgm:pt modelId="{0B508956-344F-4469-BE2F-D7ED33E3EFD9}">
      <dgm:prSet/>
      <dgm:spPr/>
      <dgm:t>
        <a:bodyPr/>
        <a:lstStyle/>
        <a:p>
          <a:r>
            <a:rPr lang="en-US" b="1"/>
            <a:t>Now </a:t>
          </a:r>
          <a:r>
            <a:rPr lang="en-US"/>
            <a:t> Enhanced expertise in IoT system development, advanced firmware programming with ESP-IDF, and seamless hardware-software integration for real-world applications.</a:t>
          </a:r>
        </a:p>
      </dgm:t>
    </dgm:pt>
    <dgm:pt modelId="{DA042FE2-07AA-4D4B-B775-E45BDB30F645}" type="parTrans" cxnId="{9A76CB0A-38E5-432E-A418-000E217F2091}">
      <dgm:prSet/>
      <dgm:spPr/>
      <dgm:t>
        <a:bodyPr/>
        <a:lstStyle/>
        <a:p>
          <a:endParaRPr lang="en-US"/>
        </a:p>
      </dgm:t>
    </dgm:pt>
    <dgm:pt modelId="{2256F34F-F837-42EE-8AC8-56E747D44281}" type="sibTrans" cxnId="{9A76CB0A-38E5-432E-A418-000E217F2091}">
      <dgm:prSet/>
      <dgm:spPr/>
      <dgm:t>
        <a:bodyPr/>
        <a:lstStyle/>
        <a:p>
          <a:endParaRPr lang="en-US"/>
        </a:p>
      </dgm:t>
    </dgm:pt>
    <dgm:pt modelId="{6D5C0DB6-9037-49B1-A276-BD9541A2C28C}" type="pres">
      <dgm:prSet presAssocID="{50FDCC89-EDDD-4F45-81E1-56C009A2A0EE}" presName="root" presStyleCnt="0">
        <dgm:presLayoutVars>
          <dgm:dir/>
          <dgm:resizeHandles val="exact"/>
        </dgm:presLayoutVars>
      </dgm:prSet>
      <dgm:spPr/>
    </dgm:pt>
    <dgm:pt modelId="{C5EB8EF9-B0A4-42A6-99A4-523276543F5C}" type="pres">
      <dgm:prSet presAssocID="{AD712499-3438-485B-B463-6354FA5E8B8E}" presName="compNode" presStyleCnt="0"/>
      <dgm:spPr/>
    </dgm:pt>
    <dgm:pt modelId="{475D93B9-9A51-4A31-B2A8-6B465C3F8E59}" type="pres">
      <dgm:prSet presAssocID="{AD712499-3438-485B-B463-6354FA5E8B8E}" presName="bgRect" presStyleLbl="bgShp" presStyleIdx="0" presStyleCnt="4"/>
      <dgm:spPr/>
    </dgm:pt>
    <dgm:pt modelId="{9013CC39-92B5-4713-A42F-E5FCE32596DE}" type="pres">
      <dgm:prSet presAssocID="{AD712499-3438-485B-B463-6354FA5E8B8E}"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Upward trend"/>
        </a:ext>
      </dgm:extLst>
    </dgm:pt>
    <dgm:pt modelId="{BD1199F9-51A2-4991-B7B0-69F9145BCF99}" type="pres">
      <dgm:prSet presAssocID="{AD712499-3438-485B-B463-6354FA5E8B8E}" presName="spaceRect" presStyleCnt="0"/>
      <dgm:spPr/>
    </dgm:pt>
    <dgm:pt modelId="{94578555-CF34-43EE-A763-09ACB1A02D13}" type="pres">
      <dgm:prSet presAssocID="{AD712499-3438-485B-B463-6354FA5E8B8E}" presName="parTx" presStyleLbl="revTx" presStyleIdx="0" presStyleCnt="4">
        <dgm:presLayoutVars>
          <dgm:chMax val="0"/>
          <dgm:chPref val="0"/>
        </dgm:presLayoutVars>
      </dgm:prSet>
      <dgm:spPr/>
    </dgm:pt>
    <dgm:pt modelId="{F8605C81-D7D3-4C13-B483-03A484A56DDD}" type="pres">
      <dgm:prSet presAssocID="{D822383E-4EAA-49DB-968A-9AEC2865BD0D}" presName="sibTrans" presStyleCnt="0"/>
      <dgm:spPr/>
    </dgm:pt>
    <dgm:pt modelId="{C953CA66-54AC-434E-AC57-1ED237C4FFF2}" type="pres">
      <dgm:prSet presAssocID="{6B011C05-D573-4408-8BFC-363A28006733}" presName="compNode" presStyleCnt="0"/>
      <dgm:spPr/>
    </dgm:pt>
    <dgm:pt modelId="{A28C9002-0B08-4885-95F9-1EB88B2ED26C}" type="pres">
      <dgm:prSet presAssocID="{6B011C05-D573-4408-8BFC-363A28006733}" presName="bgRect" presStyleLbl="bgShp" presStyleIdx="1" presStyleCnt="4"/>
      <dgm:spPr/>
    </dgm:pt>
    <dgm:pt modelId="{201223DC-0100-4895-BA14-B351BA46D2B9}" type="pres">
      <dgm:prSet presAssocID="{6B011C05-D573-4408-8BFC-363A28006733}"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Head with Gears"/>
        </a:ext>
      </dgm:extLst>
    </dgm:pt>
    <dgm:pt modelId="{E3AC0718-3286-46A5-8049-69F5F32725F8}" type="pres">
      <dgm:prSet presAssocID="{6B011C05-D573-4408-8BFC-363A28006733}" presName="spaceRect" presStyleCnt="0"/>
      <dgm:spPr/>
    </dgm:pt>
    <dgm:pt modelId="{6CA18A83-4E44-4A47-8C20-1364790E112B}" type="pres">
      <dgm:prSet presAssocID="{6B011C05-D573-4408-8BFC-363A28006733}" presName="parTx" presStyleLbl="revTx" presStyleIdx="1" presStyleCnt="4">
        <dgm:presLayoutVars>
          <dgm:chMax val="0"/>
          <dgm:chPref val="0"/>
        </dgm:presLayoutVars>
      </dgm:prSet>
      <dgm:spPr/>
    </dgm:pt>
    <dgm:pt modelId="{07C66AA6-A585-458E-9E1F-BC330FC86B31}" type="pres">
      <dgm:prSet presAssocID="{D1B8689E-27A2-42A4-B5CE-51A66933CDF1}" presName="sibTrans" presStyleCnt="0"/>
      <dgm:spPr/>
    </dgm:pt>
    <dgm:pt modelId="{3418ABBC-9850-40E4-9B19-915E1EF33CDE}" type="pres">
      <dgm:prSet presAssocID="{691C182F-7E9A-4849-985C-9EDFF2EB2B7C}" presName="compNode" presStyleCnt="0"/>
      <dgm:spPr/>
    </dgm:pt>
    <dgm:pt modelId="{22A4B34A-91EB-4B02-8F8A-7F09C729EFD5}" type="pres">
      <dgm:prSet presAssocID="{691C182F-7E9A-4849-985C-9EDFF2EB2B7C}" presName="bgRect" presStyleLbl="bgShp" presStyleIdx="2" presStyleCnt="4"/>
      <dgm:spPr/>
    </dgm:pt>
    <dgm:pt modelId="{5E02334C-FC75-4454-8098-0704CAB5A880}" type="pres">
      <dgm:prSet presAssocID="{691C182F-7E9A-4849-985C-9EDFF2EB2B7C}"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Books"/>
        </a:ext>
      </dgm:extLst>
    </dgm:pt>
    <dgm:pt modelId="{C1AF6AA4-AA23-4751-B10C-3E34BCF16190}" type="pres">
      <dgm:prSet presAssocID="{691C182F-7E9A-4849-985C-9EDFF2EB2B7C}" presName="spaceRect" presStyleCnt="0"/>
      <dgm:spPr/>
    </dgm:pt>
    <dgm:pt modelId="{9CC06909-C54E-4C9F-B28F-884AA8B02581}" type="pres">
      <dgm:prSet presAssocID="{691C182F-7E9A-4849-985C-9EDFF2EB2B7C}" presName="parTx" presStyleLbl="revTx" presStyleIdx="2" presStyleCnt="4">
        <dgm:presLayoutVars>
          <dgm:chMax val="0"/>
          <dgm:chPref val="0"/>
        </dgm:presLayoutVars>
      </dgm:prSet>
      <dgm:spPr/>
    </dgm:pt>
    <dgm:pt modelId="{96C87132-740E-40B6-BFD1-6B733B311A7B}" type="pres">
      <dgm:prSet presAssocID="{F769DF45-E917-48C5-B202-EA97C988B098}" presName="sibTrans" presStyleCnt="0"/>
      <dgm:spPr/>
    </dgm:pt>
    <dgm:pt modelId="{3A1B5639-12A4-4875-82D2-444600C7941D}" type="pres">
      <dgm:prSet presAssocID="{0B508956-344F-4469-BE2F-D7ED33E3EFD9}" presName="compNode" presStyleCnt="0"/>
      <dgm:spPr/>
    </dgm:pt>
    <dgm:pt modelId="{E2700FA7-F99D-4745-8DA7-8BE4E20E4616}" type="pres">
      <dgm:prSet presAssocID="{0B508956-344F-4469-BE2F-D7ED33E3EFD9}" presName="bgRect" presStyleLbl="bgShp" presStyleIdx="3" presStyleCnt="4"/>
      <dgm:spPr/>
    </dgm:pt>
    <dgm:pt modelId="{EF89C0EF-640A-4872-A4B2-021F02056B24}" type="pres">
      <dgm:prSet presAssocID="{0B508956-344F-4469-BE2F-D7ED33E3EFD9}"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Processor"/>
        </a:ext>
      </dgm:extLst>
    </dgm:pt>
    <dgm:pt modelId="{7D8A32C7-00B8-4B6B-A14B-7D38AC486EE0}" type="pres">
      <dgm:prSet presAssocID="{0B508956-344F-4469-BE2F-D7ED33E3EFD9}" presName="spaceRect" presStyleCnt="0"/>
      <dgm:spPr/>
    </dgm:pt>
    <dgm:pt modelId="{420D21DB-0EBB-450C-BECC-F84A63C0723D}" type="pres">
      <dgm:prSet presAssocID="{0B508956-344F-4469-BE2F-D7ED33E3EFD9}" presName="parTx" presStyleLbl="revTx" presStyleIdx="3" presStyleCnt="4">
        <dgm:presLayoutVars>
          <dgm:chMax val="0"/>
          <dgm:chPref val="0"/>
        </dgm:presLayoutVars>
      </dgm:prSet>
      <dgm:spPr/>
    </dgm:pt>
  </dgm:ptLst>
  <dgm:cxnLst>
    <dgm:cxn modelId="{9A76CB0A-38E5-432E-A418-000E217F2091}" srcId="{50FDCC89-EDDD-4F45-81E1-56C009A2A0EE}" destId="{0B508956-344F-4469-BE2F-D7ED33E3EFD9}" srcOrd="3" destOrd="0" parTransId="{DA042FE2-07AA-4D4B-B775-E45BDB30F645}" sibTransId="{2256F34F-F837-42EE-8AC8-56E747D44281}"/>
    <dgm:cxn modelId="{1D6EB970-F240-43CD-AC66-DB82454E8396}" type="presOf" srcId="{50FDCC89-EDDD-4F45-81E1-56C009A2A0EE}" destId="{6D5C0DB6-9037-49B1-A276-BD9541A2C28C}" srcOrd="0" destOrd="0" presId="urn:microsoft.com/office/officeart/2018/2/layout/IconVerticalSolidList"/>
    <dgm:cxn modelId="{ADF2E975-D66D-4E50-9E7E-1538158267EF}" type="presOf" srcId="{AD712499-3438-485B-B463-6354FA5E8B8E}" destId="{94578555-CF34-43EE-A763-09ACB1A02D13}" srcOrd="0" destOrd="0" presId="urn:microsoft.com/office/officeart/2018/2/layout/IconVerticalSolidList"/>
    <dgm:cxn modelId="{1278CB59-3C25-477A-A1C4-030286335D99}" type="presOf" srcId="{6B011C05-D573-4408-8BFC-363A28006733}" destId="{6CA18A83-4E44-4A47-8C20-1364790E112B}" srcOrd="0" destOrd="0" presId="urn:microsoft.com/office/officeart/2018/2/layout/IconVerticalSolidList"/>
    <dgm:cxn modelId="{B5D4ED84-965F-4C79-A913-12AC1CB66B1C}" srcId="{50FDCC89-EDDD-4F45-81E1-56C009A2A0EE}" destId="{AD712499-3438-485B-B463-6354FA5E8B8E}" srcOrd="0" destOrd="0" parTransId="{95FD252F-8EBC-4A29-ADAE-02164244F14D}" sibTransId="{D822383E-4EAA-49DB-968A-9AEC2865BD0D}"/>
    <dgm:cxn modelId="{3EDFEC91-A1F8-4ECA-95CD-0CAFA5572A8B}" srcId="{50FDCC89-EDDD-4F45-81E1-56C009A2A0EE}" destId="{6B011C05-D573-4408-8BFC-363A28006733}" srcOrd="1" destOrd="0" parTransId="{DF465C74-20C0-4BE5-A1F7-CA3E7BDB75EC}" sibTransId="{D1B8689E-27A2-42A4-B5CE-51A66933CDF1}"/>
    <dgm:cxn modelId="{94BFEEC0-7D0F-48E7-AE4C-B5F567BEDF0A}" srcId="{50FDCC89-EDDD-4F45-81E1-56C009A2A0EE}" destId="{691C182F-7E9A-4849-985C-9EDFF2EB2B7C}" srcOrd="2" destOrd="0" parTransId="{FB442C89-0AC8-4908-B4B9-73A50F8FDAA6}" sibTransId="{F769DF45-E917-48C5-B202-EA97C988B098}"/>
    <dgm:cxn modelId="{F05EEBD0-95BF-4158-A006-256A473BCE7F}" type="presOf" srcId="{0B508956-344F-4469-BE2F-D7ED33E3EFD9}" destId="{420D21DB-0EBB-450C-BECC-F84A63C0723D}" srcOrd="0" destOrd="0" presId="urn:microsoft.com/office/officeart/2018/2/layout/IconVerticalSolidList"/>
    <dgm:cxn modelId="{3B515BDF-3EE4-43DC-A121-7ACC19650E66}" type="presOf" srcId="{691C182F-7E9A-4849-985C-9EDFF2EB2B7C}" destId="{9CC06909-C54E-4C9F-B28F-884AA8B02581}" srcOrd="0" destOrd="0" presId="urn:microsoft.com/office/officeart/2018/2/layout/IconVerticalSolidList"/>
    <dgm:cxn modelId="{3D2548AA-8C19-435E-81D5-8BA12E833A09}" type="presParOf" srcId="{6D5C0DB6-9037-49B1-A276-BD9541A2C28C}" destId="{C5EB8EF9-B0A4-42A6-99A4-523276543F5C}" srcOrd="0" destOrd="0" presId="urn:microsoft.com/office/officeart/2018/2/layout/IconVerticalSolidList"/>
    <dgm:cxn modelId="{15F6C5E3-0E01-4A4A-BB44-81221EC9A746}" type="presParOf" srcId="{C5EB8EF9-B0A4-42A6-99A4-523276543F5C}" destId="{475D93B9-9A51-4A31-B2A8-6B465C3F8E59}" srcOrd="0" destOrd="0" presId="urn:microsoft.com/office/officeart/2018/2/layout/IconVerticalSolidList"/>
    <dgm:cxn modelId="{81D9D455-C3DE-4CAC-A855-DF75F818807F}" type="presParOf" srcId="{C5EB8EF9-B0A4-42A6-99A4-523276543F5C}" destId="{9013CC39-92B5-4713-A42F-E5FCE32596DE}" srcOrd="1" destOrd="0" presId="urn:microsoft.com/office/officeart/2018/2/layout/IconVerticalSolidList"/>
    <dgm:cxn modelId="{1879DF3E-86D6-45A9-B856-B84FD7329A44}" type="presParOf" srcId="{C5EB8EF9-B0A4-42A6-99A4-523276543F5C}" destId="{BD1199F9-51A2-4991-B7B0-69F9145BCF99}" srcOrd="2" destOrd="0" presId="urn:microsoft.com/office/officeart/2018/2/layout/IconVerticalSolidList"/>
    <dgm:cxn modelId="{05DF82E6-596D-4D63-8915-22A14E665BB8}" type="presParOf" srcId="{C5EB8EF9-B0A4-42A6-99A4-523276543F5C}" destId="{94578555-CF34-43EE-A763-09ACB1A02D13}" srcOrd="3" destOrd="0" presId="urn:microsoft.com/office/officeart/2018/2/layout/IconVerticalSolidList"/>
    <dgm:cxn modelId="{E14D5715-FC4D-4809-A2F7-4CFC65A563D9}" type="presParOf" srcId="{6D5C0DB6-9037-49B1-A276-BD9541A2C28C}" destId="{F8605C81-D7D3-4C13-B483-03A484A56DDD}" srcOrd="1" destOrd="0" presId="urn:microsoft.com/office/officeart/2018/2/layout/IconVerticalSolidList"/>
    <dgm:cxn modelId="{23ED3A10-254D-4527-8AE6-EA4B23B23D27}" type="presParOf" srcId="{6D5C0DB6-9037-49B1-A276-BD9541A2C28C}" destId="{C953CA66-54AC-434E-AC57-1ED237C4FFF2}" srcOrd="2" destOrd="0" presId="urn:microsoft.com/office/officeart/2018/2/layout/IconVerticalSolidList"/>
    <dgm:cxn modelId="{9D32F769-AE1B-4E86-AF59-599FA68FC0F5}" type="presParOf" srcId="{C953CA66-54AC-434E-AC57-1ED237C4FFF2}" destId="{A28C9002-0B08-4885-95F9-1EB88B2ED26C}" srcOrd="0" destOrd="0" presId="urn:microsoft.com/office/officeart/2018/2/layout/IconVerticalSolidList"/>
    <dgm:cxn modelId="{1F67733D-ABF6-4D27-B219-ECC7BA5B6782}" type="presParOf" srcId="{C953CA66-54AC-434E-AC57-1ED237C4FFF2}" destId="{201223DC-0100-4895-BA14-B351BA46D2B9}" srcOrd="1" destOrd="0" presId="urn:microsoft.com/office/officeart/2018/2/layout/IconVerticalSolidList"/>
    <dgm:cxn modelId="{EFC7BEDA-3E60-421A-BB53-56CF711CC5BF}" type="presParOf" srcId="{C953CA66-54AC-434E-AC57-1ED237C4FFF2}" destId="{E3AC0718-3286-46A5-8049-69F5F32725F8}" srcOrd="2" destOrd="0" presId="urn:microsoft.com/office/officeart/2018/2/layout/IconVerticalSolidList"/>
    <dgm:cxn modelId="{BE265F0E-0490-4C47-8059-0746ABC0C655}" type="presParOf" srcId="{C953CA66-54AC-434E-AC57-1ED237C4FFF2}" destId="{6CA18A83-4E44-4A47-8C20-1364790E112B}" srcOrd="3" destOrd="0" presId="urn:microsoft.com/office/officeart/2018/2/layout/IconVerticalSolidList"/>
    <dgm:cxn modelId="{3FBF0980-EDC7-43BF-BDB5-9798A42EDE10}" type="presParOf" srcId="{6D5C0DB6-9037-49B1-A276-BD9541A2C28C}" destId="{07C66AA6-A585-458E-9E1F-BC330FC86B31}" srcOrd="3" destOrd="0" presId="urn:microsoft.com/office/officeart/2018/2/layout/IconVerticalSolidList"/>
    <dgm:cxn modelId="{1A5DDC12-6BBA-4A99-B7F5-290EDE421538}" type="presParOf" srcId="{6D5C0DB6-9037-49B1-A276-BD9541A2C28C}" destId="{3418ABBC-9850-40E4-9B19-915E1EF33CDE}" srcOrd="4" destOrd="0" presId="urn:microsoft.com/office/officeart/2018/2/layout/IconVerticalSolidList"/>
    <dgm:cxn modelId="{6E8457E7-E3EE-49A0-9D5C-B2F96643966B}" type="presParOf" srcId="{3418ABBC-9850-40E4-9B19-915E1EF33CDE}" destId="{22A4B34A-91EB-4B02-8F8A-7F09C729EFD5}" srcOrd="0" destOrd="0" presId="urn:microsoft.com/office/officeart/2018/2/layout/IconVerticalSolidList"/>
    <dgm:cxn modelId="{7E81D72C-68C2-4285-90D1-B5CB4E2077EA}" type="presParOf" srcId="{3418ABBC-9850-40E4-9B19-915E1EF33CDE}" destId="{5E02334C-FC75-4454-8098-0704CAB5A880}" srcOrd="1" destOrd="0" presId="urn:microsoft.com/office/officeart/2018/2/layout/IconVerticalSolidList"/>
    <dgm:cxn modelId="{2B0B7824-DDC5-4839-A660-D488707D8DC4}" type="presParOf" srcId="{3418ABBC-9850-40E4-9B19-915E1EF33CDE}" destId="{C1AF6AA4-AA23-4751-B10C-3E34BCF16190}" srcOrd="2" destOrd="0" presId="urn:microsoft.com/office/officeart/2018/2/layout/IconVerticalSolidList"/>
    <dgm:cxn modelId="{E3DAD85A-33AE-445C-877D-FE144D7D290E}" type="presParOf" srcId="{3418ABBC-9850-40E4-9B19-915E1EF33CDE}" destId="{9CC06909-C54E-4C9F-B28F-884AA8B02581}" srcOrd="3" destOrd="0" presId="urn:microsoft.com/office/officeart/2018/2/layout/IconVerticalSolidList"/>
    <dgm:cxn modelId="{92DB3562-D87C-4466-8375-86CB4805008F}" type="presParOf" srcId="{6D5C0DB6-9037-49B1-A276-BD9541A2C28C}" destId="{96C87132-740E-40B6-BFD1-6B733B311A7B}" srcOrd="5" destOrd="0" presId="urn:microsoft.com/office/officeart/2018/2/layout/IconVerticalSolidList"/>
    <dgm:cxn modelId="{CB278258-2A76-44BE-A5B6-1FB22A734AC3}" type="presParOf" srcId="{6D5C0DB6-9037-49B1-A276-BD9541A2C28C}" destId="{3A1B5639-12A4-4875-82D2-444600C7941D}" srcOrd="6" destOrd="0" presId="urn:microsoft.com/office/officeart/2018/2/layout/IconVerticalSolidList"/>
    <dgm:cxn modelId="{5A100DEA-16E7-4771-80DC-C5CB3C06FDF1}" type="presParOf" srcId="{3A1B5639-12A4-4875-82D2-444600C7941D}" destId="{E2700FA7-F99D-4745-8DA7-8BE4E20E4616}" srcOrd="0" destOrd="0" presId="urn:microsoft.com/office/officeart/2018/2/layout/IconVerticalSolidList"/>
    <dgm:cxn modelId="{211E16C4-7157-4911-BF48-36F6C0E74CAA}" type="presParOf" srcId="{3A1B5639-12A4-4875-82D2-444600C7941D}" destId="{EF89C0EF-640A-4872-A4B2-021F02056B24}" srcOrd="1" destOrd="0" presId="urn:microsoft.com/office/officeart/2018/2/layout/IconVerticalSolidList"/>
    <dgm:cxn modelId="{A879A5D8-4F94-43AD-9626-B013165DBCFE}" type="presParOf" srcId="{3A1B5639-12A4-4875-82D2-444600C7941D}" destId="{7D8A32C7-00B8-4B6B-A14B-7D38AC486EE0}" srcOrd="2" destOrd="0" presId="urn:microsoft.com/office/officeart/2018/2/layout/IconVerticalSolidList"/>
    <dgm:cxn modelId="{286DD44D-E630-44DA-B173-3C55E1D15789}" type="presParOf" srcId="{3A1B5639-12A4-4875-82D2-444600C7941D}" destId="{420D21DB-0EBB-450C-BECC-F84A63C0723D}"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832A964A-F99A-4AD9-8DF7-020CB5CD5AE4}" type="doc">
      <dgm:prSet loTypeId="urn:microsoft.com/office/officeart/2005/8/layout/process4" loCatId="process" qsTypeId="urn:microsoft.com/office/officeart/2005/8/quickstyle/simple4" qsCatId="simple" csTypeId="urn:microsoft.com/office/officeart/2005/8/colors/colorful2" csCatId="colorful"/>
      <dgm:spPr/>
      <dgm:t>
        <a:bodyPr/>
        <a:lstStyle/>
        <a:p>
          <a:endParaRPr lang="en-US"/>
        </a:p>
      </dgm:t>
    </dgm:pt>
    <dgm:pt modelId="{9E71F4C2-6527-4D84-9DA1-9FE4FFDB5972}">
      <dgm:prSet/>
      <dgm:spPr/>
      <dgm:t>
        <a:bodyPr/>
        <a:lstStyle/>
        <a:p>
          <a:r>
            <a:rPr lang="en-US"/>
            <a:t>Professional Confidence</a:t>
          </a:r>
        </a:p>
      </dgm:t>
    </dgm:pt>
    <dgm:pt modelId="{479A4D8F-8EDA-4C30-9034-D21D9C38D8EB}" type="parTrans" cxnId="{599D89B9-F941-44B0-96A5-4A89D827C5FC}">
      <dgm:prSet/>
      <dgm:spPr/>
      <dgm:t>
        <a:bodyPr/>
        <a:lstStyle/>
        <a:p>
          <a:endParaRPr lang="en-US"/>
        </a:p>
      </dgm:t>
    </dgm:pt>
    <dgm:pt modelId="{9581DCD0-F9DC-4D81-9A56-98F48CCAE1AE}" type="sibTrans" cxnId="{599D89B9-F941-44B0-96A5-4A89D827C5FC}">
      <dgm:prSet/>
      <dgm:spPr/>
      <dgm:t>
        <a:bodyPr/>
        <a:lstStyle/>
        <a:p>
          <a:endParaRPr lang="en-US"/>
        </a:p>
      </dgm:t>
    </dgm:pt>
    <dgm:pt modelId="{2762B86D-61BC-4810-8CB0-9CC6BFF5FA3A}">
      <dgm:prSet/>
      <dgm:spPr/>
      <dgm:t>
        <a:bodyPr/>
        <a:lstStyle/>
        <a:p>
          <a:r>
            <a:rPr lang="en-US" b="1"/>
            <a:t>Communication </a:t>
          </a:r>
          <a:r>
            <a:rPr lang="en-US"/>
            <a:t> Improved ability to articulate technical concepts about embedded systems and IOT solutions to both technical and non-technical stakeholders.</a:t>
          </a:r>
        </a:p>
      </dgm:t>
    </dgm:pt>
    <dgm:pt modelId="{E11E929B-63C1-4FF3-A502-67FE775BA3B7}" type="parTrans" cxnId="{8EBE5D89-81C8-4B40-AE6C-29665527F39D}">
      <dgm:prSet/>
      <dgm:spPr/>
      <dgm:t>
        <a:bodyPr/>
        <a:lstStyle/>
        <a:p>
          <a:endParaRPr lang="en-US"/>
        </a:p>
      </dgm:t>
    </dgm:pt>
    <dgm:pt modelId="{5BECDBF3-6650-4F90-B2CB-D379E105DA65}" type="sibTrans" cxnId="{8EBE5D89-81C8-4B40-AE6C-29665527F39D}">
      <dgm:prSet/>
      <dgm:spPr/>
      <dgm:t>
        <a:bodyPr/>
        <a:lstStyle/>
        <a:p>
          <a:endParaRPr lang="en-US"/>
        </a:p>
      </dgm:t>
    </dgm:pt>
    <dgm:pt modelId="{B21F096F-D8C8-4EC1-BC58-FF4060C56F49}">
      <dgm:prSet/>
      <dgm:spPr/>
      <dgm:t>
        <a:bodyPr/>
        <a:lstStyle/>
        <a:p>
          <a:r>
            <a:rPr lang="en-US" b="1"/>
            <a:t>Problem-Solving </a:t>
          </a:r>
          <a:r>
            <a:rPr lang="en-US"/>
            <a:t> Enhanced analytical thinking for complex firmware debugging and IoT system optimization.</a:t>
          </a:r>
        </a:p>
      </dgm:t>
    </dgm:pt>
    <dgm:pt modelId="{66FDA79F-32B9-4450-9D53-3C879657245C}" type="parTrans" cxnId="{DDBA26AD-51F2-489F-9CBA-6ABB1C05AE29}">
      <dgm:prSet/>
      <dgm:spPr/>
      <dgm:t>
        <a:bodyPr/>
        <a:lstStyle/>
        <a:p>
          <a:endParaRPr lang="en-US"/>
        </a:p>
      </dgm:t>
    </dgm:pt>
    <dgm:pt modelId="{BA3D14C8-0F6B-4DB1-9E2E-011C8A0AFBF2}" type="sibTrans" cxnId="{DDBA26AD-51F2-489F-9CBA-6ABB1C05AE29}">
      <dgm:prSet/>
      <dgm:spPr/>
      <dgm:t>
        <a:bodyPr/>
        <a:lstStyle/>
        <a:p>
          <a:endParaRPr lang="en-US"/>
        </a:p>
      </dgm:t>
    </dgm:pt>
    <dgm:pt modelId="{3163354A-522C-4583-AEE1-CB32ECA10409}">
      <dgm:prSet/>
      <dgm:spPr/>
      <dgm:t>
        <a:bodyPr/>
        <a:lstStyle/>
        <a:p>
          <a:r>
            <a:rPr lang="en-US" b="1"/>
            <a:t>Project Management </a:t>
          </a:r>
          <a:r>
            <a:rPr lang="en-US"/>
            <a:t> Better understanding of development cycles for embedded projects, deadline management, and quality standards in IoT development.</a:t>
          </a:r>
        </a:p>
      </dgm:t>
    </dgm:pt>
    <dgm:pt modelId="{C0DD51AC-7D16-467F-9760-A17DF00EF0DD}" type="parTrans" cxnId="{54583E8B-A2F8-4A2B-91E3-B1B0A30AD274}">
      <dgm:prSet/>
      <dgm:spPr/>
      <dgm:t>
        <a:bodyPr/>
        <a:lstStyle/>
        <a:p>
          <a:endParaRPr lang="en-US"/>
        </a:p>
      </dgm:t>
    </dgm:pt>
    <dgm:pt modelId="{3809054C-DBBD-47C2-9895-B055223EF0FD}" type="sibTrans" cxnId="{54583E8B-A2F8-4A2B-91E3-B1B0A30AD274}">
      <dgm:prSet/>
      <dgm:spPr/>
      <dgm:t>
        <a:bodyPr/>
        <a:lstStyle/>
        <a:p>
          <a:endParaRPr lang="en-US"/>
        </a:p>
      </dgm:t>
    </dgm:pt>
    <dgm:pt modelId="{60034547-4180-479C-8162-889B2BF39950}" type="pres">
      <dgm:prSet presAssocID="{832A964A-F99A-4AD9-8DF7-020CB5CD5AE4}" presName="Name0" presStyleCnt="0">
        <dgm:presLayoutVars>
          <dgm:dir/>
          <dgm:animLvl val="lvl"/>
          <dgm:resizeHandles val="exact"/>
        </dgm:presLayoutVars>
      </dgm:prSet>
      <dgm:spPr/>
    </dgm:pt>
    <dgm:pt modelId="{9B4C2F69-2752-431B-AE5E-BEC63E6D8D32}" type="pres">
      <dgm:prSet presAssocID="{3163354A-522C-4583-AEE1-CB32ECA10409}" presName="boxAndChildren" presStyleCnt="0"/>
      <dgm:spPr/>
    </dgm:pt>
    <dgm:pt modelId="{BEDCB854-6A98-46F3-9DBA-F911C6EEE53E}" type="pres">
      <dgm:prSet presAssocID="{3163354A-522C-4583-AEE1-CB32ECA10409}" presName="parentTextBox" presStyleLbl="node1" presStyleIdx="0" presStyleCnt="4"/>
      <dgm:spPr/>
    </dgm:pt>
    <dgm:pt modelId="{84E876CE-EEBC-48D0-AF73-AA44E3ACA7D6}" type="pres">
      <dgm:prSet presAssocID="{BA3D14C8-0F6B-4DB1-9E2E-011C8A0AFBF2}" presName="sp" presStyleCnt="0"/>
      <dgm:spPr/>
    </dgm:pt>
    <dgm:pt modelId="{50B2DC29-F5D7-478F-968E-4F20B3049A9C}" type="pres">
      <dgm:prSet presAssocID="{B21F096F-D8C8-4EC1-BC58-FF4060C56F49}" presName="arrowAndChildren" presStyleCnt="0"/>
      <dgm:spPr/>
    </dgm:pt>
    <dgm:pt modelId="{5C179335-E001-4D6C-AC33-E53F00E4B628}" type="pres">
      <dgm:prSet presAssocID="{B21F096F-D8C8-4EC1-BC58-FF4060C56F49}" presName="parentTextArrow" presStyleLbl="node1" presStyleIdx="1" presStyleCnt="4"/>
      <dgm:spPr/>
    </dgm:pt>
    <dgm:pt modelId="{48276F13-FC82-40B6-B65C-2DD583D2B710}" type="pres">
      <dgm:prSet presAssocID="{5BECDBF3-6650-4F90-B2CB-D379E105DA65}" presName="sp" presStyleCnt="0"/>
      <dgm:spPr/>
    </dgm:pt>
    <dgm:pt modelId="{E13115DC-44A1-493F-B6ED-07457418CE3E}" type="pres">
      <dgm:prSet presAssocID="{2762B86D-61BC-4810-8CB0-9CC6BFF5FA3A}" presName="arrowAndChildren" presStyleCnt="0"/>
      <dgm:spPr/>
    </dgm:pt>
    <dgm:pt modelId="{ADB394DC-C379-4FEE-B8F2-A017069FB7B1}" type="pres">
      <dgm:prSet presAssocID="{2762B86D-61BC-4810-8CB0-9CC6BFF5FA3A}" presName="parentTextArrow" presStyleLbl="node1" presStyleIdx="2" presStyleCnt="4"/>
      <dgm:spPr/>
    </dgm:pt>
    <dgm:pt modelId="{E23E1FCD-A47B-4E76-80DD-8C1831712F7A}" type="pres">
      <dgm:prSet presAssocID="{9581DCD0-F9DC-4D81-9A56-98F48CCAE1AE}" presName="sp" presStyleCnt="0"/>
      <dgm:spPr/>
    </dgm:pt>
    <dgm:pt modelId="{78DC1D17-CF30-4C53-9A79-33A6592AA04B}" type="pres">
      <dgm:prSet presAssocID="{9E71F4C2-6527-4D84-9DA1-9FE4FFDB5972}" presName="arrowAndChildren" presStyleCnt="0"/>
      <dgm:spPr/>
    </dgm:pt>
    <dgm:pt modelId="{F648D018-976F-42DB-A185-EEA784C81E62}" type="pres">
      <dgm:prSet presAssocID="{9E71F4C2-6527-4D84-9DA1-9FE4FFDB5972}" presName="parentTextArrow" presStyleLbl="node1" presStyleIdx="3" presStyleCnt="4"/>
      <dgm:spPr/>
    </dgm:pt>
  </dgm:ptLst>
  <dgm:cxnLst>
    <dgm:cxn modelId="{791CD11C-2D12-4682-B747-758F1204F3EA}" type="presOf" srcId="{3163354A-522C-4583-AEE1-CB32ECA10409}" destId="{BEDCB854-6A98-46F3-9DBA-F911C6EEE53E}" srcOrd="0" destOrd="0" presId="urn:microsoft.com/office/officeart/2005/8/layout/process4"/>
    <dgm:cxn modelId="{E843DE34-CD90-410A-896C-0C7236E733A0}" type="presOf" srcId="{9E71F4C2-6527-4D84-9DA1-9FE4FFDB5972}" destId="{F648D018-976F-42DB-A185-EEA784C81E62}" srcOrd="0" destOrd="0" presId="urn:microsoft.com/office/officeart/2005/8/layout/process4"/>
    <dgm:cxn modelId="{0F013088-F879-4ED6-98C1-3A5F863C4347}" type="presOf" srcId="{832A964A-F99A-4AD9-8DF7-020CB5CD5AE4}" destId="{60034547-4180-479C-8162-889B2BF39950}" srcOrd="0" destOrd="0" presId="urn:microsoft.com/office/officeart/2005/8/layout/process4"/>
    <dgm:cxn modelId="{8EBE5D89-81C8-4B40-AE6C-29665527F39D}" srcId="{832A964A-F99A-4AD9-8DF7-020CB5CD5AE4}" destId="{2762B86D-61BC-4810-8CB0-9CC6BFF5FA3A}" srcOrd="1" destOrd="0" parTransId="{E11E929B-63C1-4FF3-A502-67FE775BA3B7}" sibTransId="{5BECDBF3-6650-4F90-B2CB-D379E105DA65}"/>
    <dgm:cxn modelId="{54583E8B-A2F8-4A2B-91E3-B1B0A30AD274}" srcId="{832A964A-F99A-4AD9-8DF7-020CB5CD5AE4}" destId="{3163354A-522C-4583-AEE1-CB32ECA10409}" srcOrd="3" destOrd="0" parTransId="{C0DD51AC-7D16-467F-9760-A17DF00EF0DD}" sibTransId="{3809054C-DBBD-47C2-9895-B055223EF0FD}"/>
    <dgm:cxn modelId="{59E30B92-5555-45E9-BCAD-5D67119D9E58}" type="presOf" srcId="{B21F096F-D8C8-4EC1-BC58-FF4060C56F49}" destId="{5C179335-E001-4D6C-AC33-E53F00E4B628}" srcOrd="0" destOrd="0" presId="urn:microsoft.com/office/officeart/2005/8/layout/process4"/>
    <dgm:cxn modelId="{DDBA26AD-51F2-489F-9CBA-6ABB1C05AE29}" srcId="{832A964A-F99A-4AD9-8DF7-020CB5CD5AE4}" destId="{B21F096F-D8C8-4EC1-BC58-FF4060C56F49}" srcOrd="2" destOrd="0" parTransId="{66FDA79F-32B9-4450-9D53-3C879657245C}" sibTransId="{BA3D14C8-0F6B-4DB1-9E2E-011C8A0AFBF2}"/>
    <dgm:cxn modelId="{599D89B9-F941-44B0-96A5-4A89D827C5FC}" srcId="{832A964A-F99A-4AD9-8DF7-020CB5CD5AE4}" destId="{9E71F4C2-6527-4D84-9DA1-9FE4FFDB5972}" srcOrd="0" destOrd="0" parTransId="{479A4D8F-8EDA-4C30-9034-D21D9C38D8EB}" sibTransId="{9581DCD0-F9DC-4D81-9A56-98F48CCAE1AE}"/>
    <dgm:cxn modelId="{D54858D8-71B1-4700-96DD-4A1C0CB7C960}" type="presOf" srcId="{2762B86D-61BC-4810-8CB0-9CC6BFF5FA3A}" destId="{ADB394DC-C379-4FEE-B8F2-A017069FB7B1}" srcOrd="0" destOrd="0" presId="urn:microsoft.com/office/officeart/2005/8/layout/process4"/>
    <dgm:cxn modelId="{F420031A-C80D-4F7D-A1DD-EE241520F68A}" type="presParOf" srcId="{60034547-4180-479C-8162-889B2BF39950}" destId="{9B4C2F69-2752-431B-AE5E-BEC63E6D8D32}" srcOrd="0" destOrd="0" presId="urn:microsoft.com/office/officeart/2005/8/layout/process4"/>
    <dgm:cxn modelId="{FD4F0E1B-50E6-4EDA-8D4D-B8189904DDDF}" type="presParOf" srcId="{9B4C2F69-2752-431B-AE5E-BEC63E6D8D32}" destId="{BEDCB854-6A98-46F3-9DBA-F911C6EEE53E}" srcOrd="0" destOrd="0" presId="urn:microsoft.com/office/officeart/2005/8/layout/process4"/>
    <dgm:cxn modelId="{FDAC8CFB-C16E-4C6D-A28A-94D4726BC8AC}" type="presParOf" srcId="{60034547-4180-479C-8162-889B2BF39950}" destId="{84E876CE-EEBC-48D0-AF73-AA44E3ACA7D6}" srcOrd="1" destOrd="0" presId="urn:microsoft.com/office/officeart/2005/8/layout/process4"/>
    <dgm:cxn modelId="{393D80AF-9869-4E25-88C9-39017FE34E1A}" type="presParOf" srcId="{60034547-4180-479C-8162-889B2BF39950}" destId="{50B2DC29-F5D7-478F-968E-4F20B3049A9C}" srcOrd="2" destOrd="0" presId="urn:microsoft.com/office/officeart/2005/8/layout/process4"/>
    <dgm:cxn modelId="{BE408DA6-31F8-4B12-81FB-1405F6DE3E1F}" type="presParOf" srcId="{50B2DC29-F5D7-478F-968E-4F20B3049A9C}" destId="{5C179335-E001-4D6C-AC33-E53F00E4B628}" srcOrd="0" destOrd="0" presId="urn:microsoft.com/office/officeart/2005/8/layout/process4"/>
    <dgm:cxn modelId="{62CA00F0-1E96-4AB9-A8C4-FC8C832EB88D}" type="presParOf" srcId="{60034547-4180-479C-8162-889B2BF39950}" destId="{48276F13-FC82-40B6-B65C-2DD583D2B710}" srcOrd="3" destOrd="0" presId="urn:microsoft.com/office/officeart/2005/8/layout/process4"/>
    <dgm:cxn modelId="{33F90E8A-7043-41E2-BC88-2E1300499079}" type="presParOf" srcId="{60034547-4180-479C-8162-889B2BF39950}" destId="{E13115DC-44A1-493F-B6ED-07457418CE3E}" srcOrd="4" destOrd="0" presId="urn:microsoft.com/office/officeart/2005/8/layout/process4"/>
    <dgm:cxn modelId="{D02ABF0E-D3D6-4637-9797-C9687F19DF57}" type="presParOf" srcId="{E13115DC-44A1-493F-B6ED-07457418CE3E}" destId="{ADB394DC-C379-4FEE-B8F2-A017069FB7B1}" srcOrd="0" destOrd="0" presId="urn:microsoft.com/office/officeart/2005/8/layout/process4"/>
    <dgm:cxn modelId="{6C1F662C-C22C-458B-81EE-8BF868228585}" type="presParOf" srcId="{60034547-4180-479C-8162-889B2BF39950}" destId="{E23E1FCD-A47B-4E76-80DD-8C1831712F7A}" srcOrd="5" destOrd="0" presId="urn:microsoft.com/office/officeart/2005/8/layout/process4"/>
    <dgm:cxn modelId="{CBAAAF3D-7831-4202-899F-C96E2EAE9811}" type="presParOf" srcId="{60034547-4180-479C-8162-889B2BF39950}" destId="{78DC1D17-CF30-4C53-9A79-33A6592AA04B}" srcOrd="6" destOrd="0" presId="urn:microsoft.com/office/officeart/2005/8/layout/process4"/>
    <dgm:cxn modelId="{927732CA-FD0B-409B-87EA-08BBFDD1A91F}" type="presParOf" srcId="{78DC1D17-CF30-4C53-9A79-33A6592AA04B}" destId="{F648D018-976F-42DB-A185-EEA784C81E62}" srcOrd="0" destOrd="0" presId="urn:microsoft.com/office/officeart/2005/8/layout/process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D815D565-9AB4-4469-9802-A4253E714050}" type="doc">
      <dgm:prSet loTypeId="urn:microsoft.com/office/officeart/2005/8/layout/vList2" loCatId="list" qsTypeId="urn:microsoft.com/office/officeart/2005/8/quickstyle/simple4" qsCatId="simple" csTypeId="urn:microsoft.com/office/officeart/2005/8/colors/colorful2" csCatId="colorful"/>
      <dgm:spPr/>
      <dgm:t>
        <a:bodyPr/>
        <a:lstStyle/>
        <a:p>
          <a:endParaRPr lang="en-US"/>
        </a:p>
      </dgm:t>
    </dgm:pt>
    <dgm:pt modelId="{7D370D86-CB7F-40FB-BE12-3A8F9A6DAEC8}">
      <dgm:prSet/>
      <dgm:spPr/>
      <dgm:t>
        <a:bodyPr/>
        <a:lstStyle/>
        <a:p>
          <a:r>
            <a:rPr lang="en-US"/>
            <a:t>Industry Readiness</a:t>
          </a:r>
        </a:p>
      </dgm:t>
    </dgm:pt>
    <dgm:pt modelId="{C87A863E-7FC2-4F93-9EA2-E09236E4EBA1}" type="parTrans" cxnId="{88FEE818-A880-4602-B568-4A0E7A9FB591}">
      <dgm:prSet/>
      <dgm:spPr/>
      <dgm:t>
        <a:bodyPr/>
        <a:lstStyle/>
        <a:p>
          <a:endParaRPr lang="en-US"/>
        </a:p>
      </dgm:t>
    </dgm:pt>
    <dgm:pt modelId="{35703014-5EBB-41F2-AF2F-8621A82F92EE}" type="sibTrans" cxnId="{88FEE818-A880-4602-B568-4A0E7A9FB591}">
      <dgm:prSet/>
      <dgm:spPr/>
      <dgm:t>
        <a:bodyPr/>
        <a:lstStyle/>
        <a:p>
          <a:endParaRPr lang="en-US"/>
        </a:p>
      </dgm:t>
    </dgm:pt>
    <dgm:pt modelId="{0899DD6F-5686-478F-BDCE-7A205746BA5E}">
      <dgm:prSet/>
      <dgm:spPr/>
      <dgm:t>
        <a:bodyPr/>
        <a:lstStyle/>
        <a:p>
          <a:r>
            <a:rPr lang="en-US"/>
            <a:t>Gained practical insight into professional IOT and embedded system development practices.</a:t>
          </a:r>
        </a:p>
      </dgm:t>
    </dgm:pt>
    <dgm:pt modelId="{B6BFF3F0-98A6-4ECA-84B1-D3A3CFFC37A3}" type="parTrans" cxnId="{63B738BB-5B22-4260-9D22-CA9276C0FABE}">
      <dgm:prSet/>
      <dgm:spPr/>
      <dgm:t>
        <a:bodyPr/>
        <a:lstStyle/>
        <a:p>
          <a:endParaRPr lang="en-US"/>
        </a:p>
      </dgm:t>
    </dgm:pt>
    <dgm:pt modelId="{8A4C1407-640D-4DC2-902B-6D796D70D5DF}" type="sibTrans" cxnId="{63B738BB-5B22-4260-9D22-CA9276C0FABE}">
      <dgm:prSet/>
      <dgm:spPr/>
      <dgm:t>
        <a:bodyPr/>
        <a:lstStyle/>
        <a:p>
          <a:endParaRPr lang="en-US"/>
        </a:p>
      </dgm:t>
    </dgm:pt>
    <dgm:pt modelId="{A925928C-BA2A-460C-8634-EEE6D4F1AA4D}">
      <dgm:prSet/>
      <dgm:spPr/>
      <dgm:t>
        <a:bodyPr/>
        <a:lstStyle/>
        <a:p>
          <a:r>
            <a:rPr lang="en-US"/>
            <a:t>Understanding of industrial workflows for firmware development and hardware integration.</a:t>
          </a:r>
        </a:p>
      </dgm:t>
    </dgm:pt>
    <dgm:pt modelId="{A639DF91-7029-46ED-B2AC-BB8E697EF80A}" type="parTrans" cxnId="{61DCECB7-46CA-4282-BAF7-8AB3C4BBEFC1}">
      <dgm:prSet/>
      <dgm:spPr/>
      <dgm:t>
        <a:bodyPr/>
        <a:lstStyle/>
        <a:p>
          <a:endParaRPr lang="en-US"/>
        </a:p>
      </dgm:t>
    </dgm:pt>
    <dgm:pt modelId="{90B762C1-F9E7-414B-9192-31B5BD74C0A8}" type="sibTrans" cxnId="{61DCECB7-46CA-4282-BAF7-8AB3C4BBEFC1}">
      <dgm:prSet/>
      <dgm:spPr/>
      <dgm:t>
        <a:bodyPr/>
        <a:lstStyle/>
        <a:p>
          <a:endParaRPr lang="en-US"/>
        </a:p>
      </dgm:t>
    </dgm:pt>
    <dgm:pt modelId="{AAB1C5E5-3AF4-4658-89E8-36AAEA0C9D1B}">
      <dgm:prSet/>
      <dgm:spPr/>
      <dgm:t>
        <a:bodyPr/>
        <a:lstStyle/>
        <a:p>
          <a:r>
            <a:rPr lang="en-US"/>
            <a:t>Ready to take on complex embedded system challenges and IoT project leadership roles.</a:t>
          </a:r>
        </a:p>
      </dgm:t>
    </dgm:pt>
    <dgm:pt modelId="{4C4CC2C5-90F9-48F5-8ACE-E5EB435047EA}" type="parTrans" cxnId="{5315FC96-DCBC-4611-84B2-118801CFC364}">
      <dgm:prSet/>
      <dgm:spPr/>
      <dgm:t>
        <a:bodyPr/>
        <a:lstStyle/>
        <a:p>
          <a:endParaRPr lang="en-US"/>
        </a:p>
      </dgm:t>
    </dgm:pt>
    <dgm:pt modelId="{1296AE7B-8F9D-42A5-859E-A9217586A83C}" type="sibTrans" cxnId="{5315FC96-DCBC-4611-84B2-118801CFC364}">
      <dgm:prSet/>
      <dgm:spPr/>
      <dgm:t>
        <a:bodyPr/>
        <a:lstStyle/>
        <a:p>
          <a:endParaRPr lang="en-US"/>
        </a:p>
      </dgm:t>
    </dgm:pt>
    <dgm:pt modelId="{80EEE44C-3605-4561-8524-FC87AE7025ED}" type="pres">
      <dgm:prSet presAssocID="{D815D565-9AB4-4469-9802-A4253E714050}" presName="linear" presStyleCnt="0">
        <dgm:presLayoutVars>
          <dgm:animLvl val="lvl"/>
          <dgm:resizeHandles val="exact"/>
        </dgm:presLayoutVars>
      </dgm:prSet>
      <dgm:spPr/>
    </dgm:pt>
    <dgm:pt modelId="{B8EDD2D7-FC47-4D68-8FB7-3B373723A684}" type="pres">
      <dgm:prSet presAssocID="{7D370D86-CB7F-40FB-BE12-3A8F9A6DAEC8}" presName="parentText" presStyleLbl="node1" presStyleIdx="0" presStyleCnt="4">
        <dgm:presLayoutVars>
          <dgm:chMax val="0"/>
          <dgm:bulletEnabled val="1"/>
        </dgm:presLayoutVars>
      </dgm:prSet>
      <dgm:spPr/>
    </dgm:pt>
    <dgm:pt modelId="{4C5FE5B4-EE4D-4292-98B0-E2D472B7695A}" type="pres">
      <dgm:prSet presAssocID="{35703014-5EBB-41F2-AF2F-8621A82F92EE}" presName="spacer" presStyleCnt="0"/>
      <dgm:spPr/>
    </dgm:pt>
    <dgm:pt modelId="{D3DB0643-7357-41EA-839E-089EB0ABEC4E}" type="pres">
      <dgm:prSet presAssocID="{0899DD6F-5686-478F-BDCE-7A205746BA5E}" presName="parentText" presStyleLbl="node1" presStyleIdx="1" presStyleCnt="4">
        <dgm:presLayoutVars>
          <dgm:chMax val="0"/>
          <dgm:bulletEnabled val="1"/>
        </dgm:presLayoutVars>
      </dgm:prSet>
      <dgm:spPr/>
    </dgm:pt>
    <dgm:pt modelId="{3C263EEB-319A-43F9-9C30-CE466798A835}" type="pres">
      <dgm:prSet presAssocID="{8A4C1407-640D-4DC2-902B-6D796D70D5DF}" presName="spacer" presStyleCnt="0"/>
      <dgm:spPr/>
    </dgm:pt>
    <dgm:pt modelId="{F2AF735D-73B4-413D-9277-A8AF18896F45}" type="pres">
      <dgm:prSet presAssocID="{A925928C-BA2A-460C-8634-EEE6D4F1AA4D}" presName="parentText" presStyleLbl="node1" presStyleIdx="2" presStyleCnt="4">
        <dgm:presLayoutVars>
          <dgm:chMax val="0"/>
          <dgm:bulletEnabled val="1"/>
        </dgm:presLayoutVars>
      </dgm:prSet>
      <dgm:spPr/>
    </dgm:pt>
    <dgm:pt modelId="{B2BA4A32-BF84-4C01-B40A-0005A55DBA86}" type="pres">
      <dgm:prSet presAssocID="{90B762C1-F9E7-414B-9192-31B5BD74C0A8}" presName="spacer" presStyleCnt="0"/>
      <dgm:spPr/>
    </dgm:pt>
    <dgm:pt modelId="{AC0E22D5-AC89-4BF2-8560-126180AE7439}" type="pres">
      <dgm:prSet presAssocID="{AAB1C5E5-3AF4-4658-89E8-36AAEA0C9D1B}" presName="parentText" presStyleLbl="node1" presStyleIdx="3" presStyleCnt="4">
        <dgm:presLayoutVars>
          <dgm:chMax val="0"/>
          <dgm:bulletEnabled val="1"/>
        </dgm:presLayoutVars>
      </dgm:prSet>
      <dgm:spPr/>
    </dgm:pt>
  </dgm:ptLst>
  <dgm:cxnLst>
    <dgm:cxn modelId="{88FEE818-A880-4602-B568-4A0E7A9FB591}" srcId="{D815D565-9AB4-4469-9802-A4253E714050}" destId="{7D370D86-CB7F-40FB-BE12-3A8F9A6DAEC8}" srcOrd="0" destOrd="0" parTransId="{C87A863E-7FC2-4F93-9EA2-E09236E4EBA1}" sibTransId="{35703014-5EBB-41F2-AF2F-8621A82F92EE}"/>
    <dgm:cxn modelId="{3E0E861D-FCD9-4ABA-9070-AD0D439B1031}" type="presOf" srcId="{AAB1C5E5-3AF4-4658-89E8-36AAEA0C9D1B}" destId="{AC0E22D5-AC89-4BF2-8560-126180AE7439}" srcOrd="0" destOrd="0" presId="urn:microsoft.com/office/officeart/2005/8/layout/vList2"/>
    <dgm:cxn modelId="{86C7AA51-4338-4A9D-99B3-77F6BCCCC535}" type="presOf" srcId="{A925928C-BA2A-460C-8634-EEE6D4F1AA4D}" destId="{F2AF735D-73B4-413D-9277-A8AF18896F45}" srcOrd="0" destOrd="0" presId="urn:microsoft.com/office/officeart/2005/8/layout/vList2"/>
    <dgm:cxn modelId="{2BB83475-92B3-4386-85D8-5C02F46FF69C}" type="presOf" srcId="{0899DD6F-5686-478F-BDCE-7A205746BA5E}" destId="{D3DB0643-7357-41EA-839E-089EB0ABEC4E}" srcOrd="0" destOrd="0" presId="urn:microsoft.com/office/officeart/2005/8/layout/vList2"/>
    <dgm:cxn modelId="{4FE99158-8657-45B8-9340-72DBDDE0A772}" type="presOf" srcId="{7D370D86-CB7F-40FB-BE12-3A8F9A6DAEC8}" destId="{B8EDD2D7-FC47-4D68-8FB7-3B373723A684}" srcOrd="0" destOrd="0" presId="urn:microsoft.com/office/officeart/2005/8/layout/vList2"/>
    <dgm:cxn modelId="{5315FC96-DCBC-4611-84B2-118801CFC364}" srcId="{D815D565-9AB4-4469-9802-A4253E714050}" destId="{AAB1C5E5-3AF4-4658-89E8-36AAEA0C9D1B}" srcOrd="3" destOrd="0" parTransId="{4C4CC2C5-90F9-48F5-8ACE-E5EB435047EA}" sibTransId="{1296AE7B-8F9D-42A5-859E-A9217586A83C}"/>
    <dgm:cxn modelId="{61DCECB7-46CA-4282-BAF7-8AB3C4BBEFC1}" srcId="{D815D565-9AB4-4469-9802-A4253E714050}" destId="{A925928C-BA2A-460C-8634-EEE6D4F1AA4D}" srcOrd="2" destOrd="0" parTransId="{A639DF91-7029-46ED-B2AC-BB8E697EF80A}" sibTransId="{90B762C1-F9E7-414B-9192-31B5BD74C0A8}"/>
    <dgm:cxn modelId="{63B738BB-5B22-4260-9D22-CA9276C0FABE}" srcId="{D815D565-9AB4-4469-9802-A4253E714050}" destId="{0899DD6F-5686-478F-BDCE-7A205746BA5E}" srcOrd="1" destOrd="0" parTransId="{B6BFF3F0-98A6-4ECA-84B1-D3A3CFFC37A3}" sibTransId="{8A4C1407-640D-4DC2-902B-6D796D70D5DF}"/>
    <dgm:cxn modelId="{71117DE8-6B85-4A7B-A0D0-13156B7B07FC}" type="presOf" srcId="{D815D565-9AB4-4469-9802-A4253E714050}" destId="{80EEE44C-3605-4561-8524-FC87AE7025ED}" srcOrd="0" destOrd="0" presId="urn:microsoft.com/office/officeart/2005/8/layout/vList2"/>
    <dgm:cxn modelId="{FD91FFA7-3200-45F6-9244-26540F7EBDAF}" type="presParOf" srcId="{80EEE44C-3605-4561-8524-FC87AE7025ED}" destId="{B8EDD2D7-FC47-4D68-8FB7-3B373723A684}" srcOrd="0" destOrd="0" presId="urn:microsoft.com/office/officeart/2005/8/layout/vList2"/>
    <dgm:cxn modelId="{4A925537-EE9F-4453-AE84-EF266FDF3F08}" type="presParOf" srcId="{80EEE44C-3605-4561-8524-FC87AE7025ED}" destId="{4C5FE5B4-EE4D-4292-98B0-E2D472B7695A}" srcOrd="1" destOrd="0" presId="urn:microsoft.com/office/officeart/2005/8/layout/vList2"/>
    <dgm:cxn modelId="{ADD15D9E-51D1-41D7-8B59-EF9CB8D8C58F}" type="presParOf" srcId="{80EEE44C-3605-4561-8524-FC87AE7025ED}" destId="{D3DB0643-7357-41EA-839E-089EB0ABEC4E}" srcOrd="2" destOrd="0" presId="urn:microsoft.com/office/officeart/2005/8/layout/vList2"/>
    <dgm:cxn modelId="{C3840888-AF8D-4743-8B49-375AA7658903}" type="presParOf" srcId="{80EEE44C-3605-4561-8524-FC87AE7025ED}" destId="{3C263EEB-319A-43F9-9C30-CE466798A835}" srcOrd="3" destOrd="0" presId="urn:microsoft.com/office/officeart/2005/8/layout/vList2"/>
    <dgm:cxn modelId="{FDE36EA7-862B-49B0-8851-65946E38ABD5}" type="presParOf" srcId="{80EEE44C-3605-4561-8524-FC87AE7025ED}" destId="{F2AF735D-73B4-413D-9277-A8AF18896F45}" srcOrd="4" destOrd="0" presId="urn:microsoft.com/office/officeart/2005/8/layout/vList2"/>
    <dgm:cxn modelId="{3C715237-953A-406F-A228-0B2ADAF8772B}" type="presParOf" srcId="{80EEE44C-3605-4561-8524-FC87AE7025ED}" destId="{B2BA4A32-BF84-4C01-B40A-0005A55DBA86}" srcOrd="5" destOrd="0" presId="urn:microsoft.com/office/officeart/2005/8/layout/vList2"/>
    <dgm:cxn modelId="{9C8A1648-2667-4AC1-AF20-83DB2197D8AC}" type="presParOf" srcId="{80EEE44C-3605-4561-8524-FC87AE7025ED}" destId="{AC0E22D5-AC89-4BF2-8560-126180AE7439}"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F6C9F402-819E-4FD3-8FAE-544DA691B876}" type="doc">
      <dgm:prSet loTypeId="urn:microsoft.com/office/officeart/2005/8/layout/vList2" loCatId="list" qsTypeId="urn:microsoft.com/office/officeart/2005/8/quickstyle/simple4" qsCatId="simple" csTypeId="urn:microsoft.com/office/officeart/2005/8/colors/colorful5" csCatId="colorful"/>
      <dgm:spPr/>
      <dgm:t>
        <a:bodyPr/>
        <a:lstStyle/>
        <a:p>
          <a:endParaRPr lang="en-US"/>
        </a:p>
      </dgm:t>
    </dgm:pt>
    <dgm:pt modelId="{C54BAC50-4DC4-4F87-8A72-62ED677BC4C1}">
      <dgm:prSet/>
      <dgm:spPr/>
      <dgm:t>
        <a:bodyPr/>
        <a:lstStyle/>
        <a:p>
          <a:r>
            <a:rPr lang="en-US"/>
            <a:t>Personal Growth</a:t>
          </a:r>
        </a:p>
      </dgm:t>
    </dgm:pt>
    <dgm:pt modelId="{D931A17B-243C-4865-AB63-E2F775EF4843}" type="parTrans" cxnId="{C8EF6CC4-AD5C-4041-99F9-171351C42C93}">
      <dgm:prSet/>
      <dgm:spPr/>
      <dgm:t>
        <a:bodyPr/>
        <a:lstStyle/>
        <a:p>
          <a:endParaRPr lang="en-US"/>
        </a:p>
      </dgm:t>
    </dgm:pt>
    <dgm:pt modelId="{726D6102-5A0F-488C-B752-4E880C06207E}" type="sibTrans" cxnId="{C8EF6CC4-AD5C-4041-99F9-171351C42C93}">
      <dgm:prSet/>
      <dgm:spPr/>
      <dgm:t>
        <a:bodyPr/>
        <a:lstStyle/>
        <a:p>
          <a:endParaRPr lang="en-US"/>
        </a:p>
      </dgm:t>
    </dgm:pt>
    <dgm:pt modelId="{66D82EF5-30B1-4157-8120-AD9AD886DD8D}">
      <dgm:prSet/>
      <dgm:spPr/>
      <dgm:t>
        <a:bodyPr/>
        <a:lstStyle/>
        <a:p>
          <a:r>
            <a:rPr lang="en-US"/>
            <a:t>Enhanced leadership skills through mentoring junior team members on embedded concepts.</a:t>
          </a:r>
        </a:p>
      </dgm:t>
    </dgm:pt>
    <dgm:pt modelId="{C1E72CFD-9094-45AD-A3A6-0CACC0925B46}" type="parTrans" cxnId="{C4E63516-86EC-4F73-916C-799BB967E706}">
      <dgm:prSet/>
      <dgm:spPr/>
      <dgm:t>
        <a:bodyPr/>
        <a:lstStyle/>
        <a:p>
          <a:endParaRPr lang="en-US"/>
        </a:p>
      </dgm:t>
    </dgm:pt>
    <dgm:pt modelId="{EBB591CE-249A-4C28-9802-3E6DFA9DACEC}" type="sibTrans" cxnId="{C4E63516-86EC-4F73-916C-799BB967E706}">
      <dgm:prSet/>
      <dgm:spPr/>
      <dgm:t>
        <a:bodyPr/>
        <a:lstStyle/>
        <a:p>
          <a:endParaRPr lang="en-US"/>
        </a:p>
      </dgm:t>
    </dgm:pt>
    <dgm:pt modelId="{F21D2188-2363-4CCC-89C1-9FF0580D2435}">
      <dgm:prSet/>
      <dgm:spPr/>
      <dgm:t>
        <a:bodyPr/>
        <a:lstStyle/>
        <a:p>
          <a:r>
            <a:rPr lang="en-US"/>
            <a:t>Improved time management while balancing university studies (maintaining Top 10% ranking) with internship responsibilities.</a:t>
          </a:r>
        </a:p>
      </dgm:t>
    </dgm:pt>
    <dgm:pt modelId="{16B5207A-5926-45F9-9520-AF1625D076D0}" type="parTrans" cxnId="{0707D1E8-4E89-4024-9ED5-0EEE26C4C583}">
      <dgm:prSet/>
      <dgm:spPr/>
      <dgm:t>
        <a:bodyPr/>
        <a:lstStyle/>
        <a:p>
          <a:endParaRPr lang="en-US"/>
        </a:p>
      </dgm:t>
    </dgm:pt>
    <dgm:pt modelId="{5D641CD6-2BAF-4050-ACB2-5D2107A60AD7}" type="sibTrans" cxnId="{0707D1E8-4E89-4024-9ED5-0EEE26C4C583}">
      <dgm:prSet/>
      <dgm:spPr/>
      <dgm:t>
        <a:bodyPr/>
        <a:lstStyle/>
        <a:p>
          <a:endParaRPr lang="en-US"/>
        </a:p>
      </dgm:t>
    </dgm:pt>
    <dgm:pt modelId="{C1A3AC52-2E2A-4C22-BDC7-BD6309F090AE}">
      <dgm:prSet/>
      <dgm:spPr/>
      <dgm:t>
        <a:bodyPr/>
        <a:lstStyle/>
        <a:p>
          <a:r>
            <a:rPr lang="en-US"/>
            <a:t>Increased confidence in learning new IOT protocols and embedded technologies independently.</a:t>
          </a:r>
        </a:p>
      </dgm:t>
    </dgm:pt>
    <dgm:pt modelId="{3CD51583-C309-455E-8C3E-0EBDD87AD16A}" type="parTrans" cxnId="{48BC5BB3-BBCF-4FEA-8A1B-827D040B392B}">
      <dgm:prSet/>
      <dgm:spPr/>
      <dgm:t>
        <a:bodyPr/>
        <a:lstStyle/>
        <a:p>
          <a:endParaRPr lang="en-US"/>
        </a:p>
      </dgm:t>
    </dgm:pt>
    <dgm:pt modelId="{1E1A34B4-269E-420D-BF9D-E5D17BEF20E8}" type="sibTrans" cxnId="{48BC5BB3-BBCF-4FEA-8A1B-827D040B392B}">
      <dgm:prSet/>
      <dgm:spPr/>
      <dgm:t>
        <a:bodyPr/>
        <a:lstStyle/>
        <a:p>
          <a:endParaRPr lang="en-US"/>
        </a:p>
      </dgm:t>
    </dgm:pt>
    <dgm:pt modelId="{C14C7E83-5539-4CE8-B4EF-638CB487366D}">
      <dgm:prSet/>
      <dgm:spPr/>
      <dgm:t>
        <a:bodyPr/>
        <a:lstStyle/>
        <a:p>
          <a:r>
            <a:rPr lang="en-US"/>
            <a:t>Better prepared for senior-level engineering roles in embedded systems and IOT domains.</a:t>
          </a:r>
        </a:p>
      </dgm:t>
    </dgm:pt>
    <dgm:pt modelId="{6F8F2054-F3C9-466F-9C4B-7C8FACDC85A7}" type="parTrans" cxnId="{77491533-38FF-40CB-8C60-C40353594DA8}">
      <dgm:prSet/>
      <dgm:spPr/>
      <dgm:t>
        <a:bodyPr/>
        <a:lstStyle/>
        <a:p>
          <a:endParaRPr lang="en-US"/>
        </a:p>
      </dgm:t>
    </dgm:pt>
    <dgm:pt modelId="{997F8D3C-82D5-466E-8924-AF0255B5FA90}" type="sibTrans" cxnId="{77491533-38FF-40CB-8C60-C40353594DA8}">
      <dgm:prSet/>
      <dgm:spPr/>
      <dgm:t>
        <a:bodyPr/>
        <a:lstStyle/>
        <a:p>
          <a:endParaRPr lang="en-US"/>
        </a:p>
      </dgm:t>
    </dgm:pt>
    <dgm:pt modelId="{3B92A04C-B2F7-4F7F-9BED-1047BC153714}" type="pres">
      <dgm:prSet presAssocID="{F6C9F402-819E-4FD3-8FAE-544DA691B876}" presName="linear" presStyleCnt="0">
        <dgm:presLayoutVars>
          <dgm:animLvl val="lvl"/>
          <dgm:resizeHandles val="exact"/>
        </dgm:presLayoutVars>
      </dgm:prSet>
      <dgm:spPr/>
    </dgm:pt>
    <dgm:pt modelId="{5F94881B-9ECD-4646-BF20-CFC2B8C348EE}" type="pres">
      <dgm:prSet presAssocID="{C54BAC50-4DC4-4F87-8A72-62ED677BC4C1}" presName="parentText" presStyleLbl="node1" presStyleIdx="0" presStyleCnt="5">
        <dgm:presLayoutVars>
          <dgm:chMax val="0"/>
          <dgm:bulletEnabled val="1"/>
        </dgm:presLayoutVars>
      </dgm:prSet>
      <dgm:spPr/>
    </dgm:pt>
    <dgm:pt modelId="{65477510-10C8-4649-9416-EEA234E4383E}" type="pres">
      <dgm:prSet presAssocID="{726D6102-5A0F-488C-B752-4E880C06207E}" presName="spacer" presStyleCnt="0"/>
      <dgm:spPr/>
    </dgm:pt>
    <dgm:pt modelId="{2822982E-D067-46C1-9CAC-C2C4F44A8778}" type="pres">
      <dgm:prSet presAssocID="{66D82EF5-30B1-4157-8120-AD9AD886DD8D}" presName="parentText" presStyleLbl="node1" presStyleIdx="1" presStyleCnt="5">
        <dgm:presLayoutVars>
          <dgm:chMax val="0"/>
          <dgm:bulletEnabled val="1"/>
        </dgm:presLayoutVars>
      </dgm:prSet>
      <dgm:spPr/>
    </dgm:pt>
    <dgm:pt modelId="{172FB128-ECB4-470A-A59A-1845B286EE0F}" type="pres">
      <dgm:prSet presAssocID="{EBB591CE-249A-4C28-9802-3E6DFA9DACEC}" presName="spacer" presStyleCnt="0"/>
      <dgm:spPr/>
    </dgm:pt>
    <dgm:pt modelId="{36FCEA43-2EF3-44D6-ACBA-22671E8408D1}" type="pres">
      <dgm:prSet presAssocID="{F21D2188-2363-4CCC-89C1-9FF0580D2435}" presName="parentText" presStyleLbl="node1" presStyleIdx="2" presStyleCnt="5">
        <dgm:presLayoutVars>
          <dgm:chMax val="0"/>
          <dgm:bulletEnabled val="1"/>
        </dgm:presLayoutVars>
      </dgm:prSet>
      <dgm:spPr/>
    </dgm:pt>
    <dgm:pt modelId="{0919A70B-D2CE-416D-9826-8BDC7977BEDF}" type="pres">
      <dgm:prSet presAssocID="{5D641CD6-2BAF-4050-ACB2-5D2107A60AD7}" presName="spacer" presStyleCnt="0"/>
      <dgm:spPr/>
    </dgm:pt>
    <dgm:pt modelId="{F61744E6-01D0-4CBD-828B-E0D234135C69}" type="pres">
      <dgm:prSet presAssocID="{C1A3AC52-2E2A-4C22-BDC7-BD6309F090AE}" presName="parentText" presStyleLbl="node1" presStyleIdx="3" presStyleCnt="5">
        <dgm:presLayoutVars>
          <dgm:chMax val="0"/>
          <dgm:bulletEnabled val="1"/>
        </dgm:presLayoutVars>
      </dgm:prSet>
      <dgm:spPr/>
    </dgm:pt>
    <dgm:pt modelId="{BA37D2CA-C722-48CE-B077-6CC45367D7E0}" type="pres">
      <dgm:prSet presAssocID="{1E1A34B4-269E-420D-BF9D-E5D17BEF20E8}" presName="spacer" presStyleCnt="0"/>
      <dgm:spPr/>
    </dgm:pt>
    <dgm:pt modelId="{C0CD8585-85FB-4932-B9A7-2717895E2128}" type="pres">
      <dgm:prSet presAssocID="{C14C7E83-5539-4CE8-B4EF-638CB487366D}" presName="parentText" presStyleLbl="node1" presStyleIdx="4" presStyleCnt="5">
        <dgm:presLayoutVars>
          <dgm:chMax val="0"/>
          <dgm:bulletEnabled val="1"/>
        </dgm:presLayoutVars>
      </dgm:prSet>
      <dgm:spPr/>
    </dgm:pt>
  </dgm:ptLst>
  <dgm:cxnLst>
    <dgm:cxn modelId="{C4E63516-86EC-4F73-916C-799BB967E706}" srcId="{F6C9F402-819E-4FD3-8FAE-544DA691B876}" destId="{66D82EF5-30B1-4157-8120-AD9AD886DD8D}" srcOrd="1" destOrd="0" parTransId="{C1E72CFD-9094-45AD-A3A6-0CACC0925B46}" sibTransId="{EBB591CE-249A-4C28-9802-3E6DFA9DACEC}"/>
    <dgm:cxn modelId="{77491533-38FF-40CB-8C60-C40353594DA8}" srcId="{F6C9F402-819E-4FD3-8FAE-544DA691B876}" destId="{C14C7E83-5539-4CE8-B4EF-638CB487366D}" srcOrd="4" destOrd="0" parTransId="{6F8F2054-F3C9-466F-9C4B-7C8FACDC85A7}" sibTransId="{997F8D3C-82D5-466E-8924-AF0255B5FA90}"/>
    <dgm:cxn modelId="{DD735C62-3A1D-4EF7-B803-9EFD870D2614}" type="presOf" srcId="{66D82EF5-30B1-4157-8120-AD9AD886DD8D}" destId="{2822982E-D067-46C1-9CAC-C2C4F44A8778}" srcOrd="0" destOrd="0" presId="urn:microsoft.com/office/officeart/2005/8/layout/vList2"/>
    <dgm:cxn modelId="{06608878-79AF-471F-A792-31B80BB03D43}" type="presOf" srcId="{C14C7E83-5539-4CE8-B4EF-638CB487366D}" destId="{C0CD8585-85FB-4932-B9A7-2717895E2128}" srcOrd="0" destOrd="0" presId="urn:microsoft.com/office/officeart/2005/8/layout/vList2"/>
    <dgm:cxn modelId="{527CBA84-5F18-4C30-9CBA-9737F718F5A3}" type="presOf" srcId="{C1A3AC52-2E2A-4C22-BDC7-BD6309F090AE}" destId="{F61744E6-01D0-4CBD-828B-E0D234135C69}" srcOrd="0" destOrd="0" presId="urn:microsoft.com/office/officeart/2005/8/layout/vList2"/>
    <dgm:cxn modelId="{09B1FFA4-210F-4DF8-9B30-6EA258FA4057}" type="presOf" srcId="{F21D2188-2363-4CCC-89C1-9FF0580D2435}" destId="{36FCEA43-2EF3-44D6-ACBA-22671E8408D1}" srcOrd="0" destOrd="0" presId="urn:microsoft.com/office/officeart/2005/8/layout/vList2"/>
    <dgm:cxn modelId="{48BC5BB3-BBCF-4FEA-8A1B-827D040B392B}" srcId="{F6C9F402-819E-4FD3-8FAE-544DA691B876}" destId="{C1A3AC52-2E2A-4C22-BDC7-BD6309F090AE}" srcOrd="3" destOrd="0" parTransId="{3CD51583-C309-455E-8C3E-0EBDD87AD16A}" sibTransId="{1E1A34B4-269E-420D-BF9D-E5D17BEF20E8}"/>
    <dgm:cxn modelId="{F4B216BB-E3AC-4597-8280-E119F737CAE4}" type="presOf" srcId="{C54BAC50-4DC4-4F87-8A72-62ED677BC4C1}" destId="{5F94881B-9ECD-4646-BF20-CFC2B8C348EE}" srcOrd="0" destOrd="0" presId="urn:microsoft.com/office/officeart/2005/8/layout/vList2"/>
    <dgm:cxn modelId="{199FECBC-2D8E-43E8-95F2-F2B6D926332C}" type="presOf" srcId="{F6C9F402-819E-4FD3-8FAE-544DA691B876}" destId="{3B92A04C-B2F7-4F7F-9BED-1047BC153714}" srcOrd="0" destOrd="0" presId="urn:microsoft.com/office/officeart/2005/8/layout/vList2"/>
    <dgm:cxn modelId="{C8EF6CC4-AD5C-4041-99F9-171351C42C93}" srcId="{F6C9F402-819E-4FD3-8FAE-544DA691B876}" destId="{C54BAC50-4DC4-4F87-8A72-62ED677BC4C1}" srcOrd="0" destOrd="0" parTransId="{D931A17B-243C-4865-AB63-E2F775EF4843}" sibTransId="{726D6102-5A0F-488C-B752-4E880C06207E}"/>
    <dgm:cxn modelId="{0707D1E8-4E89-4024-9ED5-0EEE26C4C583}" srcId="{F6C9F402-819E-4FD3-8FAE-544DA691B876}" destId="{F21D2188-2363-4CCC-89C1-9FF0580D2435}" srcOrd="2" destOrd="0" parTransId="{16B5207A-5926-45F9-9520-AF1625D076D0}" sibTransId="{5D641CD6-2BAF-4050-ACB2-5D2107A60AD7}"/>
    <dgm:cxn modelId="{BE70C55B-28AD-4D17-9D27-E094A59EE88F}" type="presParOf" srcId="{3B92A04C-B2F7-4F7F-9BED-1047BC153714}" destId="{5F94881B-9ECD-4646-BF20-CFC2B8C348EE}" srcOrd="0" destOrd="0" presId="urn:microsoft.com/office/officeart/2005/8/layout/vList2"/>
    <dgm:cxn modelId="{808F7B34-82B8-499F-89A9-93D77227A7BC}" type="presParOf" srcId="{3B92A04C-B2F7-4F7F-9BED-1047BC153714}" destId="{65477510-10C8-4649-9416-EEA234E4383E}" srcOrd="1" destOrd="0" presId="urn:microsoft.com/office/officeart/2005/8/layout/vList2"/>
    <dgm:cxn modelId="{40835D6C-CA39-49E0-8967-9BAB5A7D353C}" type="presParOf" srcId="{3B92A04C-B2F7-4F7F-9BED-1047BC153714}" destId="{2822982E-D067-46C1-9CAC-C2C4F44A8778}" srcOrd="2" destOrd="0" presId="urn:microsoft.com/office/officeart/2005/8/layout/vList2"/>
    <dgm:cxn modelId="{9C01A236-DBF6-444A-9448-783B572C7CDB}" type="presParOf" srcId="{3B92A04C-B2F7-4F7F-9BED-1047BC153714}" destId="{172FB128-ECB4-470A-A59A-1845B286EE0F}" srcOrd="3" destOrd="0" presId="urn:microsoft.com/office/officeart/2005/8/layout/vList2"/>
    <dgm:cxn modelId="{6566FD82-A17A-4E0C-807E-4008D22323BB}" type="presParOf" srcId="{3B92A04C-B2F7-4F7F-9BED-1047BC153714}" destId="{36FCEA43-2EF3-44D6-ACBA-22671E8408D1}" srcOrd="4" destOrd="0" presId="urn:microsoft.com/office/officeart/2005/8/layout/vList2"/>
    <dgm:cxn modelId="{B31CF5BA-1753-4AC1-8E5A-8ACB18C192BA}" type="presParOf" srcId="{3B92A04C-B2F7-4F7F-9BED-1047BC153714}" destId="{0919A70B-D2CE-416D-9826-8BDC7977BEDF}" srcOrd="5" destOrd="0" presId="urn:microsoft.com/office/officeart/2005/8/layout/vList2"/>
    <dgm:cxn modelId="{9D4FE226-4752-48D8-8642-62996A4A3495}" type="presParOf" srcId="{3B92A04C-B2F7-4F7F-9BED-1047BC153714}" destId="{F61744E6-01D0-4CBD-828B-E0D234135C69}" srcOrd="6" destOrd="0" presId="urn:microsoft.com/office/officeart/2005/8/layout/vList2"/>
    <dgm:cxn modelId="{602008E5-1B18-4A17-A203-21E79C5B4912}" type="presParOf" srcId="{3B92A04C-B2F7-4F7F-9BED-1047BC153714}" destId="{BA37D2CA-C722-48CE-B077-6CC45367D7E0}" srcOrd="7" destOrd="0" presId="urn:microsoft.com/office/officeart/2005/8/layout/vList2"/>
    <dgm:cxn modelId="{CA892761-8B80-4FE9-B049-85E167A3A19A}" type="presParOf" srcId="{3B92A04C-B2F7-4F7F-9BED-1047BC153714}" destId="{C0CD8585-85FB-4932-B9A7-2717895E2128}" srcOrd="8"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03E5E142-4199-458B-8160-1D4E0EFD86D6}"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en-US"/>
        </a:p>
      </dgm:t>
    </dgm:pt>
    <dgm:pt modelId="{48E36508-6EDA-44D6-93C2-E330B762BCF2}">
      <dgm:prSet/>
      <dgm:spPr/>
      <dgm:t>
        <a:bodyPr/>
        <a:lstStyle/>
        <a:p>
          <a:r>
            <a:rPr lang="en-US"/>
            <a:t>Primary Focus IOT ,CAD/CAM MODEL and Embedded System Development </a:t>
          </a:r>
        </a:p>
      </dgm:t>
    </dgm:pt>
    <dgm:pt modelId="{D1B325EB-5E8E-4054-A4C1-81077BF9F1DA}" type="parTrans" cxnId="{7F4EF81A-E108-4EF0-B4E2-6FC15AC0EE23}">
      <dgm:prSet/>
      <dgm:spPr/>
      <dgm:t>
        <a:bodyPr/>
        <a:lstStyle/>
        <a:p>
          <a:endParaRPr lang="en-US"/>
        </a:p>
      </dgm:t>
    </dgm:pt>
    <dgm:pt modelId="{FA475846-92A0-472B-80B4-2493C5D548DE}" type="sibTrans" cxnId="{7F4EF81A-E108-4EF0-B4E2-6FC15AC0EE23}">
      <dgm:prSet/>
      <dgm:spPr/>
      <dgm:t>
        <a:bodyPr/>
        <a:lstStyle/>
        <a:p>
          <a:endParaRPr lang="en-US"/>
        </a:p>
      </dgm:t>
    </dgm:pt>
    <dgm:pt modelId="{1E4D84FD-3A29-4BA5-B45C-6120DF2452FF}">
      <dgm:prSet/>
      <dgm:spPr/>
      <dgm:t>
        <a:bodyPr/>
        <a:lstStyle/>
        <a:p>
          <a:r>
            <a:rPr lang="en-US"/>
            <a:t>Projects</a:t>
          </a:r>
        </a:p>
      </dgm:t>
    </dgm:pt>
    <dgm:pt modelId="{D9803799-8EBE-499C-BF88-2026590B619E}" type="parTrans" cxnId="{F87AAF15-44BF-405B-8B8D-21AB02A9E706}">
      <dgm:prSet/>
      <dgm:spPr/>
      <dgm:t>
        <a:bodyPr/>
        <a:lstStyle/>
        <a:p>
          <a:endParaRPr lang="en-US"/>
        </a:p>
      </dgm:t>
    </dgm:pt>
    <dgm:pt modelId="{E97A1755-D49B-4632-A64B-7FB884106057}" type="sibTrans" cxnId="{F87AAF15-44BF-405B-8B8D-21AB02A9E706}">
      <dgm:prSet/>
      <dgm:spPr/>
      <dgm:t>
        <a:bodyPr/>
        <a:lstStyle/>
        <a:p>
          <a:endParaRPr lang="en-US"/>
        </a:p>
      </dgm:t>
    </dgm:pt>
    <dgm:pt modelId="{550E0C37-33EB-4898-9A9A-2DF995EE6798}">
      <dgm:prSet/>
      <dgm:spPr/>
      <dgm:t>
        <a:bodyPr/>
        <a:lstStyle/>
        <a:p>
          <a:r>
            <a:rPr lang="en-US" b="1"/>
            <a:t>Objective </a:t>
          </a:r>
          <a:r>
            <a:rPr lang="en-US"/>
            <a:t> Advanced IOT system development , CAD/CAM MODEL by using SolidWorks and embedded solutions for real-world applications.</a:t>
          </a:r>
        </a:p>
      </dgm:t>
    </dgm:pt>
    <dgm:pt modelId="{13ABA1C1-DD85-4DCA-9F21-9AD8B6970803}" type="parTrans" cxnId="{9842D7B6-0EB4-4FDF-86AD-2EF79D416683}">
      <dgm:prSet/>
      <dgm:spPr/>
      <dgm:t>
        <a:bodyPr/>
        <a:lstStyle/>
        <a:p>
          <a:endParaRPr lang="en-US"/>
        </a:p>
      </dgm:t>
    </dgm:pt>
    <dgm:pt modelId="{3F716E36-18AD-4569-AAFC-608854CA079B}" type="sibTrans" cxnId="{9842D7B6-0EB4-4FDF-86AD-2EF79D416683}">
      <dgm:prSet/>
      <dgm:spPr/>
      <dgm:t>
        <a:bodyPr/>
        <a:lstStyle/>
        <a:p>
          <a:endParaRPr lang="en-US"/>
        </a:p>
      </dgm:t>
    </dgm:pt>
    <dgm:pt modelId="{18872297-C884-4346-8E68-99EBA29BF0BE}">
      <dgm:prSet/>
      <dgm:spPr/>
      <dgm:t>
        <a:bodyPr/>
        <a:lstStyle/>
        <a:p>
          <a:r>
            <a:rPr lang="en-US" b="1"/>
            <a:t>Your Role </a:t>
          </a:r>
          <a:r>
            <a:rPr lang="en-US"/>
            <a:t>Firmware developer , CAD/CAM model and hardware-software integration specialist.</a:t>
          </a:r>
        </a:p>
      </dgm:t>
    </dgm:pt>
    <dgm:pt modelId="{AE4A76CC-56BF-4D02-A93F-C2A8E92467C0}" type="parTrans" cxnId="{0A0DC185-F210-438E-9FBA-90D86696FFC7}">
      <dgm:prSet/>
      <dgm:spPr/>
      <dgm:t>
        <a:bodyPr/>
        <a:lstStyle/>
        <a:p>
          <a:endParaRPr lang="en-US"/>
        </a:p>
      </dgm:t>
    </dgm:pt>
    <dgm:pt modelId="{973138BE-1771-44A0-A379-9C4577BBEA38}" type="sibTrans" cxnId="{0A0DC185-F210-438E-9FBA-90D86696FFC7}">
      <dgm:prSet/>
      <dgm:spPr/>
      <dgm:t>
        <a:bodyPr/>
        <a:lstStyle/>
        <a:p>
          <a:endParaRPr lang="en-US"/>
        </a:p>
      </dgm:t>
    </dgm:pt>
    <dgm:pt modelId="{4A7357BB-2FBE-41EE-A937-076FA2F9B93B}">
      <dgm:prSet/>
      <dgm:spPr/>
      <dgm:t>
        <a:bodyPr/>
        <a:lstStyle/>
        <a:p>
          <a:r>
            <a:rPr lang="en-US" b="1"/>
            <a:t>Technologies Used</a:t>
          </a:r>
          <a:r>
            <a:rPr lang="en-US"/>
            <a:t> ESP32, ESP-IDF , SolidWorks, Arduino IDE, C/C++, Python, IoT protocols, sensor integration.</a:t>
          </a:r>
        </a:p>
      </dgm:t>
    </dgm:pt>
    <dgm:pt modelId="{F53B009B-134C-47FB-AC96-599DE13DD7E4}" type="parTrans" cxnId="{1FDEFD02-91A1-48FD-9098-D030ED0F3695}">
      <dgm:prSet/>
      <dgm:spPr/>
      <dgm:t>
        <a:bodyPr/>
        <a:lstStyle/>
        <a:p>
          <a:endParaRPr lang="en-US"/>
        </a:p>
      </dgm:t>
    </dgm:pt>
    <dgm:pt modelId="{EF47C729-8274-4DEF-B589-CD2665CBD63B}" type="sibTrans" cxnId="{1FDEFD02-91A1-48FD-9098-D030ED0F3695}">
      <dgm:prSet/>
      <dgm:spPr/>
      <dgm:t>
        <a:bodyPr/>
        <a:lstStyle/>
        <a:p>
          <a:endParaRPr lang="en-US"/>
        </a:p>
      </dgm:t>
    </dgm:pt>
    <dgm:pt modelId="{0A776047-213F-460E-BE26-A02511521387}">
      <dgm:prSet/>
      <dgm:spPr/>
      <dgm:t>
        <a:bodyPr/>
        <a:lstStyle/>
        <a:p>
          <a:r>
            <a:rPr lang="en-US" b="1"/>
            <a:t>Outcome </a:t>
          </a:r>
          <a:r>
            <a:rPr lang="en-US"/>
            <a:t> Successfully delivered robust IOT solutions with improved system performance and reliability.</a:t>
          </a:r>
        </a:p>
      </dgm:t>
    </dgm:pt>
    <dgm:pt modelId="{A838C1BC-432A-45F1-B91F-5DF82C831811}" type="parTrans" cxnId="{2A600D95-919D-476A-8F36-7E20C60A9723}">
      <dgm:prSet/>
      <dgm:spPr/>
      <dgm:t>
        <a:bodyPr/>
        <a:lstStyle/>
        <a:p>
          <a:endParaRPr lang="en-US"/>
        </a:p>
      </dgm:t>
    </dgm:pt>
    <dgm:pt modelId="{5BA1C0E1-EA01-4EB0-A245-57DE5B833137}" type="sibTrans" cxnId="{2A600D95-919D-476A-8F36-7E20C60A9723}">
      <dgm:prSet/>
      <dgm:spPr/>
      <dgm:t>
        <a:bodyPr/>
        <a:lstStyle/>
        <a:p>
          <a:endParaRPr lang="en-US"/>
        </a:p>
      </dgm:t>
    </dgm:pt>
    <dgm:pt modelId="{43B24631-8A2E-473F-AD10-67EE813D1F9C}" type="pres">
      <dgm:prSet presAssocID="{03E5E142-4199-458B-8160-1D4E0EFD86D6}" presName="linear" presStyleCnt="0">
        <dgm:presLayoutVars>
          <dgm:animLvl val="lvl"/>
          <dgm:resizeHandles val="exact"/>
        </dgm:presLayoutVars>
      </dgm:prSet>
      <dgm:spPr/>
    </dgm:pt>
    <dgm:pt modelId="{8FCD29A6-3EAE-421A-93D8-3C4DF47BEF61}" type="pres">
      <dgm:prSet presAssocID="{48E36508-6EDA-44D6-93C2-E330B762BCF2}" presName="parentText" presStyleLbl="node1" presStyleIdx="0" presStyleCnt="6">
        <dgm:presLayoutVars>
          <dgm:chMax val="0"/>
          <dgm:bulletEnabled val="1"/>
        </dgm:presLayoutVars>
      </dgm:prSet>
      <dgm:spPr/>
    </dgm:pt>
    <dgm:pt modelId="{17C5D71D-1C8B-4756-B9F2-015B8859084B}" type="pres">
      <dgm:prSet presAssocID="{FA475846-92A0-472B-80B4-2493C5D548DE}" presName="spacer" presStyleCnt="0"/>
      <dgm:spPr/>
    </dgm:pt>
    <dgm:pt modelId="{7F582AD4-88C9-403E-9965-96DACB31DEE2}" type="pres">
      <dgm:prSet presAssocID="{1E4D84FD-3A29-4BA5-B45C-6120DF2452FF}" presName="parentText" presStyleLbl="node1" presStyleIdx="1" presStyleCnt="6">
        <dgm:presLayoutVars>
          <dgm:chMax val="0"/>
          <dgm:bulletEnabled val="1"/>
        </dgm:presLayoutVars>
      </dgm:prSet>
      <dgm:spPr/>
    </dgm:pt>
    <dgm:pt modelId="{0FAF33F1-0252-4261-9B88-9001315F2C6F}" type="pres">
      <dgm:prSet presAssocID="{E97A1755-D49B-4632-A64B-7FB884106057}" presName="spacer" presStyleCnt="0"/>
      <dgm:spPr/>
    </dgm:pt>
    <dgm:pt modelId="{53A119A6-27FB-4628-8D3B-9ACBF3560582}" type="pres">
      <dgm:prSet presAssocID="{550E0C37-33EB-4898-9A9A-2DF995EE6798}" presName="parentText" presStyleLbl="node1" presStyleIdx="2" presStyleCnt="6">
        <dgm:presLayoutVars>
          <dgm:chMax val="0"/>
          <dgm:bulletEnabled val="1"/>
        </dgm:presLayoutVars>
      </dgm:prSet>
      <dgm:spPr/>
    </dgm:pt>
    <dgm:pt modelId="{8E19DABE-6D8F-4560-8EE2-8B8E687E8419}" type="pres">
      <dgm:prSet presAssocID="{3F716E36-18AD-4569-AAFC-608854CA079B}" presName="spacer" presStyleCnt="0"/>
      <dgm:spPr/>
    </dgm:pt>
    <dgm:pt modelId="{735CB7BB-162E-4677-A607-7E4136351141}" type="pres">
      <dgm:prSet presAssocID="{18872297-C884-4346-8E68-99EBA29BF0BE}" presName="parentText" presStyleLbl="node1" presStyleIdx="3" presStyleCnt="6">
        <dgm:presLayoutVars>
          <dgm:chMax val="0"/>
          <dgm:bulletEnabled val="1"/>
        </dgm:presLayoutVars>
      </dgm:prSet>
      <dgm:spPr/>
    </dgm:pt>
    <dgm:pt modelId="{028A435C-367B-46E1-8AFC-210F7AF5344A}" type="pres">
      <dgm:prSet presAssocID="{973138BE-1771-44A0-A379-9C4577BBEA38}" presName="spacer" presStyleCnt="0"/>
      <dgm:spPr/>
    </dgm:pt>
    <dgm:pt modelId="{0EFE52E3-EC3B-455E-8607-0B4ADCDB891E}" type="pres">
      <dgm:prSet presAssocID="{4A7357BB-2FBE-41EE-A937-076FA2F9B93B}" presName="parentText" presStyleLbl="node1" presStyleIdx="4" presStyleCnt="6">
        <dgm:presLayoutVars>
          <dgm:chMax val="0"/>
          <dgm:bulletEnabled val="1"/>
        </dgm:presLayoutVars>
      </dgm:prSet>
      <dgm:spPr/>
    </dgm:pt>
    <dgm:pt modelId="{91D542B0-7C51-42CC-BFB8-132D997FC8D7}" type="pres">
      <dgm:prSet presAssocID="{EF47C729-8274-4DEF-B589-CD2665CBD63B}" presName="spacer" presStyleCnt="0"/>
      <dgm:spPr/>
    </dgm:pt>
    <dgm:pt modelId="{BBE87EAF-AF97-4609-870E-7B63BF7FB797}" type="pres">
      <dgm:prSet presAssocID="{0A776047-213F-460E-BE26-A02511521387}" presName="parentText" presStyleLbl="node1" presStyleIdx="5" presStyleCnt="6">
        <dgm:presLayoutVars>
          <dgm:chMax val="0"/>
          <dgm:bulletEnabled val="1"/>
        </dgm:presLayoutVars>
      </dgm:prSet>
      <dgm:spPr/>
    </dgm:pt>
  </dgm:ptLst>
  <dgm:cxnLst>
    <dgm:cxn modelId="{1FDEFD02-91A1-48FD-9098-D030ED0F3695}" srcId="{03E5E142-4199-458B-8160-1D4E0EFD86D6}" destId="{4A7357BB-2FBE-41EE-A937-076FA2F9B93B}" srcOrd="4" destOrd="0" parTransId="{F53B009B-134C-47FB-AC96-599DE13DD7E4}" sibTransId="{EF47C729-8274-4DEF-B589-CD2665CBD63B}"/>
    <dgm:cxn modelId="{F87AAF15-44BF-405B-8B8D-21AB02A9E706}" srcId="{03E5E142-4199-458B-8160-1D4E0EFD86D6}" destId="{1E4D84FD-3A29-4BA5-B45C-6120DF2452FF}" srcOrd="1" destOrd="0" parTransId="{D9803799-8EBE-499C-BF88-2026590B619E}" sibTransId="{E97A1755-D49B-4632-A64B-7FB884106057}"/>
    <dgm:cxn modelId="{7F4EF81A-E108-4EF0-B4E2-6FC15AC0EE23}" srcId="{03E5E142-4199-458B-8160-1D4E0EFD86D6}" destId="{48E36508-6EDA-44D6-93C2-E330B762BCF2}" srcOrd="0" destOrd="0" parTransId="{D1B325EB-5E8E-4054-A4C1-81077BF9F1DA}" sibTransId="{FA475846-92A0-472B-80B4-2493C5D548DE}"/>
    <dgm:cxn modelId="{02AB0166-E901-43D3-B685-AC3A57C8C141}" type="presOf" srcId="{48E36508-6EDA-44D6-93C2-E330B762BCF2}" destId="{8FCD29A6-3EAE-421A-93D8-3C4DF47BEF61}" srcOrd="0" destOrd="0" presId="urn:microsoft.com/office/officeart/2005/8/layout/vList2"/>
    <dgm:cxn modelId="{02003068-93AE-415B-9E46-60B22198F7CD}" type="presOf" srcId="{18872297-C884-4346-8E68-99EBA29BF0BE}" destId="{735CB7BB-162E-4677-A607-7E4136351141}" srcOrd="0" destOrd="0" presId="urn:microsoft.com/office/officeart/2005/8/layout/vList2"/>
    <dgm:cxn modelId="{0A0DC185-F210-438E-9FBA-90D86696FFC7}" srcId="{03E5E142-4199-458B-8160-1D4E0EFD86D6}" destId="{18872297-C884-4346-8E68-99EBA29BF0BE}" srcOrd="3" destOrd="0" parTransId="{AE4A76CC-56BF-4D02-A93F-C2A8E92467C0}" sibTransId="{973138BE-1771-44A0-A379-9C4577BBEA38}"/>
    <dgm:cxn modelId="{23CB2E8B-C3B5-4010-929E-4C7D49B04080}" type="presOf" srcId="{550E0C37-33EB-4898-9A9A-2DF995EE6798}" destId="{53A119A6-27FB-4628-8D3B-9ACBF3560582}" srcOrd="0" destOrd="0" presId="urn:microsoft.com/office/officeart/2005/8/layout/vList2"/>
    <dgm:cxn modelId="{2A600D95-919D-476A-8F36-7E20C60A9723}" srcId="{03E5E142-4199-458B-8160-1D4E0EFD86D6}" destId="{0A776047-213F-460E-BE26-A02511521387}" srcOrd="5" destOrd="0" parTransId="{A838C1BC-432A-45F1-B91F-5DF82C831811}" sibTransId="{5BA1C0E1-EA01-4EB0-A245-57DE5B833137}"/>
    <dgm:cxn modelId="{E39E9195-72DC-4609-BBFE-4BC7FE77F595}" type="presOf" srcId="{03E5E142-4199-458B-8160-1D4E0EFD86D6}" destId="{43B24631-8A2E-473F-AD10-67EE813D1F9C}" srcOrd="0" destOrd="0" presId="urn:microsoft.com/office/officeart/2005/8/layout/vList2"/>
    <dgm:cxn modelId="{9842D7B6-0EB4-4FDF-86AD-2EF79D416683}" srcId="{03E5E142-4199-458B-8160-1D4E0EFD86D6}" destId="{550E0C37-33EB-4898-9A9A-2DF995EE6798}" srcOrd="2" destOrd="0" parTransId="{13ABA1C1-DD85-4DCA-9F21-9AD8B6970803}" sibTransId="{3F716E36-18AD-4569-AAFC-608854CA079B}"/>
    <dgm:cxn modelId="{363CC8BC-08B2-4513-A880-90466C121905}" type="presOf" srcId="{1E4D84FD-3A29-4BA5-B45C-6120DF2452FF}" destId="{7F582AD4-88C9-403E-9965-96DACB31DEE2}" srcOrd="0" destOrd="0" presId="urn:microsoft.com/office/officeart/2005/8/layout/vList2"/>
    <dgm:cxn modelId="{BC0FEAC5-093F-468E-91D3-BA4F01EBD06E}" type="presOf" srcId="{4A7357BB-2FBE-41EE-A937-076FA2F9B93B}" destId="{0EFE52E3-EC3B-455E-8607-0B4ADCDB891E}" srcOrd="0" destOrd="0" presId="urn:microsoft.com/office/officeart/2005/8/layout/vList2"/>
    <dgm:cxn modelId="{1234AFE3-E92C-4B29-B67F-31EF7C8FB1D4}" type="presOf" srcId="{0A776047-213F-460E-BE26-A02511521387}" destId="{BBE87EAF-AF97-4609-870E-7B63BF7FB797}" srcOrd="0" destOrd="0" presId="urn:microsoft.com/office/officeart/2005/8/layout/vList2"/>
    <dgm:cxn modelId="{A35E9A1A-B335-420C-B318-0783EB709C93}" type="presParOf" srcId="{43B24631-8A2E-473F-AD10-67EE813D1F9C}" destId="{8FCD29A6-3EAE-421A-93D8-3C4DF47BEF61}" srcOrd="0" destOrd="0" presId="urn:microsoft.com/office/officeart/2005/8/layout/vList2"/>
    <dgm:cxn modelId="{B9BD35E7-349C-441B-AB54-E29D425C0D03}" type="presParOf" srcId="{43B24631-8A2E-473F-AD10-67EE813D1F9C}" destId="{17C5D71D-1C8B-4756-B9F2-015B8859084B}" srcOrd="1" destOrd="0" presId="urn:microsoft.com/office/officeart/2005/8/layout/vList2"/>
    <dgm:cxn modelId="{8D847CDD-6A16-453A-A2BC-3B1AA6EC7306}" type="presParOf" srcId="{43B24631-8A2E-473F-AD10-67EE813D1F9C}" destId="{7F582AD4-88C9-403E-9965-96DACB31DEE2}" srcOrd="2" destOrd="0" presId="urn:microsoft.com/office/officeart/2005/8/layout/vList2"/>
    <dgm:cxn modelId="{89609046-D945-4AF1-8310-D9EC27D5BF00}" type="presParOf" srcId="{43B24631-8A2E-473F-AD10-67EE813D1F9C}" destId="{0FAF33F1-0252-4261-9B88-9001315F2C6F}" srcOrd="3" destOrd="0" presId="urn:microsoft.com/office/officeart/2005/8/layout/vList2"/>
    <dgm:cxn modelId="{23AC62D7-11BB-4BA9-8E53-094262CF5E37}" type="presParOf" srcId="{43B24631-8A2E-473F-AD10-67EE813D1F9C}" destId="{53A119A6-27FB-4628-8D3B-9ACBF3560582}" srcOrd="4" destOrd="0" presId="urn:microsoft.com/office/officeart/2005/8/layout/vList2"/>
    <dgm:cxn modelId="{A18425DE-6D9D-43B3-8077-1912A127F30A}" type="presParOf" srcId="{43B24631-8A2E-473F-AD10-67EE813D1F9C}" destId="{8E19DABE-6D8F-4560-8EE2-8B8E687E8419}" srcOrd="5" destOrd="0" presId="urn:microsoft.com/office/officeart/2005/8/layout/vList2"/>
    <dgm:cxn modelId="{AAF7C60A-90A7-49AC-B89C-8D1BD041EBF3}" type="presParOf" srcId="{43B24631-8A2E-473F-AD10-67EE813D1F9C}" destId="{735CB7BB-162E-4677-A607-7E4136351141}" srcOrd="6" destOrd="0" presId="urn:microsoft.com/office/officeart/2005/8/layout/vList2"/>
    <dgm:cxn modelId="{86855ADF-2F83-4D75-AE2A-2F9DDE5F6282}" type="presParOf" srcId="{43B24631-8A2E-473F-AD10-67EE813D1F9C}" destId="{028A435C-367B-46E1-8AFC-210F7AF5344A}" srcOrd="7" destOrd="0" presId="urn:microsoft.com/office/officeart/2005/8/layout/vList2"/>
    <dgm:cxn modelId="{225600E3-2238-4D8D-B9C3-8A236F5C35DE}" type="presParOf" srcId="{43B24631-8A2E-473F-AD10-67EE813D1F9C}" destId="{0EFE52E3-EC3B-455E-8607-0B4ADCDB891E}" srcOrd="8" destOrd="0" presId="urn:microsoft.com/office/officeart/2005/8/layout/vList2"/>
    <dgm:cxn modelId="{539EC2EC-37BB-4990-BA64-41728ED05D10}" type="presParOf" srcId="{43B24631-8A2E-473F-AD10-67EE813D1F9C}" destId="{91D542B0-7C51-42CC-BFB8-132D997FC8D7}" srcOrd="9" destOrd="0" presId="urn:microsoft.com/office/officeart/2005/8/layout/vList2"/>
    <dgm:cxn modelId="{2A51338E-B85E-43BC-8CE6-FF643A60B27C}" type="presParOf" srcId="{43B24631-8A2E-473F-AD10-67EE813D1F9C}" destId="{BBE87EAF-AF97-4609-870E-7B63BF7FB797}" srcOrd="1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6E549477-2504-4600-B407-67B0AAC50649}" type="doc">
      <dgm:prSet loTypeId="urn:microsoft.com/office/officeart/2005/8/layout/default" loCatId="list" qsTypeId="urn:microsoft.com/office/officeart/2005/8/quickstyle/simple1" qsCatId="simple" csTypeId="urn:microsoft.com/office/officeart/2005/8/colors/colorful2" csCatId="colorful" phldr="1"/>
      <dgm:spPr/>
      <dgm:t>
        <a:bodyPr/>
        <a:lstStyle/>
        <a:p>
          <a:endParaRPr lang="en-US"/>
        </a:p>
      </dgm:t>
    </dgm:pt>
    <dgm:pt modelId="{1567773B-8DBD-4791-B6D3-F8F0EA9417FF}">
      <dgm:prSet/>
      <dgm:spPr/>
      <dgm:t>
        <a:bodyPr/>
        <a:lstStyle/>
        <a:p>
          <a:r>
            <a:rPr lang="en-US"/>
            <a:t>EMBEEDED  SYSTEM Project 1 ESP32 WITH LED DISPLAY WITH MQ SENSOR</a:t>
          </a:r>
        </a:p>
      </dgm:t>
    </dgm:pt>
    <dgm:pt modelId="{9DC1F881-AD51-48A3-9946-BD1BC3BED8AA}" type="parTrans" cxnId="{AF16B6F9-D784-4C60-AAB4-91BC0000C8DD}">
      <dgm:prSet/>
      <dgm:spPr/>
      <dgm:t>
        <a:bodyPr/>
        <a:lstStyle/>
        <a:p>
          <a:endParaRPr lang="en-US"/>
        </a:p>
      </dgm:t>
    </dgm:pt>
    <dgm:pt modelId="{FBFC5440-8485-4D68-9122-670C19C2460C}" type="sibTrans" cxnId="{AF16B6F9-D784-4C60-AAB4-91BC0000C8DD}">
      <dgm:prSet/>
      <dgm:spPr/>
      <dgm:t>
        <a:bodyPr/>
        <a:lstStyle/>
        <a:p>
          <a:endParaRPr lang="en-US"/>
        </a:p>
      </dgm:t>
    </dgm:pt>
    <dgm:pt modelId="{8A0BEAE5-BCED-4D5B-B96E-1D9E856145D2}">
      <dgm:prSet/>
      <dgm:spPr/>
      <dgm:t>
        <a:bodyPr/>
        <a:lstStyle/>
        <a:p>
          <a:r>
            <a:rPr lang="en-US" b="1"/>
            <a:t>Objective </a:t>
          </a:r>
          <a:r>
            <a:rPr lang="en-US"/>
            <a:t> This MachaDev project focused on building a smart environmental monitoring system that tracks temperature and humidity in real-time. Using an ESP32 microcontroller and sensor components, the system captures environmental data and displays it clearly on an LCD screen for easy reading. </a:t>
          </a:r>
        </a:p>
      </dgm:t>
    </dgm:pt>
    <dgm:pt modelId="{47B7B86F-147D-4BEF-95D4-426020D004FA}" type="parTrans" cxnId="{243D2C4D-A474-4D64-B509-F578B4C58970}">
      <dgm:prSet/>
      <dgm:spPr/>
      <dgm:t>
        <a:bodyPr/>
        <a:lstStyle/>
        <a:p>
          <a:endParaRPr lang="en-US"/>
        </a:p>
      </dgm:t>
    </dgm:pt>
    <dgm:pt modelId="{EFAC7C70-7C8F-4F33-9670-013CA9E17B9E}" type="sibTrans" cxnId="{243D2C4D-A474-4D64-B509-F578B4C58970}">
      <dgm:prSet/>
      <dgm:spPr/>
      <dgm:t>
        <a:bodyPr/>
        <a:lstStyle/>
        <a:p>
          <a:endParaRPr lang="en-US"/>
        </a:p>
      </dgm:t>
    </dgm:pt>
    <dgm:pt modelId="{26B87593-289F-43DD-86E6-E63F7655AABE}">
      <dgm:prSet/>
      <dgm:spPr/>
      <dgm:t>
        <a:bodyPr/>
        <a:lstStyle/>
        <a:p>
          <a:r>
            <a:rPr lang="en-US" b="1"/>
            <a:t>Technologies Used:</a:t>
          </a:r>
          <a:r>
            <a:rPr lang="en-US"/>
            <a:t> [ESP32, temperature and humidity sensor, 16x2 LCD display, breadboard and jumper wires ,DHT22,I2C/SPI communication protocols, development tools.]</a:t>
          </a:r>
        </a:p>
      </dgm:t>
    </dgm:pt>
    <dgm:pt modelId="{D055B8EE-0BBB-43FA-AF59-6A98E7E038F1}" type="parTrans" cxnId="{79D26645-D10A-47AB-8ECD-B1978C149607}">
      <dgm:prSet/>
      <dgm:spPr/>
      <dgm:t>
        <a:bodyPr/>
        <a:lstStyle/>
        <a:p>
          <a:endParaRPr lang="en-US"/>
        </a:p>
      </dgm:t>
    </dgm:pt>
    <dgm:pt modelId="{BCAD6E2E-9A90-4361-91A3-2F6185E4FE7F}" type="sibTrans" cxnId="{79D26645-D10A-47AB-8ECD-B1978C149607}">
      <dgm:prSet/>
      <dgm:spPr/>
      <dgm:t>
        <a:bodyPr/>
        <a:lstStyle/>
        <a:p>
          <a:endParaRPr lang="en-US"/>
        </a:p>
      </dgm:t>
    </dgm:pt>
    <dgm:pt modelId="{A23C1F97-D79D-41EE-B0B6-E33842A2E4D7}">
      <dgm:prSet/>
      <dgm:spPr/>
      <dgm:t>
        <a:bodyPr/>
        <a:lstStyle/>
        <a:p>
          <a:r>
            <a:rPr lang="en-US"/>
            <a:t>CHALLENGES FACED DUE TO NETWORK AND THE COMPONENTS WERE INSTALLED FROM THIRD PARTY APP.</a:t>
          </a:r>
        </a:p>
      </dgm:t>
    </dgm:pt>
    <dgm:pt modelId="{9D38F51E-8EF4-4AC4-BA07-26A42BEBCE55}" type="parTrans" cxnId="{E8A3452E-CC4A-486C-8118-5F38B476646B}">
      <dgm:prSet/>
      <dgm:spPr/>
      <dgm:t>
        <a:bodyPr/>
        <a:lstStyle/>
        <a:p>
          <a:endParaRPr lang="en-US"/>
        </a:p>
      </dgm:t>
    </dgm:pt>
    <dgm:pt modelId="{893DE839-2A5A-4638-A1F7-C541858AC42F}" type="sibTrans" cxnId="{E8A3452E-CC4A-486C-8118-5F38B476646B}">
      <dgm:prSet/>
      <dgm:spPr/>
      <dgm:t>
        <a:bodyPr/>
        <a:lstStyle/>
        <a:p>
          <a:endParaRPr lang="en-US"/>
        </a:p>
      </dgm:t>
    </dgm:pt>
    <dgm:pt modelId="{17951EC3-7FE2-4274-843A-0DA21035E05D}">
      <dgm:prSet/>
      <dgm:spPr/>
      <dgm:t>
        <a:bodyPr/>
        <a:lstStyle/>
        <a:p>
          <a:r>
            <a:rPr lang="en-US" dirty="0"/>
            <a:t>Outcomes performance was to detect temperature of the room by the ESP-32</a:t>
          </a:r>
        </a:p>
      </dgm:t>
    </dgm:pt>
    <dgm:pt modelId="{68176105-4917-47B6-8537-DEE51D34EB89}" type="parTrans" cxnId="{47AAEEF7-B8BA-4DDF-B127-B463198D1423}">
      <dgm:prSet/>
      <dgm:spPr/>
      <dgm:t>
        <a:bodyPr/>
        <a:lstStyle/>
        <a:p>
          <a:endParaRPr lang="en-US"/>
        </a:p>
      </dgm:t>
    </dgm:pt>
    <dgm:pt modelId="{BF446301-0E5B-44F2-ADD0-0740DD1AF1A3}" type="sibTrans" cxnId="{47AAEEF7-B8BA-4DDF-B127-B463198D1423}">
      <dgm:prSet/>
      <dgm:spPr/>
      <dgm:t>
        <a:bodyPr/>
        <a:lstStyle/>
        <a:p>
          <a:endParaRPr lang="en-US"/>
        </a:p>
      </dgm:t>
    </dgm:pt>
    <dgm:pt modelId="{71DB3BB0-67AE-4BA2-AD47-E069FDEA07EF}">
      <dgm:prSet/>
      <dgm:spPr/>
      <dgm:t>
        <a:bodyPr/>
        <a:lstStyle/>
        <a:p>
          <a:r>
            <a:rPr lang="en-US" dirty="0"/>
            <a:t>My ROLE MY ROLE IS TO INTEGRATE ESP-32 AND SENSOR CONNECT TO PORT OF COMPUTER TO PROGRAM ITS COMMUNOCATION PROTOCOL.</a:t>
          </a:r>
        </a:p>
      </dgm:t>
    </dgm:pt>
    <dgm:pt modelId="{E950CA15-5B3D-4AA2-A29F-0E054E8E9FBD}" type="parTrans" cxnId="{F3DE7B4D-8220-47ED-8798-69C3D6437C21}">
      <dgm:prSet/>
      <dgm:spPr/>
      <dgm:t>
        <a:bodyPr/>
        <a:lstStyle/>
        <a:p>
          <a:endParaRPr lang="en-US"/>
        </a:p>
      </dgm:t>
    </dgm:pt>
    <dgm:pt modelId="{22140575-BC01-4198-BA62-812AD74825A7}" type="sibTrans" cxnId="{F3DE7B4D-8220-47ED-8798-69C3D6437C21}">
      <dgm:prSet/>
      <dgm:spPr/>
      <dgm:t>
        <a:bodyPr/>
        <a:lstStyle/>
        <a:p>
          <a:endParaRPr lang="en-US"/>
        </a:p>
      </dgm:t>
    </dgm:pt>
    <dgm:pt modelId="{F36D1E48-7C30-4417-B634-C24503DA1973}" type="pres">
      <dgm:prSet presAssocID="{6E549477-2504-4600-B407-67B0AAC50649}" presName="diagram" presStyleCnt="0">
        <dgm:presLayoutVars>
          <dgm:dir/>
          <dgm:resizeHandles val="exact"/>
        </dgm:presLayoutVars>
      </dgm:prSet>
      <dgm:spPr/>
    </dgm:pt>
    <dgm:pt modelId="{D58A2122-AF88-4F45-8192-6144FB91330A}" type="pres">
      <dgm:prSet presAssocID="{1567773B-8DBD-4791-B6D3-F8F0EA9417FF}" presName="node" presStyleLbl="node1" presStyleIdx="0" presStyleCnt="6">
        <dgm:presLayoutVars>
          <dgm:bulletEnabled val="1"/>
        </dgm:presLayoutVars>
      </dgm:prSet>
      <dgm:spPr/>
    </dgm:pt>
    <dgm:pt modelId="{7CBA3FBE-1C9A-49C5-A71C-99F0E1437ECB}" type="pres">
      <dgm:prSet presAssocID="{FBFC5440-8485-4D68-9122-670C19C2460C}" presName="sibTrans" presStyleCnt="0"/>
      <dgm:spPr/>
    </dgm:pt>
    <dgm:pt modelId="{7E4E8C41-6825-4BB7-9B16-58214AFFD569}" type="pres">
      <dgm:prSet presAssocID="{8A0BEAE5-BCED-4D5B-B96E-1D9E856145D2}" presName="node" presStyleLbl="node1" presStyleIdx="1" presStyleCnt="6">
        <dgm:presLayoutVars>
          <dgm:bulletEnabled val="1"/>
        </dgm:presLayoutVars>
      </dgm:prSet>
      <dgm:spPr/>
    </dgm:pt>
    <dgm:pt modelId="{EA68F580-F168-48B2-BE32-65CCADB4C882}" type="pres">
      <dgm:prSet presAssocID="{EFAC7C70-7C8F-4F33-9670-013CA9E17B9E}" presName="sibTrans" presStyleCnt="0"/>
      <dgm:spPr/>
    </dgm:pt>
    <dgm:pt modelId="{D8B2172A-B8B6-463B-AEAA-0755595C97BB}" type="pres">
      <dgm:prSet presAssocID="{26B87593-289F-43DD-86E6-E63F7655AABE}" presName="node" presStyleLbl="node1" presStyleIdx="2" presStyleCnt="6">
        <dgm:presLayoutVars>
          <dgm:bulletEnabled val="1"/>
        </dgm:presLayoutVars>
      </dgm:prSet>
      <dgm:spPr/>
    </dgm:pt>
    <dgm:pt modelId="{79A6D94F-ACF0-42EA-9C2F-3D399985AA39}" type="pres">
      <dgm:prSet presAssocID="{BCAD6E2E-9A90-4361-91A3-2F6185E4FE7F}" presName="sibTrans" presStyleCnt="0"/>
      <dgm:spPr/>
    </dgm:pt>
    <dgm:pt modelId="{9E713AEB-F822-4188-8AF8-88F48A9062F2}" type="pres">
      <dgm:prSet presAssocID="{A23C1F97-D79D-41EE-B0B6-E33842A2E4D7}" presName="node" presStyleLbl="node1" presStyleIdx="3" presStyleCnt="6">
        <dgm:presLayoutVars>
          <dgm:bulletEnabled val="1"/>
        </dgm:presLayoutVars>
      </dgm:prSet>
      <dgm:spPr/>
    </dgm:pt>
    <dgm:pt modelId="{9CCF2849-B0A1-431E-B80A-D3B0B3DFBF4E}" type="pres">
      <dgm:prSet presAssocID="{893DE839-2A5A-4638-A1F7-C541858AC42F}" presName="sibTrans" presStyleCnt="0"/>
      <dgm:spPr/>
    </dgm:pt>
    <dgm:pt modelId="{BF5B3284-3583-4466-83C0-F2E70033BE4B}" type="pres">
      <dgm:prSet presAssocID="{17951EC3-7FE2-4274-843A-0DA21035E05D}" presName="node" presStyleLbl="node1" presStyleIdx="4" presStyleCnt="6">
        <dgm:presLayoutVars>
          <dgm:bulletEnabled val="1"/>
        </dgm:presLayoutVars>
      </dgm:prSet>
      <dgm:spPr/>
    </dgm:pt>
    <dgm:pt modelId="{4C3D8328-3372-4E4C-9178-F933FBF7FF4B}" type="pres">
      <dgm:prSet presAssocID="{BF446301-0E5B-44F2-ADD0-0740DD1AF1A3}" presName="sibTrans" presStyleCnt="0"/>
      <dgm:spPr/>
    </dgm:pt>
    <dgm:pt modelId="{A64A4ACB-B285-483D-96D1-927E12054472}" type="pres">
      <dgm:prSet presAssocID="{71DB3BB0-67AE-4BA2-AD47-E069FDEA07EF}" presName="node" presStyleLbl="node1" presStyleIdx="5" presStyleCnt="6">
        <dgm:presLayoutVars>
          <dgm:bulletEnabled val="1"/>
        </dgm:presLayoutVars>
      </dgm:prSet>
      <dgm:spPr/>
    </dgm:pt>
  </dgm:ptLst>
  <dgm:cxnLst>
    <dgm:cxn modelId="{E8A3452E-CC4A-486C-8118-5F38B476646B}" srcId="{6E549477-2504-4600-B407-67B0AAC50649}" destId="{A23C1F97-D79D-41EE-B0B6-E33842A2E4D7}" srcOrd="3" destOrd="0" parTransId="{9D38F51E-8EF4-4AC4-BA07-26A42BEBCE55}" sibTransId="{893DE839-2A5A-4638-A1F7-C541858AC42F}"/>
    <dgm:cxn modelId="{79D26645-D10A-47AB-8ECD-B1978C149607}" srcId="{6E549477-2504-4600-B407-67B0AAC50649}" destId="{26B87593-289F-43DD-86E6-E63F7655AABE}" srcOrd="2" destOrd="0" parTransId="{D055B8EE-0BBB-43FA-AF59-6A98E7E038F1}" sibTransId="{BCAD6E2E-9A90-4361-91A3-2F6185E4FE7F}"/>
    <dgm:cxn modelId="{243D2C4D-A474-4D64-B509-F578B4C58970}" srcId="{6E549477-2504-4600-B407-67B0AAC50649}" destId="{8A0BEAE5-BCED-4D5B-B96E-1D9E856145D2}" srcOrd="1" destOrd="0" parTransId="{47B7B86F-147D-4BEF-95D4-426020D004FA}" sibTransId="{EFAC7C70-7C8F-4F33-9670-013CA9E17B9E}"/>
    <dgm:cxn modelId="{F3DE7B4D-8220-47ED-8798-69C3D6437C21}" srcId="{6E549477-2504-4600-B407-67B0AAC50649}" destId="{71DB3BB0-67AE-4BA2-AD47-E069FDEA07EF}" srcOrd="5" destOrd="0" parTransId="{E950CA15-5B3D-4AA2-A29F-0E054E8E9FBD}" sibTransId="{22140575-BC01-4198-BA62-812AD74825A7}"/>
    <dgm:cxn modelId="{28A54878-1470-4A2A-B926-858B2813569C}" type="presOf" srcId="{1567773B-8DBD-4791-B6D3-F8F0EA9417FF}" destId="{D58A2122-AF88-4F45-8192-6144FB91330A}" srcOrd="0" destOrd="0" presId="urn:microsoft.com/office/officeart/2005/8/layout/default"/>
    <dgm:cxn modelId="{721F6C82-6162-47A2-B31B-E72F294537DB}" type="presOf" srcId="{17951EC3-7FE2-4274-843A-0DA21035E05D}" destId="{BF5B3284-3583-4466-83C0-F2E70033BE4B}" srcOrd="0" destOrd="0" presId="urn:microsoft.com/office/officeart/2005/8/layout/default"/>
    <dgm:cxn modelId="{6B294EB3-7A2E-41DF-AE71-F63FE45DD1D9}" type="presOf" srcId="{8A0BEAE5-BCED-4D5B-B96E-1D9E856145D2}" destId="{7E4E8C41-6825-4BB7-9B16-58214AFFD569}" srcOrd="0" destOrd="0" presId="urn:microsoft.com/office/officeart/2005/8/layout/default"/>
    <dgm:cxn modelId="{002A1CBC-D60C-4DAA-9D8F-693D79C5B2BA}" type="presOf" srcId="{71DB3BB0-67AE-4BA2-AD47-E069FDEA07EF}" destId="{A64A4ACB-B285-483D-96D1-927E12054472}" srcOrd="0" destOrd="0" presId="urn:microsoft.com/office/officeart/2005/8/layout/default"/>
    <dgm:cxn modelId="{23E90ACB-A786-4372-B74B-25BBBB43BA55}" type="presOf" srcId="{26B87593-289F-43DD-86E6-E63F7655AABE}" destId="{D8B2172A-B8B6-463B-AEAA-0755595C97BB}" srcOrd="0" destOrd="0" presId="urn:microsoft.com/office/officeart/2005/8/layout/default"/>
    <dgm:cxn modelId="{3ABCACED-C7BB-4CBB-BB1F-479BDABCB508}" type="presOf" srcId="{6E549477-2504-4600-B407-67B0AAC50649}" destId="{F36D1E48-7C30-4417-B634-C24503DA1973}" srcOrd="0" destOrd="0" presId="urn:microsoft.com/office/officeart/2005/8/layout/default"/>
    <dgm:cxn modelId="{47AAEEF7-B8BA-4DDF-B127-B463198D1423}" srcId="{6E549477-2504-4600-B407-67B0AAC50649}" destId="{17951EC3-7FE2-4274-843A-0DA21035E05D}" srcOrd="4" destOrd="0" parTransId="{68176105-4917-47B6-8537-DEE51D34EB89}" sibTransId="{BF446301-0E5B-44F2-ADD0-0740DD1AF1A3}"/>
    <dgm:cxn modelId="{AF16B6F9-D784-4C60-AAB4-91BC0000C8DD}" srcId="{6E549477-2504-4600-B407-67B0AAC50649}" destId="{1567773B-8DBD-4791-B6D3-F8F0EA9417FF}" srcOrd="0" destOrd="0" parTransId="{9DC1F881-AD51-48A3-9946-BD1BC3BED8AA}" sibTransId="{FBFC5440-8485-4D68-9122-670C19C2460C}"/>
    <dgm:cxn modelId="{76AC12FD-8959-47CB-8AEB-A688F7C22B0C}" type="presOf" srcId="{A23C1F97-D79D-41EE-B0B6-E33842A2E4D7}" destId="{9E713AEB-F822-4188-8AF8-88F48A9062F2}" srcOrd="0" destOrd="0" presId="urn:microsoft.com/office/officeart/2005/8/layout/default"/>
    <dgm:cxn modelId="{60A903C3-1AF4-419D-908A-0F26DAFA11FC}" type="presParOf" srcId="{F36D1E48-7C30-4417-B634-C24503DA1973}" destId="{D58A2122-AF88-4F45-8192-6144FB91330A}" srcOrd="0" destOrd="0" presId="urn:microsoft.com/office/officeart/2005/8/layout/default"/>
    <dgm:cxn modelId="{85F9C2C5-6DC6-484C-B5EC-01156620B01D}" type="presParOf" srcId="{F36D1E48-7C30-4417-B634-C24503DA1973}" destId="{7CBA3FBE-1C9A-49C5-A71C-99F0E1437ECB}" srcOrd="1" destOrd="0" presId="urn:microsoft.com/office/officeart/2005/8/layout/default"/>
    <dgm:cxn modelId="{F7C59333-E971-4F40-92BC-1A77304109E5}" type="presParOf" srcId="{F36D1E48-7C30-4417-B634-C24503DA1973}" destId="{7E4E8C41-6825-4BB7-9B16-58214AFFD569}" srcOrd="2" destOrd="0" presId="urn:microsoft.com/office/officeart/2005/8/layout/default"/>
    <dgm:cxn modelId="{37FADF91-00D8-49FE-96EC-2F3C0DE74626}" type="presParOf" srcId="{F36D1E48-7C30-4417-B634-C24503DA1973}" destId="{EA68F580-F168-48B2-BE32-65CCADB4C882}" srcOrd="3" destOrd="0" presId="urn:microsoft.com/office/officeart/2005/8/layout/default"/>
    <dgm:cxn modelId="{871BE13A-2E13-4307-804D-D8A78E6D6911}" type="presParOf" srcId="{F36D1E48-7C30-4417-B634-C24503DA1973}" destId="{D8B2172A-B8B6-463B-AEAA-0755595C97BB}" srcOrd="4" destOrd="0" presId="urn:microsoft.com/office/officeart/2005/8/layout/default"/>
    <dgm:cxn modelId="{ADDE50AF-5709-4085-8C6D-5CC72B69D6B4}" type="presParOf" srcId="{F36D1E48-7C30-4417-B634-C24503DA1973}" destId="{79A6D94F-ACF0-42EA-9C2F-3D399985AA39}" srcOrd="5" destOrd="0" presId="urn:microsoft.com/office/officeart/2005/8/layout/default"/>
    <dgm:cxn modelId="{9751AC75-5E11-499C-8993-381A5CD7B4CF}" type="presParOf" srcId="{F36D1E48-7C30-4417-B634-C24503DA1973}" destId="{9E713AEB-F822-4188-8AF8-88F48A9062F2}" srcOrd="6" destOrd="0" presId="urn:microsoft.com/office/officeart/2005/8/layout/default"/>
    <dgm:cxn modelId="{0A135149-959F-4FBF-ABBF-F6613BD8B84C}" type="presParOf" srcId="{F36D1E48-7C30-4417-B634-C24503DA1973}" destId="{9CCF2849-B0A1-431E-B80A-D3B0B3DFBF4E}" srcOrd="7" destOrd="0" presId="urn:microsoft.com/office/officeart/2005/8/layout/default"/>
    <dgm:cxn modelId="{6BA57039-B24A-47E8-834C-1B39A45399C1}" type="presParOf" srcId="{F36D1E48-7C30-4417-B634-C24503DA1973}" destId="{BF5B3284-3583-4466-83C0-F2E70033BE4B}" srcOrd="8" destOrd="0" presId="urn:microsoft.com/office/officeart/2005/8/layout/default"/>
    <dgm:cxn modelId="{073398F4-8869-4704-80F0-C9C54644E384}" type="presParOf" srcId="{F36D1E48-7C30-4417-B634-C24503DA1973}" destId="{4C3D8328-3372-4E4C-9178-F933FBF7FF4B}" srcOrd="9" destOrd="0" presId="urn:microsoft.com/office/officeart/2005/8/layout/default"/>
    <dgm:cxn modelId="{BD336B81-340F-4471-A95D-DE337E2BE207}" type="presParOf" srcId="{F36D1E48-7C30-4417-B634-C24503DA1973}" destId="{A64A4ACB-B285-483D-96D1-927E12054472}" srcOrd="10"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11F03F11-509E-452C-B0DD-E0FDBAEE73C5}"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9723CFF3-D294-4A63-AFB6-B0D0BD9F97BB}">
      <dgm:prSet/>
      <dgm:spPr/>
      <dgm:t>
        <a:bodyPr/>
        <a:lstStyle/>
        <a:p>
          <a:r>
            <a:rPr lang="en-US"/>
            <a:t>EMBEDDED SYSTEM PROJECT 2[INDUSTRIAL MOTOR CONTROLLER]</a:t>
          </a:r>
        </a:p>
      </dgm:t>
    </dgm:pt>
    <dgm:pt modelId="{1040F4F8-6621-4038-BF38-7592FA9CDBD9}" type="parTrans" cxnId="{3336C364-E773-4E58-872E-0EA3218FE431}">
      <dgm:prSet/>
      <dgm:spPr/>
      <dgm:t>
        <a:bodyPr/>
        <a:lstStyle/>
        <a:p>
          <a:endParaRPr lang="en-US"/>
        </a:p>
      </dgm:t>
    </dgm:pt>
    <dgm:pt modelId="{B4DBA137-3F52-45E0-9640-DE38F88B2EFB}" type="sibTrans" cxnId="{3336C364-E773-4E58-872E-0EA3218FE431}">
      <dgm:prSet/>
      <dgm:spPr/>
      <dgm:t>
        <a:bodyPr/>
        <a:lstStyle/>
        <a:p>
          <a:endParaRPr lang="en-US"/>
        </a:p>
      </dgm:t>
    </dgm:pt>
    <dgm:pt modelId="{CA3765D4-A255-4555-A798-304ED9785870}">
      <dgm:prSet/>
      <dgm:spPr/>
      <dgm:t>
        <a:bodyPr/>
        <a:lstStyle/>
        <a:p>
          <a:r>
            <a:rPr lang="en-US"/>
            <a:t>OBJECTIVE   Develop a real-time industrial motor controller that ensures precise speed and position regulation using PWM generation with encoder feedback, implements interrupt-based control loops, supports RS-485 (Modbus-RTU) or CAN (CANopen) interfaces, and is designed for factory-grade durability against EMI, ESD, thermal, and vibration stresses.</a:t>
          </a:r>
        </a:p>
      </dgm:t>
    </dgm:pt>
    <dgm:pt modelId="{923FF51C-9844-4B9C-978B-8B1A8E1FC0C1}" type="parTrans" cxnId="{C566B49F-F670-4CD5-8EDD-ED803B876305}">
      <dgm:prSet/>
      <dgm:spPr/>
      <dgm:t>
        <a:bodyPr/>
        <a:lstStyle/>
        <a:p>
          <a:endParaRPr lang="en-US"/>
        </a:p>
      </dgm:t>
    </dgm:pt>
    <dgm:pt modelId="{18FB9E63-44E9-450C-B66E-29EF914061A0}" type="sibTrans" cxnId="{C566B49F-F670-4CD5-8EDD-ED803B876305}">
      <dgm:prSet/>
      <dgm:spPr/>
      <dgm:t>
        <a:bodyPr/>
        <a:lstStyle/>
        <a:p>
          <a:endParaRPr lang="en-US"/>
        </a:p>
      </dgm:t>
    </dgm:pt>
    <dgm:pt modelId="{75E1D52F-0D3A-49EE-AB49-D30295C715D9}">
      <dgm:prSet/>
      <dgm:spPr/>
      <dgm:t>
        <a:bodyPr/>
        <a:lstStyle/>
        <a:p>
          <a:r>
            <a:rPr lang="en-US" dirty="0"/>
            <a:t>My role  My role was to design and implement the real-time motor controller with PWM and encoder feedback, develop interrupt-based control loops, integrate RS-485/CAN communication, and ensure factory-grade durability with testing and validation.</a:t>
          </a:r>
        </a:p>
      </dgm:t>
    </dgm:pt>
    <dgm:pt modelId="{78CBC866-0F2C-443F-8A4A-2C9819F01BB8}" type="parTrans" cxnId="{3CBBF061-3E59-44AB-9859-A2E964CCF72C}">
      <dgm:prSet/>
      <dgm:spPr/>
      <dgm:t>
        <a:bodyPr/>
        <a:lstStyle/>
        <a:p>
          <a:endParaRPr lang="en-US"/>
        </a:p>
      </dgm:t>
    </dgm:pt>
    <dgm:pt modelId="{27257E25-71CF-4254-9986-614A674D9B2F}" type="sibTrans" cxnId="{3CBBF061-3E59-44AB-9859-A2E964CCF72C}">
      <dgm:prSet/>
      <dgm:spPr/>
      <dgm:t>
        <a:bodyPr/>
        <a:lstStyle/>
        <a:p>
          <a:endParaRPr lang="en-US"/>
        </a:p>
      </dgm:t>
    </dgm:pt>
    <dgm:pt modelId="{A39B1D0F-2B0C-4C4E-BB81-DBAB09A2CBA6}">
      <dgm:prSet/>
      <dgm:spPr/>
      <dgm:t>
        <a:bodyPr/>
        <a:lstStyle/>
        <a:p>
          <a:r>
            <a:rPr lang="en-US"/>
            <a:t>Challenges Faced was the MCU EVALUATION WHICH IS BEST MICROCONTROLLER.</a:t>
          </a:r>
        </a:p>
      </dgm:t>
    </dgm:pt>
    <dgm:pt modelId="{8586C3FE-B7D4-4A7F-B481-08BE4B2929F3}" type="parTrans" cxnId="{39109599-5189-4620-B96B-8FC829BAE815}">
      <dgm:prSet/>
      <dgm:spPr/>
      <dgm:t>
        <a:bodyPr/>
        <a:lstStyle/>
        <a:p>
          <a:endParaRPr lang="en-US"/>
        </a:p>
      </dgm:t>
    </dgm:pt>
    <dgm:pt modelId="{41666AEE-743C-460A-BA62-AC3C53514055}" type="sibTrans" cxnId="{39109599-5189-4620-B96B-8FC829BAE815}">
      <dgm:prSet/>
      <dgm:spPr/>
      <dgm:t>
        <a:bodyPr/>
        <a:lstStyle/>
        <a:p>
          <a:endParaRPr lang="en-US"/>
        </a:p>
      </dgm:t>
    </dgm:pt>
    <dgm:pt modelId="{FD87F716-774A-46EE-A381-3C8F408FAA49}">
      <dgm:prSet/>
      <dgm:spPr/>
      <dgm:t>
        <a:bodyPr/>
        <a:lstStyle/>
        <a:p>
          <a:r>
            <a:rPr lang="en-US"/>
            <a:t>OUTCOMES TI C200 F28379D MICROCONTROLLER  RESULTS ARE ACCURATE OF INDUSTRIAL MOTOR CONTROLLER.</a:t>
          </a:r>
        </a:p>
      </dgm:t>
    </dgm:pt>
    <dgm:pt modelId="{1D70FCC2-19BC-46B0-9BCA-1AE6EFCFAA26}" type="parTrans" cxnId="{5687DA72-CF03-43FC-B3CE-62DC6AADAA1D}">
      <dgm:prSet/>
      <dgm:spPr/>
      <dgm:t>
        <a:bodyPr/>
        <a:lstStyle/>
        <a:p>
          <a:endParaRPr lang="en-US"/>
        </a:p>
      </dgm:t>
    </dgm:pt>
    <dgm:pt modelId="{53034130-5DB8-4823-9B39-8135A62AA95B}" type="sibTrans" cxnId="{5687DA72-CF03-43FC-B3CE-62DC6AADAA1D}">
      <dgm:prSet/>
      <dgm:spPr/>
      <dgm:t>
        <a:bodyPr/>
        <a:lstStyle/>
        <a:p>
          <a:endParaRPr lang="en-US"/>
        </a:p>
      </dgm:t>
    </dgm:pt>
    <dgm:pt modelId="{FE76A674-600E-4748-A96C-140D7D02A02C}" type="pres">
      <dgm:prSet presAssocID="{11F03F11-509E-452C-B0DD-E0FDBAEE73C5}" presName="root" presStyleCnt="0">
        <dgm:presLayoutVars>
          <dgm:dir/>
          <dgm:resizeHandles val="exact"/>
        </dgm:presLayoutVars>
      </dgm:prSet>
      <dgm:spPr/>
    </dgm:pt>
    <dgm:pt modelId="{DBF1C0BC-7828-403F-9CCC-CAB5BC5E7BA6}" type="pres">
      <dgm:prSet presAssocID="{9723CFF3-D294-4A63-AFB6-B0D0BD9F97BB}" presName="compNode" presStyleCnt="0"/>
      <dgm:spPr/>
    </dgm:pt>
    <dgm:pt modelId="{D0193C24-D72D-4B16-8D7F-0B64D5364AFC}" type="pres">
      <dgm:prSet presAssocID="{9723CFF3-D294-4A63-AFB6-B0D0BD9F97BB}" presName="bgRect" presStyleLbl="bgShp" presStyleIdx="0" presStyleCnt="5"/>
      <dgm:spPr/>
    </dgm:pt>
    <dgm:pt modelId="{D2478099-1758-4D74-92A1-470036270B7A}" type="pres">
      <dgm:prSet presAssocID="{9723CFF3-D294-4A63-AFB6-B0D0BD9F97BB}"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Game controller"/>
        </a:ext>
      </dgm:extLst>
    </dgm:pt>
    <dgm:pt modelId="{973E1E79-DBDC-44B3-9C4E-59B3853F08A0}" type="pres">
      <dgm:prSet presAssocID="{9723CFF3-D294-4A63-AFB6-B0D0BD9F97BB}" presName="spaceRect" presStyleCnt="0"/>
      <dgm:spPr/>
    </dgm:pt>
    <dgm:pt modelId="{6F0D1119-B03F-478E-9B70-E514A0BD06A6}" type="pres">
      <dgm:prSet presAssocID="{9723CFF3-D294-4A63-AFB6-B0D0BD9F97BB}" presName="parTx" presStyleLbl="revTx" presStyleIdx="0" presStyleCnt="5">
        <dgm:presLayoutVars>
          <dgm:chMax val="0"/>
          <dgm:chPref val="0"/>
        </dgm:presLayoutVars>
      </dgm:prSet>
      <dgm:spPr/>
    </dgm:pt>
    <dgm:pt modelId="{61D3D069-C939-4FDA-AB1B-9E2F9EFE74DE}" type="pres">
      <dgm:prSet presAssocID="{B4DBA137-3F52-45E0-9640-DE38F88B2EFB}" presName="sibTrans" presStyleCnt="0"/>
      <dgm:spPr/>
    </dgm:pt>
    <dgm:pt modelId="{A6BA02B0-6CF1-43AB-980F-DC4D3A187048}" type="pres">
      <dgm:prSet presAssocID="{CA3765D4-A255-4555-A798-304ED9785870}" presName="compNode" presStyleCnt="0"/>
      <dgm:spPr/>
    </dgm:pt>
    <dgm:pt modelId="{B72182C1-BF66-4994-B4F1-CC95D90372BF}" type="pres">
      <dgm:prSet presAssocID="{CA3765D4-A255-4555-A798-304ED9785870}" presName="bgRect" presStyleLbl="bgShp" presStyleIdx="1" presStyleCnt="5"/>
      <dgm:spPr/>
    </dgm:pt>
    <dgm:pt modelId="{1A236174-43F7-42DD-A943-FB9F1BCD2F87}" type="pres">
      <dgm:prSet presAssocID="{CA3765D4-A255-4555-A798-304ED9785870}"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Gears"/>
        </a:ext>
      </dgm:extLst>
    </dgm:pt>
    <dgm:pt modelId="{A7114932-1B0B-4645-BDA6-2F58C961D1DB}" type="pres">
      <dgm:prSet presAssocID="{CA3765D4-A255-4555-A798-304ED9785870}" presName="spaceRect" presStyleCnt="0"/>
      <dgm:spPr/>
    </dgm:pt>
    <dgm:pt modelId="{EF301AAE-630A-4995-B9A8-7070DF889210}" type="pres">
      <dgm:prSet presAssocID="{CA3765D4-A255-4555-A798-304ED9785870}" presName="parTx" presStyleLbl="revTx" presStyleIdx="1" presStyleCnt="5">
        <dgm:presLayoutVars>
          <dgm:chMax val="0"/>
          <dgm:chPref val="0"/>
        </dgm:presLayoutVars>
      </dgm:prSet>
      <dgm:spPr/>
    </dgm:pt>
    <dgm:pt modelId="{0CDC3863-52DA-4ED3-A3EC-0605B6876A73}" type="pres">
      <dgm:prSet presAssocID="{18FB9E63-44E9-450C-B66E-29EF914061A0}" presName="sibTrans" presStyleCnt="0"/>
      <dgm:spPr/>
    </dgm:pt>
    <dgm:pt modelId="{98D50321-6572-484D-8146-FB2B72E11467}" type="pres">
      <dgm:prSet presAssocID="{75E1D52F-0D3A-49EE-AB49-D30295C715D9}" presName="compNode" presStyleCnt="0"/>
      <dgm:spPr/>
    </dgm:pt>
    <dgm:pt modelId="{D4B465CE-0907-4A2F-8283-817F56674E47}" type="pres">
      <dgm:prSet presAssocID="{75E1D52F-0D3A-49EE-AB49-D30295C715D9}" presName="bgRect" presStyleLbl="bgShp" presStyleIdx="2" presStyleCnt="5"/>
      <dgm:spPr/>
    </dgm:pt>
    <dgm:pt modelId="{444EA3DA-B623-4FC2-AE32-7407B380CF49}" type="pres">
      <dgm:prSet presAssocID="{75E1D52F-0D3A-49EE-AB49-D30295C715D9}"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Processor"/>
        </a:ext>
      </dgm:extLst>
    </dgm:pt>
    <dgm:pt modelId="{B3D605BC-0679-4DE3-9ABD-1B380933FA25}" type="pres">
      <dgm:prSet presAssocID="{75E1D52F-0D3A-49EE-AB49-D30295C715D9}" presName="spaceRect" presStyleCnt="0"/>
      <dgm:spPr/>
    </dgm:pt>
    <dgm:pt modelId="{AEB120E7-1488-4A1F-AC81-AABD21F7EE08}" type="pres">
      <dgm:prSet presAssocID="{75E1D52F-0D3A-49EE-AB49-D30295C715D9}" presName="parTx" presStyleLbl="revTx" presStyleIdx="2" presStyleCnt="5">
        <dgm:presLayoutVars>
          <dgm:chMax val="0"/>
          <dgm:chPref val="0"/>
        </dgm:presLayoutVars>
      </dgm:prSet>
      <dgm:spPr/>
    </dgm:pt>
    <dgm:pt modelId="{A9675A4A-7E15-461A-AA76-73011E5F237E}" type="pres">
      <dgm:prSet presAssocID="{27257E25-71CF-4254-9986-614A674D9B2F}" presName="sibTrans" presStyleCnt="0"/>
      <dgm:spPr/>
    </dgm:pt>
    <dgm:pt modelId="{D1490F34-A87F-4D88-A22F-AAA0FE4455CA}" type="pres">
      <dgm:prSet presAssocID="{A39B1D0F-2B0C-4C4E-BB81-DBAB09A2CBA6}" presName="compNode" presStyleCnt="0"/>
      <dgm:spPr/>
    </dgm:pt>
    <dgm:pt modelId="{22409659-4D8F-4DBA-A5FD-6A9B3C373FEC}" type="pres">
      <dgm:prSet presAssocID="{A39B1D0F-2B0C-4C4E-BB81-DBAB09A2CBA6}" presName="bgRect" presStyleLbl="bgShp" presStyleIdx="3" presStyleCnt="5"/>
      <dgm:spPr/>
    </dgm:pt>
    <dgm:pt modelId="{94F1CA2F-3485-408B-A3A0-63741F60C6F4}" type="pres">
      <dgm:prSet presAssocID="{A39B1D0F-2B0C-4C4E-BB81-DBAB09A2CBA6}"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Checkmark"/>
        </a:ext>
      </dgm:extLst>
    </dgm:pt>
    <dgm:pt modelId="{5ED8D612-04C2-416A-88C5-A50D822FB829}" type="pres">
      <dgm:prSet presAssocID="{A39B1D0F-2B0C-4C4E-BB81-DBAB09A2CBA6}" presName="spaceRect" presStyleCnt="0"/>
      <dgm:spPr/>
    </dgm:pt>
    <dgm:pt modelId="{4EB096A0-D258-4212-9FC7-F8A9C59CDCEF}" type="pres">
      <dgm:prSet presAssocID="{A39B1D0F-2B0C-4C4E-BB81-DBAB09A2CBA6}" presName="parTx" presStyleLbl="revTx" presStyleIdx="3" presStyleCnt="5">
        <dgm:presLayoutVars>
          <dgm:chMax val="0"/>
          <dgm:chPref val="0"/>
        </dgm:presLayoutVars>
      </dgm:prSet>
      <dgm:spPr/>
    </dgm:pt>
    <dgm:pt modelId="{11417D4A-F120-4CEB-8EA4-8D18C54F92A4}" type="pres">
      <dgm:prSet presAssocID="{41666AEE-743C-460A-BA62-AC3C53514055}" presName="sibTrans" presStyleCnt="0"/>
      <dgm:spPr/>
    </dgm:pt>
    <dgm:pt modelId="{135182C3-4A2A-46ED-B77E-BA659E510B70}" type="pres">
      <dgm:prSet presAssocID="{FD87F716-774A-46EE-A381-3C8F408FAA49}" presName="compNode" presStyleCnt="0"/>
      <dgm:spPr/>
    </dgm:pt>
    <dgm:pt modelId="{C742E270-B3DE-4199-9228-AAD2755C94D9}" type="pres">
      <dgm:prSet presAssocID="{FD87F716-774A-46EE-A381-3C8F408FAA49}" presName="bgRect" presStyleLbl="bgShp" presStyleIdx="4" presStyleCnt="5"/>
      <dgm:spPr/>
    </dgm:pt>
    <dgm:pt modelId="{2E40E903-E4BA-481D-BE16-E04924D3D7D5}" type="pres">
      <dgm:prSet presAssocID="{FD87F716-774A-46EE-A381-3C8F408FAA49}"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Bullseye"/>
        </a:ext>
      </dgm:extLst>
    </dgm:pt>
    <dgm:pt modelId="{C2B09F0A-BD54-4DB3-A5E4-0F34CE02B141}" type="pres">
      <dgm:prSet presAssocID="{FD87F716-774A-46EE-A381-3C8F408FAA49}" presName="spaceRect" presStyleCnt="0"/>
      <dgm:spPr/>
    </dgm:pt>
    <dgm:pt modelId="{B336318A-92E1-4ABE-8BC3-460D7E3E93A4}" type="pres">
      <dgm:prSet presAssocID="{FD87F716-774A-46EE-A381-3C8F408FAA49}" presName="parTx" presStyleLbl="revTx" presStyleIdx="4" presStyleCnt="5">
        <dgm:presLayoutVars>
          <dgm:chMax val="0"/>
          <dgm:chPref val="0"/>
        </dgm:presLayoutVars>
      </dgm:prSet>
      <dgm:spPr/>
    </dgm:pt>
  </dgm:ptLst>
  <dgm:cxnLst>
    <dgm:cxn modelId="{3CBBF061-3E59-44AB-9859-A2E964CCF72C}" srcId="{11F03F11-509E-452C-B0DD-E0FDBAEE73C5}" destId="{75E1D52F-0D3A-49EE-AB49-D30295C715D9}" srcOrd="2" destOrd="0" parTransId="{78CBC866-0F2C-443F-8A4A-2C9819F01BB8}" sibTransId="{27257E25-71CF-4254-9986-614A674D9B2F}"/>
    <dgm:cxn modelId="{3336C364-E773-4E58-872E-0EA3218FE431}" srcId="{11F03F11-509E-452C-B0DD-E0FDBAEE73C5}" destId="{9723CFF3-D294-4A63-AFB6-B0D0BD9F97BB}" srcOrd="0" destOrd="0" parTransId="{1040F4F8-6621-4038-BF38-7592FA9CDBD9}" sibTransId="{B4DBA137-3F52-45E0-9640-DE38F88B2EFB}"/>
    <dgm:cxn modelId="{61BDA548-615D-4D59-90B4-A45BFC95A216}" type="presOf" srcId="{9723CFF3-D294-4A63-AFB6-B0D0BD9F97BB}" destId="{6F0D1119-B03F-478E-9B70-E514A0BD06A6}" srcOrd="0" destOrd="0" presId="urn:microsoft.com/office/officeart/2018/2/layout/IconVerticalSolidList"/>
    <dgm:cxn modelId="{5687DA72-CF03-43FC-B3CE-62DC6AADAA1D}" srcId="{11F03F11-509E-452C-B0DD-E0FDBAEE73C5}" destId="{FD87F716-774A-46EE-A381-3C8F408FAA49}" srcOrd="4" destOrd="0" parTransId="{1D70FCC2-19BC-46B0-9BCA-1AE6EFCFAA26}" sibTransId="{53034130-5DB8-4823-9B39-8135A62AA95B}"/>
    <dgm:cxn modelId="{7DEEDE52-8590-4C17-A1A1-05B8E5A855E0}" type="presOf" srcId="{A39B1D0F-2B0C-4C4E-BB81-DBAB09A2CBA6}" destId="{4EB096A0-D258-4212-9FC7-F8A9C59CDCEF}" srcOrd="0" destOrd="0" presId="urn:microsoft.com/office/officeart/2018/2/layout/IconVerticalSolidList"/>
    <dgm:cxn modelId="{39109599-5189-4620-B96B-8FC829BAE815}" srcId="{11F03F11-509E-452C-B0DD-E0FDBAEE73C5}" destId="{A39B1D0F-2B0C-4C4E-BB81-DBAB09A2CBA6}" srcOrd="3" destOrd="0" parTransId="{8586C3FE-B7D4-4A7F-B481-08BE4B2929F3}" sibTransId="{41666AEE-743C-460A-BA62-AC3C53514055}"/>
    <dgm:cxn modelId="{C566B49F-F670-4CD5-8EDD-ED803B876305}" srcId="{11F03F11-509E-452C-B0DD-E0FDBAEE73C5}" destId="{CA3765D4-A255-4555-A798-304ED9785870}" srcOrd="1" destOrd="0" parTransId="{923FF51C-9844-4B9C-978B-8B1A8E1FC0C1}" sibTransId="{18FB9E63-44E9-450C-B66E-29EF914061A0}"/>
    <dgm:cxn modelId="{094EA5A6-7E91-4EDE-BAE0-CC452D99BE9B}" type="presOf" srcId="{FD87F716-774A-46EE-A381-3C8F408FAA49}" destId="{B336318A-92E1-4ABE-8BC3-460D7E3E93A4}" srcOrd="0" destOrd="0" presId="urn:microsoft.com/office/officeart/2018/2/layout/IconVerticalSolidList"/>
    <dgm:cxn modelId="{DF274EC9-2C93-4664-8591-8283222E6025}" type="presOf" srcId="{11F03F11-509E-452C-B0DD-E0FDBAEE73C5}" destId="{FE76A674-600E-4748-A96C-140D7D02A02C}" srcOrd="0" destOrd="0" presId="urn:microsoft.com/office/officeart/2018/2/layout/IconVerticalSolidList"/>
    <dgm:cxn modelId="{01E5E2CA-2634-4C9F-93C2-B1389ED7FC86}" type="presOf" srcId="{CA3765D4-A255-4555-A798-304ED9785870}" destId="{EF301AAE-630A-4995-B9A8-7070DF889210}" srcOrd="0" destOrd="0" presId="urn:microsoft.com/office/officeart/2018/2/layout/IconVerticalSolidList"/>
    <dgm:cxn modelId="{F505CFF8-EACC-49EC-9E65-83A1AD5E96BC}" type="presOf" srcId="{75E1D52F-0D3A-49EE-AB49-D30295C715D9}" destId="{AEB120E7-1488-4A1F-AC81-AABD21F7EE08}" srcOrd="0" destOrd="0" presId="urn:microsoft.com/office/officeart/2018/2/layout/IconVerticalSolidList"/>
    <dgm:cxn modelId="{B5637A21-EB82-47B1-AE39-FB91F9995F83}" type="presParOf" srcId="{FE76A674-600E-4748-A96C-140D7D02A02C}" destId="{DBF1C0BC-7828-403F-9CCC-CAB5BC5E7BA6}" srcOrd="0" destOrd="0" presId="urn:microsoft.com/office/officeart/2018/2/layout/IconVerticalSolidList"/>
    <dgm:cxn modelId="{975C1C99-E14D-454B-8CF3-5E90DC722BE9}" type="presParOf" srcId="{DBF1C0BC-7828-403F-9CCC-CAB5BC5E7BA6}" destId="{D0193C24-D72D-4B16-8D7F-0B64D5364AFC}" srcOrd="0" destOrd="0" presId="urn:microsoft.com/office/officeart/2018/2/layout/IconVerticalSolidList"/>
    <dgm:cxn modelId="{DA756B39-51F1-4A88-9CA9-CD9BF4250BE1}" type="presParOf" srcId="{DBF1C0BC-7828-403F-9CCC-CAB5BC5E7BA6}" destId="{D2478099-1758-4D74-92A1-470036270B7A}" srcOrd="1" destOrd="0" presId="urn:microsoft.com/office/officeart/2018/2/layout/IconVerticalSolidList"/>
    <dgm:cxn modelId="{51893D51-A9E5-4E27-A057-5F8860A01095}" type="presParOf" srcId="{DBF1C0BC-7828-403F-9CCC-CAB5BC5E7BA6}" destId="{973E1E79-DBDC-44B3-9C4E-59B3853F08A0}" srcOrd="2" destOrd="0" presId="urn:microsoft.com/office/officeart/2018/2/layout/IconVerticalSolidList"/>
    <dgm:cxn modelId="{149283C1-9233-44C4-B63D-BF9C0AC79AE3}" type="presParOf" srcId="{DBF1C0BC-7828-403F-9CCC-CAB5BC5E7BA6}" destId="{6F0D1119-B03F-478E-9B70-E514A0BD06A6}" srcOrd="3" destOrd="0" presId="urn:microsoft.com/office/officeart/2018/2/layout/IconVerticalSolidList"/>
    <dgm:cxn modelId="{CF710068-03B2-438A-B087-CBDD4D5339F1}" type="presParOf" srcId="{FE76A674-600E-4748-A96C-140D7D02A02C}" destId="{61D3D069-C939-4FDA-AB1B-9E2F9EFE74DE}" srcOrd="1" destOrd="0" presId="urn:microsoft.com/office/officeart/2018/2/layout/IconVerticalSolidList"/>
    <dgm:cxn modelId="{F556258A-D83F-45D0-BD8E-5D7F79E00BC1}" type="presParOf" srcId="{FE76A674-600E-4748-A96C-140D7D02A02C}" destId="{A6BA02B0-6CF1-43AB-980F-DC4D3A187048}" srcOrd="2" destOrd="0" presId="urn:microsoft.com/office/officeart/2018/2/layout/IconVerticalSolidList"/>
    <dgm:cxn modelId="{179CF2DE-7AA6-49C6-BFF0-921EB9D21948}" type="presParOf" srcId="{A6BA02B0-6CF1-43AB-980F-DC4D3A187048}" destId="{B72182C1-BF66-4994-B4F1-CC95D90372BF}" srcOrd="0" destOrd="0" presId="urn:microsoft.com/office/officeart/2018/2/layout/IconVerticalSolidList"/>
    <dgm:cxn modelId="{D619F8B0-35C5-4993-BD01-7A24106BFCA3}" type="presParOf" srcId="{A6BA02B0-6CF1-43AB-980F-DC4D3A187048}" destId="{1A236174-43F7-42DD-A943-FB9F1BCD2F87}" srcOrd="1" destOrd="0" presId="urn:microsoft.com/office/officeart/2018/2/layout/IconVerticalSolidList"/>
    <dgm:cxn modelId="{643EBEA5-BB8F-4F8F-911A-23086ADA293C}" type="presParOf" srcId="{A6BA02B0-6CF1-43AB-980F-DC4D3A187048}" destId="{A7114932-1B0B-4645-BDA6-2F58C961D1DB}" srcOrd="2" destOrd="0" presId="urn:microsoft.com/office/officeart/2018/2/layout/IconVerticalSolidList"/>
    <dgm:cxn modelId="{08A4D056-2804-4EE9-BDB9-FA6C1B8715DE}" type="presParOf" srcId="{A6BA02B0-6CF1-43AB-980F-DC4D3A187048}" destId="{EF301AAE-630A-4995-B9A8-7070DF889210}" srcOrd="3" destOrd="0" presId="urn:microsoft.com/office/officeart/2018/2/layout/IconVerticalSolidList"/>
    <dgm:cxn modelId="{D189827D-E3DD-41E1-84A0-C4F6AC3C59A4}" type="presParOf" srcId="{FE76A674-600E-4748-A96C-140D7D02A02C}" destId="{0CDC3863-52DA-4ED3-A3EC-0605B6876A73}" srcOrd="3" destOrd="0" presId="urn:microsoft.com/office/officeart/2018/2/layout/IconVerticalSolidList"/>
    <dgm:cxn modelId="{3F02B3E4-9BA5-4B76-856B-9DD6B56B29B2}" type="presParOf" srcId="{FE76A674-600E-4748-A96C-140D7D02A02C}" destId="{98D50321-6572-484D-8146-FB2B72E11467}" srcOrd="4" destOrd="0" presId="urn:microsoft.com/office/officeart/2018/2/layout/IconVerticalSolidList"/>
    <dgm:cxn modelId="{E1796E02-E954-4E64-ACBB-8B498F60F456}" type="presParOf" srcId="{98D50321-6572-484D-8146-FB2B72E11467}" destId="{D4B465CE-0907-4A2F-8283-817F56674E47}" srcOrd="0" destOrd="0" presId="urn:microsoft.com/office/officeart/2018/2/layout/IconVerticalSolidList"/>
    <dgm:cxn modelId="{1DAD4DF0-44D8-4901-AFAC-CE266C6143DA}" type="presParOf" srcId="{98D50321-6572-484D-8146-FB2B72E11467}" destId="{444EA3DA-B623-4FC2-AE32-7407B380CF49}" srcOrd="1" destOrd="0" presId="urn:microsoft.com/office/officeart/2018/2/layout/IconVerticalSolidList"/>
    <dgm:cxn modelId="{28B3BF02-37D6-4287-A05D-67152103D480}" type="presParOf" srcId="{98D50321-6572-484D-8146-FB2B72E11467}" destId="{B3D605BC-0679-4DE3-9ABD-1B380933FA25}" srcOrd="2" destOrd="0" presId="urn:microsoft.com/office/officeart/2018/2/layout/IconVerticalSolidList"/>
    <dgm:cxn modelId="{52A45F32-C9E1-4759-85F7-6AA520294714}" type="presParOf" srcId="{98D50321-6572-484D-8146-FB2B72E11467}" destId="{AEB120E7-1488-4A1F-AC81-AABD21F7EE08}" srcOrd="3" destOrd="0" presId="urn:microsoft.com/office/officeart/2018/2/layout/IconVerticalSolidList"/>
    <dgm:cxn modelId="{6280C39C-ABC2-4C61-BF58-483DDBAD0E79}" type="presParOf" srcId="{FE76A674-600E-4748-A96C-140D7D02A02C}" destId="{A9675A4A-7E15-461A-AA76-73011E5F237E}" srcOrd="5" destOrd="0" presId="urn:microsoft.com/office/officeart/2018/2/layout/IconVerticalSolidList"/>
    <dgm:cxn modelId="{C4466E5E-9F01-40FA-859B-B56A991687EA}" type="presParOf" srcId="{FE76A674-600E-4748-A96C-140D7D02A02C}" destId="{D1490F34-A87F-4D88-A22F-AAA0FE4455CA}" srcOrd="6" destOrd="0" presId="urn:microsoft.com/office/officeart/2018/2/layout/IconVerticalSolidList"/>
    <dgm:cxn modelId="{7D6D272B-6197-46A6-B0E8-F05CD217307E}" type="presParOf" srcId="{D1490F34-A87F-4D88-A22F-AAA0FE4455CA}" destId="{22409659-4D8F-4DBA-A5FD-6A9B3C373FEC}" srcOrd="0" destOrd="0" presId="urn:microsoft.com/office/officeart/2018/2/layout/IconVerticalSolidList"/>
    <dgm:cxn modelId="{588FFE57-00C7-4DA1-859C-06E03868F65C}" type="presParOf" srcId="{D1490F34-A87F-4D88-A22F-AAA0FE4455CA}" destId="{94F1CA2F-3485-408B-A3A0-63741F60C6F4}" srcOrd="1" destOrd="0" presId="urn:microsoft.com/office/officeart/2018/2/layout/IconVerticalSolidList"/>
    <dgm:cxn modelId="{7231B32F-D8E2-4ACB-A357-78FF23AE886E}" type="presParOf" srcId="{D1490F34-A87F-4D88-A22F-AAA0FE4455CA}" destId="{5ED8D612-04C2-416A-88C5-A50D822FB829}" srcOrd="2" destOrd="0" presId="urn:microsoft.com/office/officeart/2018/2/layout/IconVerticalSolidList"/>
    <dgm:cxn modelId="{AE3E656E-C373-47BF-AEF8-889E65322C01}" type="presParOf" srcId="{D1490F34-A87F-4D88-A22F-AAA0FE4455CA}" destId="{4EB096A0-D258-4212-9FC7-F8A9C59CDCEF}" srcOrd="3" destOrd="0" presId="urn:microsoft.com/office/officeart/2018/2/layout/IconVerticalSolidList"/>
    <dgm:cxn modelId="{F6537121-5E90-4F18-938B-AD5D71EB7D34}" type="presParOf" srcId="{FE76A674-600E-4748-A96C-140D7D02A02C}" destId="{11417D4A-F120-4CEB-8EA4-8D18C54F92A4}" srcOrd="7" destOrd="0" presId="urn:microsoft.com/office/officeart/2018/2/layout/IconVerticalSolidList"/>
    <dgm:cxn modelId="{B90F124B-4F7D-4B1B-8C2A-ACBD3DDC0E5D}" type="presParOf" srcId="{FE76A674-600E-4748-A96C-140D7D02A02C}" destId="{135182C3-4A2A-46ED-B77E-BA659E510B70}" srcOrd="8" destOrd="0" presId="urn:microsoft.com/office/officeart/2018/2/layout/IconVerticalSolidList"/>
    <dgm:cxn modelId="{1958F634-AD64-495A-A034-2024CD19FBF3}" type="presParOf" srcId="{135182C3-4A2A-46ED-B77E-BA659E510B70}" destId="{C742E270-B3DE-4199-9228-AAD2755C94D9}" srcOrd="0" destOrd="0" presId="urn:microsoft.com/office/officeart/2018/2/layout/IconVerticalSolidList"/>
    <dgm:cxn modelId="{5845B944-4E49-4ABA-94BB-A95E4A83E98B}" type="presParOf" srcId="{135182C3-4A2A-46ED-B77E-BA659E510B70}" destId="{2E40E903-E4BA-481D-BE16-E04924D3D7D5}" srcOrd="1" destOrd="0" presId="urn:microsoft.com/office/officeart/2018/2/layout/IconVerticalSolidList"/>
    <dgm:cxn modelId="{7F98DE8D-39DC-4664-95B2-DE4C37749AED}" type="presParOf" srcId="{135182C3-4A2A-46ED-B77E-BA659E510B70}" destId="{C2B09F0A-BD54-4DB3-A5E4-0F34CE02B141}" srcOrd="2" destOrd="0" presId="urn:microsoft.com/office/officeart/2018/2/layout/IconVerticalSolidList"/>
    <dgm:cxn modelId="{51DF65BD-901F-40E1-9812-BB3EA282C46A}" type="presParOf" srcId="{135182C3-4A2A-46ED-B77E-BA659E510B70}" destId="{B336318A-92E1-4ABE-8BC3-460D7E3E93A4}"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A33C605D-B6AC-4B75-B9F2-033CDD4350D0}"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8ABA97BC-2462-4F3D-9C55-DCFB5C479041}">
      <dgm:prSet/>
      <dgm:spPr/>
      <dgm:t>
        <a:bodyPr/>
        <a:lstStyle/>
        <a:p>
          <a:pPr>
            <a:lnSpc>
              <a:spcPct val="100000"/>
            </a:lnSpc>
          </a:pPr>
          <a:r>
            <a:rPr lang="en-US"/>
            <a:t>SOLIDWORK PROJECT 1 [3D CAM MODEL FROM ISOMETRIC VIEW]</a:t>
          </a:r>
        </a:p>
      </dgm:t>
    </dgm:pt>
    <dgm:pt modelId="{4C40E149-5247-4EC1-B2F7-782A7186C19D}" type="parTrans" cxnId="{F74C6CB9-B487-43E5-9035-A3EB7D265132}">
      <dgm:prSet/>
      <dgm:spPr/>
      <dgm:t>
        <a:bodyPr/>
        <a:lstStyle/>
        <a:p>
          <a:endParaRPr lang="en-US"/>
        </a:p>
      </dgm:t>
    </dgm:pt>
    <dgm:pt modelId="{F82A626B-3323-46E4-8F01-7A9D7FCBC5BD}" type="sibTrans" cxnId="{F74C6CB9-B487-43E5-9035-A3EB7D265132}">
      <dgm:prSet/>
      <dgm:spPr/>
      <dgm:t>
        <a:bodyPr/>
        <a:lstStyle/>
        <a:p>
          <a:endParaRPr lang="en-US"/>
        </a:p>
      </dgm:t>
    </dgm:pt>
    <dgm:pt modelId="{E318697C-E5D4-4916-BC01-CA6B1D8C8DDF}">
      <dgm:prSet/>
      <dgm:spPr/>
      <dgm:t>
        <a:bodyPr/>
        <a:lstStyle/>
        <a:p>
          <a:pPr>
            <a:lnSpc>
              <a:spcPct val="100000"/>
            </a:lnSpc>
          </a:pPr>
          <a:r>
            <a:rPr lang="en-US"/>
            <a:t>OBJECTIVE Design and manufacture precision mechanical components with complex geometries requiring accurate dimensional tolerances and proper material selection for functional assembly.</a:t>
          </a:r>
        </a:p>
      </dgm:t>
    </dgm:pt>
    <dgm:pt modelId="{CEDF6418-3DCB-41DF-BC77-6C30EAB1DEE1}" type="parTrans" cxnId="{ECD00011-F895-46BB-A666-5376BEAE7787}">
      <dgm:prSet/>
      <dgm:spPr/>
      <dgm:t>
        <a:bodyPr/>
        <a:lstStyle/>
        <a:p>
          <a:endParaRPr lang="en-US"/>
        </a:p>
      </dgm:t>
    </dgm:pt>
    <dgm:pt modelId="{22B38757-F93B-404D-BF13-0938BDC043C6}" type="sibTrans" cxnId="{ECD00011-F895-46BB-A666-5376BEAE7787}">
      <dgm:prSet/>
      <dgm:spPr/>
      <dgm:t>
        <a:bodyPr/>
        <a:lstStyle/>
        <a:p>
          <a:endParaRPr lang="en-US"/>
        </a:p>
      </dgm:t>
    </dgm:pt>
    <dgm:pt modelId="{E7DA11F7-1324-46CF-93A7-40E4879193C8}">
      <dgm:prSet/>
      <dgm:spPr/>
      <dgm:t>
        <a:bodyPr/>
        <a:lstStyle/>
        <a:p>
          <a:pPr>
            <a:lnSpc>
              <a:spcPct val="100000"/>
            </a:lnSpc>
          </a:pPr>
          <a:r>
            <a:rPr lang="en-US"/>
            <a:t>Design Scope Precision-machined mechanical brackets and connecting links with complex curved geometries for multi-point mounting and structural support applications.</a:t>
          </a:r>
        </a:p>
      </dgm:t>
    </dgm:pt>
    <dgm:pt modelId="{45BA6E0C-968E-4227-AA17-46F5A7E0F724}" type="parTrans" cxnId="{725A52F5-EB26-4384-B23A-8FC7DFB640BA}">
      <dgm:prSet/>
      <dgm:spPr/>
      <dgm:t>
        <a:bodyPr/>
        <a:lstStyle/>
        <a:p>
          <a:endParaRPr lang="en-US"/>
        </a:p>
      </dgm:t>
    </dgm:pt>
    <dgm:pt modelId="{0B7348B2-79BC-4E0E-B555-D42C53D55788}" type="sibTrans" cxnId="{725A52F5-EB26-4384-B23A-8FC7DFB640BA}">
      <dgm:prSet/>
      <dgm:spPr/>
      <dgm:t>
        <a:bodyPr/>
        <a:lstStyle/>
        <a:p>
          <a:endParaRPr lang="en-US"/>
        </a:p>
      </dgm:t>
    </dgm:pt>
    <dgm:pt modelId="{B3BEC3C7-5222-43B8-9C88-9AF6064085ED}">
      <dgm:prSet/>
      <dgm:spPr/>
      <dgm:t>
        <a:bodyPr/>
        <a:lstStyle/>
        <a:p>
          <a:pPr>
            <a:lnSpc>
              <a:spcPct val="100000"/>
            </a:lnSpc>
          </a:pPr>
          <a:r>
            <a:rPr lang="en-US"/>
            <a:t>Key Features Integrated curved bridge structures, precision-bored mounting holes, multi-level geometries with radiused transitions, and optimized material distribution for enhanced structural rigidity.</a:t>
          </a:r>
        </a:p>
      </dgm:t>
    </dgm:pt>
    <dgm:pt modelId="{FC6C45A9-4EC3-4652-9AE3-833C5455329C}" type="parTrans" cxnId="{9861B6B9-A645-4A42-B2F6-FEE18B67B437}">
      <dgm:prSet/>
      <dgm:spPr/>
      <dgm:t>
        <a:bodyPr/>
        <a:lstStyle/>
        <a:p>
          <a:endParaRPr lang="en-US"/>
        </a:p>
      </dgm:t>
    </dgm:pt>
    <dgm:pt modelId="{987C6333-9909-413B-B7BF-44E0AD24B63B}" type="sibTrans" cxnId="{9861B6B9-A645-4A42-B2F6-FEE18B67B437}">
      <dgm:prSet/>
      <dgm:spPr/>
      <dgm:t>
        <a:bodyPr/>
        <a:lstStyle/>
        <a:p>
          <a:endParaRPr lang="en-US"/>
        </a:p>
      </dgm:t>
    </dgm:pt>
    <dgm:pt modelId="{8B15EE24-5523-4F5F-89E5-01BF5AA648A0}">
      <dgm:prSet/>
      <dgm:spPr/>
      <dgm:t>
        <a:bodyPr/>
        <a:lstStyle/>
        <a:p>
          <a:pPr>
            <a:lnSpc>
              <a:spcPct val="100000"/>
            </a:lnSpc>
          </a:pPr>
          <a:r>
            <a:rPr lang="en-US"/>
            <a:t>Technical Specifications Steel/aluminum construction with ±0.1mm tolerances, dimensional envelope 100x95x35mm, precision-machined bore diameters Ø64/Ø42, and R30 curved transitions for stress distribution.</a:t>
          </a:r>
        </a:p>
      </dgm:t>
    </dgm:pt>
    <dgm:pt modelId="{28147D8E-1499-4E72-8950-D846B28164DF}" type="parTrans" cxnId="{EF1BA029-70DC-4481-8ED8-8FC7FF4E37E3}">
      <dgm:prSet/>
      <dgm:spPr/>
      <dgm:t>
        <a:bodyPr/>
        <a:lstStyle/>
        <a:p>
          <a:endParaRPr lang="en-US"/>
        </a:p>
      </dgm:t>
    </dgm:pt>
    <dgm:pt modelId="{D4DED641-0817-49D4-8950-165CB9BCA015}" type="sibTrans" cxnId="{EF1BA029-70DC-4481-8ED8-8FC7FF4E37E3}">
      <dgm:prSet/>
      <dgm:spPr/>
      <dgm:t>
        <a:bodyPr/>
        <a:lstStyle/>
        <a:p>
          <a:endParaRPr lang="en-US"/>
        </a:p>
      </dgm:t>
    </dgm:pt>
    <dgm:pt modelId="{197DAE67-E142-4B8A-9E34-271CC98E0619}">
      <dgm:prSet/>
      <dgm:spPr/>
      <dgm:t>
        <a:bodyPr/>
        <a:lstStyle/>
        <a:p>
          <a:pPr>
            <a:lnSpc>
              <a:spcPct val="100000"/>
            </a:lnSpc>
          </a:pPr>
          <a:r>
            <a:rPr lang="en-US"/>
            <a:t>Simulation/Analysis Finite Element Analysis conducted for stress concentration at curved transitions, deflection analysis under loading conditions, and fatigue life assessment for cyclic mounting applications.</a:t>
          </a:r>
        </a:p>
      </dgm:t>
    </dgm:pt>
    <dgm:pt modelId="{683953BB-2206-45A0-A2B4-0E6B13C3F6C8}" type="parTrans" cxnId="{8CB0CE0B-351F-41F1-8050-A18F1461634E}">
      <dgm:prSet/>
      <dgm:spPr/>
      <dgm:t>
        <a:bodyPr/>
        <a:lstStyle/>
        <a:p>
          <a:endParaRPr lang="en-US"/>
        </a:p>
      </dgm:t>
    </dgm:pt>
    <dgm:pt modelId="{744C16CA-7B64-4176-A8DE-144EAE045FE5}" type="sibTrans" cxnId="{8CB0CE0B-351F-41F1-8050-A18F1461634E}">
      <dgm:prSet/>
      <dgm:spPr/>
      <dgm:t>
        <a:bodyPr/>
        <a:lstStyle/>
        <a:p>
          <a:endParaRPr lang="en-US"/>
        </a:p>
      </dgm:t>
    </dgm:pt>
    <dgm:pt modelId="{94CE22BB-9C90-4FDA-BC68-21EEDA6741E5}">
      <dgm:prSet/>
      <dgm:spPr/>
      <dgm:t>
        <a:bodyPr/>
        <a:lstStyle/>
        <a:p>
          <a:pPr>
            <a:lnSpc>
              <a:spcPct val="100000"/>
            </a:lnSpc>
          </a:pPr>
          <a:r>
            <a:rPr lang="en-US"/>
            <a:t>Outcome Successfully validated design through prototyping with all dimensional tolerances achieved, manufacturing drawings completed, and components ready for production tooling and assembly integration.</a:t>
          </a:r>
        </a:p>
      </dgm:t>
    </dgm:pt>
    <dgm:pt modelId="{1E8527BF-F00A-4C1A-A6C8-32E118CF55E2}" type="parTrans" cxnId="{874FDB5D-04D8-4946-BD3A-3FB928238326}">
      <dgm:prSet/>
      <dgm:spPr/>
      <dgm:t>
        <a:bodyPr/>
        <a:lstStyle/>
        <a:p>
          <a:endParaRPr lang="en-US"/>
        </a:p>
      </dgm:t>
    </dgm:pt>
    <dgm:pt modelId="{361B549F-EAA7-4EDA-9C3A-FF36790A3956}" type="sibTrans" cxnId="{874FDB5D-04D8-4946-BD3A-3FB928238326}">
      <dgm:prSet/>
      <dgm:spPr/>
      <dgm:t>
        <a:bodyPr/>
        <a:lstStyle/>
        <a:p>
          <a:endParaRPr lang="en-US"/>
        </a:p>
      </dgm:t>
    </dgm:pt>
    <dgm:pt modelId="{BFE429CC-4EAE-4832-9C2D-64D283D3DF22}" type="pres">
      <dgm:prSet presAssocID="{A33C605D-B6AC-4B75-B9F2-033CDD4350D0}" presName="root" presStyleCnt="0">
        <dgm:presLayoutVars>
          <dgm:dir/>
          <dgm:resizeHandles val="exact"/>
        </dgm:presLayoutVars>
      </dgm:prSet>
      <dgm:spPr/>
    </dgm:pt>
    <dgm:pt modelId="{47FEF312-E78F-40A3-95E4-C69C28C9CF55}" type="pres">
      <dgm:prSet presAssocID="{8ABA97BC-2462-4F3D-9C55-DCFB5C479041}" presName="compNode" presStyleCnt="0"/>
      <dgm:spPr/>
    </dgm:pt>
    <dgm:pt modelId="{3B605718-70C5-48EB-8797-EF486783686F}" type="pres">
      <dgm:prSet presAssocID="{8ABA97BC-2462-4F3D-9C55-DCFB5C479041}" presName="bgRect" presStyleLbl="bgShp" presStyleIdx="0" presStyleCnt="7"/>
      <dgm:spPr/>
    </dgm:pt>
    <dgm:pt modelId="{49A96186-CC22-4C8A-AB59-E157B8161111}" type="pres">
      <dgm:prSet presAssocID="{8ABA97BC-2462-4F3D-9C55-DCFB5C479041}" presName="iconRect" presStyleLbl="node1" presStyleIdx="0" presStyleCnt="7"/>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Web cam"/>
        </a:ext>
      </dgm:extLst>
    </dgm:pt>
    <dgm:pt modelId="{CE5D9619-DB0F-4B13-BCAD-DA7F471A0382}" type="pres">
      <dgm:prSet presAssocID="{8ABA97BC-2462-4F3D-9C55-DCFB5C479041}" presName="spaceRect" presStyleCnt="0"/>
      <dgm:spPr/>
    </dgm:pt>
    <dgm:pt modelId="{83993400-77DA-4B97-AA9F-376ACFB92F04}" type="pres">
      <dgm:prSet presAssocID="{8ABA97BC-2462-4F3D-9C55-DCFB5C479041}" presName="parTx" presStyleLbl="revTx" presStyleIdx="0" presStyleCnt="7">
        <dgm:presLayoutVars>
          <dgm:chMax val="0"/>
          <dgm:chPref val="0"/>
        </dgm:presLayoutVars>
      </dgm:prSet>
      <dgm:spPr/>
    </dgm:pt>
    <dgm:pt modelId="{31812DA3-5E01-45B1-B198-A15F48F6E23D}" type="pres">
      <dgm:prSet presAssocID="{F82A626B-3323-46E4-8F01-7A9D7FCBC5BD}" presName="sibTrans" presStyleCnt="0"/>
      <dgm:spPr/>
    </dgm:pt>
    <dgm:pt modelId="{4200062E-D0F6-4704-9767-5AD169A65AE3}" type="pres">
      <dgm:prSet presAssocID="{E318697C-E5D4-4916-BC01-CA6B1D8C8DDF}" presName="compNode" presStyleCnt="0"/>
      <dgm:spPr/>
    </dgm:pt>
    <dgm:pt modelId="{519E9D03-103B-43E7-AE2D-E0F09FBAAC1C}" type="pres">
      <dgm:prSet presAssocID="{E318697C-E5D4-4916-BC01-CA6B1D8C8DDF}" presName="bgRect" presStyleLbl="bgShp" presStyleIdx="1" presStyleCnt="7"/>
      <dgm:spPr/>
    </dgm:pt>
    <dgm:pt modelId="{B0B5AF44-282D-4527-BF4C-1EBA19D1D9C6}" type="pres">
      <dgm:prSet presAssocID="{E318697C-E5D4-4916-BC01-CA6B1D8C8DDF}" presName="iconRect" presStyleLbl="node1" presStyleIdx="1" presStyleCnt="7"/>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Checkmark"/>
        </a:ext>
      </dgm:extLst>
    </dgm:pt>
    <dgm:pt modelId="{23888417-1500-48A0-A71F-3C9BE2FF8950}" type="pres">
      <dgm:prSet presAssocID="{E318697C-E5D4-4916-BC01-CA6B1D8C8DDF}" presName="spaceRect" presStyleCnt="0"/>
      <dgm:spPr/>
    </dgm:pt>
    <dgm:pt modelId="{0BAA0E8F-F25F-48AB-9615-74439023CD49}" type="pres">
      <dgm:prSet presAssocID="{E318697C-E5D4-4916-BC01-CA6B1D8C8DDF}" presName="parTx" presStyleLbl="revTx" presStyleIdx="1" presStyleCnt="7">
        <dgm:presLayoutVars>
          <dgm:chMax val="0"/>
          <dgm:chPref val="0"/>
        </dgm:presLayoutVars>
      </dgm:prSet>
      <dgm:spPr/>
    </dgm:pt>
    <dgm:pt modelId="{D8E7525B-31F8-4C73-A7CF-706817960D7D}" type="pres">
      <dgm:prSet presAssocID="{22B38757-F93B-404D-BF13-0938BDC043C6}" presName="sibTrans" presStyleCnt="0"/>
      <dgm:spPr/>
    </dgm:pt>
    <dgm:pt modelId="{C4C24326-F699-4089-8050-6CA76E420C3C}" type="pres">
      <dgm:prSet presAssocID="{E7DA11F7-1324-46CF-93A7-40E4879193C8}" presName="compNode" presStyleCnt="0"/>
      <dgm:spPr/>
    </dgm:pt>
    <dgm:pt modelId="{091BE85C-44A9-4A74-ADCC-0AD773F6B980}" type="pres">
      <dgm:prSet presAssocID="{E7DA11F7-1324-46CF-93A7-40E4879193C8}" presName="bgRect" presStyleLbl="bgShp" presStyleIdx="2" presStyleCnt="7"/>
      <dgm:spPr/>
    </dgm:pt>
    <dgm:pt modelId="{4000625D-8C59-4725-8FA4-D6B1ACCBE021}" type="pres">
      <dgm:prSet presAssocID="{E7DA11F7-1324-46CF-93A7-40E4879193C8}" presName="iconRect" presStyleLbl="node1" presStyleIdx="2" presStyleCnt="7"/>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Link"/>
        </a:ext>
      </dgm:extLst>
    </dgm:pt>
    <dgm:pt modelId="{E44FA8E5-F8DC-4DB9-A339-7568005046A6}" type="pres">
      <dgm:prSet presAssocID="{E7DA11F7-1324-46CF-93A7-40E4879193C8}" presName="spaceRect" presStyleCnt="0"/>
      <dgm:spPr/>
    </dgm:pt>
    <dgm:pt modelId="{CAB95575-CDCD-436A-9E13-BB4A75E81F1B}" type="pres">
      <dgm:prSet presAssocID="{E7DA11F7-1324-46CF-93A7-40E4879193C8}" presName="parTx" presStyleLbl="revTx" presStyleIdx="2" presStyleCnt="7">
        <dgm:presLayoutVars>
          <dgm:chMax val="0"/>
          <dgm:chPref val="0"/>
        </dgm:presLayoutVars>
      </dgm:prSet>
      <dgm:spPr/>
    </dgm:pt>
    <dgm:pt modelId="{1FB7400E-A6D1-45FB-8785-DA9AD3C51317}" type="pres">
      <dgm:prSet presAssocID="{0B7348B2-79BC-4E0E-B555-D42C53D55788}" presName="sibTrans" presStyleCnt="0"/>
      <dgm:spPr/>
    </dgm:pt>
    <dgm:pt modelId="{FC8ED534-7C44-451E-A3FB-B1E8896D650C}" type="pres">
      <dgm:prSet presAssocID="{B3BEC3C7-5222-43B8-9C88-9AF6064085ED}" presName="compNode" presStyleCnt="0"/>
      <dgm:spPr/>
    </dgm:pt>
    <dgm:pt modelId="{B84811AA-8C7F-46E7-A5DA-DE95196BCFD3}" type="pres">
      <dgm:prSet presAssocID="{B3BEC3C7-5222-43B8-9C88-9AF6064085ED}" presName="bgRect" presStyleLbl="bgShp" presStyleIdx="3" presStyleCnt="7"/>
      <dgm:spPr/>
    </dgm:pt>
    <dgm:pt modelId="{4A07B9CA-18DE-4A3F-8B5B-E76BB6EB479B}" type="pres">
      <dgm:prSet presAssocID="{B3BEC3C7-5222-43B8-9C88-9AF6064085ED}" presName="iconRect" presStyleLbl="node1" presStyleIdx="3" presStyleCnt="7"/>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Bridge scene"/>
        </a:ext>
      </dgm:extLst>
    </dgm:pt>
    <dgm:pt modelId="{1056D1D5-E1A7-42B8-A87C-BF2DE943D1DD}" type="pres">
      <dgm:prSet presAssocID="{B3BEC3C7-5222-43B8-9C88-9AF6064085ED}" presName="spaceRect" presStyleCnt="0"/>
      <dgm:spPr/>
    </dgm:pt>
    <dgm:pt modelId="{535D594F-26FD-40A3-B7B0-3063E25E70F8}" type="pres">
      <dgm:prSet presAssocID="{B3BEC3C7-5222-43B8-9C88-9AF6064085ED}" presName="parTx" presStyleLbl="revTx" presStyleIdx="3" presStyleCnt="7">
        <dgm:presLayoutVars>
          <dgm:chMax val="0"/>
          <dgm:chPref val="0"/>
        </dgm:presLayoutVars>
      </dgm:prSet>
      <dgm:spPr/>
    </dgm:pt>
    <dgm:pt modelId="{E38EA7E0-CBE5-46D4-A927-E499E000E049}" type="pres">
      <dgm:prSet presAssocID="{987C6333-9909-413B-B7BF-44E0AD24B63B}" presName="sibTrans" presStyleCnt="0"/>
      <dgm:spPr/>
    </dgm:pt>
    <dgm:pt modelId="{3274BE8B-517B-4F5C-96B5-CF9EDA910AFD}" type="pres">
      <dgm:prSet presAssocID="{8B15EE24-5523-4F5F-89E5-01BF5AA648A0}" presName="compNode" presStyleCnt="0"/>
      <dgm:spPr/>
    </dgm:pt>
    <dgm:pt modelId="{0F2719DF-24B4-430B-BB53-2DC0F2D39E91}" type="pres">
      <dgm:prSet presAssocID="{8B15EE24-5523-4F5F-89E5-01BF5AA648A0}" presName="bgRect" presStyleLbl="bgShp" presStyleIdx="4" presStyleCnt="7"/>
      <dgm:spPr/>
    </dgm:pt>
    <dgm:pt modelId="{D24E971C-55D9-44E3-8ADE-7F90CCC77F83}" type="pres">
      <dgm:prSet presAssocID="{8B15EE24-5523-4F5F-89E5-01BF5AA648A0}" presName="iconRect" presStyleLbl="node1" presStyleIdx="4" presStyleCnt="7"/>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dgm:spPr>
      <dgm:extLst>
        <a:ext uri="{E40237B7-FDA0-4F09-8148-C483321AD2D9}">
          <dgm14:cNvPr xmlns:dgm14="http://schemas.microsoft.com/office/drawing/2010/diagram" id="0" name="" descr="Ruler"/>
        </a:ext>
      </dgm:extLst>
    </dgm:pt>
    <dgm:pt modelId="{B551AB11-B62D-4592-B2E4-EDD31E705D6E}" type="pres">
      <dgm:prSet presAssocID="{8B15EE24-5523-4F5F-89E5-01BF5AA648A0}" presName="spaceRect" presStyleCnt="0"/>
      <dgm:spPr/>
    </dgm:pt>
    <dgm:pt modelId="{90C85924-6B45-4E4D-8A65-7909B0CA7D93}" type="pres">
      <dgm:prSet presAssocID="{8B15EE24-5523-4F5F-89E5-01BF5AA648A0}" presName="parTx" presStyleLbl="revTx" presStyleIdx="4" presStyleCnt="7">
        <dgm:presLayoutVars>
          <dgm:chMax val="0"/>
          <dgm:chPref val="0"/>
        </dgm:presLayoutVars>
      </dgm:prSet>
      <dgm:spPr/>
    </dgm:pt>
    <dgm:pt modelId="{BC4EC125-E2E8-4BFA-9720-801CD4E7B960}" type="pres">
      <dgm:prSet presAssocID="{D4DED641-0817-49D4-8950-165CB9BCA015}" presName="sibTrans" presStyleCnt="0"/>
      <dgm:spPr/>
    </dgm:pt>
    <dgm:pt modelId="{985E4B57-7859-4905-9319-E7AB78209C83}" type="pres">
      <dgm:prSet presAssocID="{197DAE67-E142-4B8A-9E34-271CC98E0619}" presName="compNode" presStyleCnt="0"/>
      <dgm:spPr/>
    </dgm:pt>
    <dgm:pt modelId="{D065D828-1B52-444F-B5C2-25E9BA4E87CC}" type="pres">
      <dgm:prSet presAssocID="{197DAE67-E142-4B8A-9E34-271CC98E0619}" presName="bgRect" presStyleLbl="bgShp" presStyleIdx="5" presStyleCnt="7"/>
      <dgm:spPr/>
    </dgm:pt>
    <dgm:pt modelId="{F3A5E625-3336-48A6-BFE2-D4C99997BF31}" type="pres">
      <dgm:prSet presAssocID="{197DAE67-E142-4B8A-9E34-271CC98E0619}" presName="iconRect" presStyleLbl="node1" presStyleIdx="5" presStyleCnt="7"/>
      <dgm:spPr>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dgm:spPr>
      <dgm:extLst>
        <a:ext uri="{E40237B7-FDA0-4F09-8148-C483321AD2D9}">
          <dgm14:cNvPr xmlns:dgm14="http://schemas.microsoft.com/office/drawing/2010/diagram" id="0" name="" descr="Disconnected"/>
        </a:ext>
      </dgm:extLst>
    </dgm:pt>
    <dgm:pt modelId="{00C9D911-71AA-4066-9096-6C10FC841F2E}" type="pres">
      <dgm:prSet presAssocID="{197DAE67-E142-4B8A-9E34-271CC98E0619}" presName="spaceRect" presStyleCnt="0"/>
      <dgm:spPr/>
    </dgm:pt>
    <dgm:pt modelId="{9E331746-FF3C-4BE3-83ED-37BAA0449E08}" type="pres">
      <dgm:prSet presAssocID="{197DAE67-E142-4B8A-9E34-271CC98E0619}" presName="parTx" presStyleLbl="revTx" presStyleIdx="5" presStyleCnt="7">
        <dgm:presLayoutVars>
          <dgm:chMax val="0"/>
          <dgm:chPref val="0"/>
        </dgm:presLayoutVars>
      </dgm:prSet>
      <dgm:spPr/>
    </dgm:pt>
    <dgm:pt modelId="{7FD64E04-7BD6-4993-8C7E-131918049092}" type="pres">
      <dgm:prSet presAssocID="{744C16CA-7B64-4176-A8DE-144EAE045FE5}" presName="sibTrans" presStyleCnt="0"/>
      <dgm:spPr/>
    </dgm:pt>
    <dgm:pt modelId="{BDBFF47B-5F28-4C50-BD58-9873E452BD52}" type="pres">
      <dgm:prSet presAssocID="{94CE22BB-9C90-4FDA-BC68-21EEDA6741E5}" presName="compNode" presStyleCnt="0"/>
      <dgm:spPr/>
    </dgm:pt>
    <dgm:pt modelId="{E9E0CECA-0682-4FCA-A8D6-5C6582244E98}" type="pres">
      <dgm:prSet presAssocID="{94CE22BB-9C90-4FDA-BC68-21EEDA6741E5}" presName="bgRect" presStyleLbl="bgShp" presStyleIdx="6" presStyleCnt="7"/>
      <dgm:spPr/>
    </dgm:pt>
    <dgm:pt modelId="{3C997F05-5D6A-4E50-AEC1-723FBCAE6A21}" type="pres">
      <dgm:prSet presAssocID="{94CE22BB-9C90-4FDA-BC68-21EEDA6741E5}" presName="iconRect" presStyleLbl="node1" presStyleIdx="6" presStyleCnt="7"/>
      <dgm:spPr>
        <a:blipFill>
          <a:blip xmlns:r="http://schemas.openxmlformats.org/officeDocument/2006/relationships"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a:blipFill>
      </dgm:spPr>
      <dgm:extLst>
        <a:ext uri="{E40237B7-FDA0-4F09-8148-C483321AD2D9}">
          <dgm14:cNvPr xmlns:dgm14="http://schemas.microsoft.com/office/drawing/2010/diagram" id="0" name="" descr="Gears"/>
        </a:ext>
      </dgm:extLst>
    </dgm:pt>
    <dgm:pt modelId="{6F9322EE-4EDC-49B4-BEF3-5C8AD17C2659}" type="pres">
      <dgm:prSet presAssocID="{94CE22BB-9C90-4FDA-BC68-21EEDA6741E5}" presName="spaceRect" presStyleCnt="0"/>
      <dgm:spPr/>
    </dgm:pt>
    <dgm:pt modelId="{0E879757-9A65-4D31-930F-0360492B9A57}" type="pres">
      <dgm:prSet presAssocID="{94CE22BB-9C90-4FDA-BC68-21EEDA6741E5}" presName="parTx" presStyleLbl="revTx" presStyleIdx="6" presStyleCnt="7">
        <dgm:presLayoutVars>
          <dgm:chMax val="0"/>
          <dgm:chPref val="0"/>
        </dgm:presLayoutVars>
      </dgm:prSet>
      <dgm:spPr/>
    </dgm:pt>
  </dgm:ptLst>
  <dgm:cxnLst>
    <dgm:cxn modelId="{B365AD01-37B2-4486-A2F9-E1BDBA6927DC}" type="presOf" srcId="{E318697C-E5D4-4916-BC01-CA6B1D8C8DDF}" destId="{0BAA0E8F-F25F-48AB-9615-74439023CD49}" srcOrd="0" destOrd="0" presId="urn:microsoft.com/office/officeart/2018/2/layout/IconVerticalSolidList"/>
    <dgm:cxn modelId="{8CB0CE0B-351F-41F1-8050-A18F1461634E}" srcId="{A33C605D-B6AC-4B75-B9F2-033CDD4350D0}" destId="{197DAE67-E142-4B8A-9E34-271CC98E0619}" srcOrd="5" destOrd="0" parTransId="{683953BB-2206-45A0-A2B4-0E6B13C3F6C8}" sibTransId="{744C16CA-7B64-4176-A8DE-144EAE045FE5}"/>
    <dgm:cxn modelId="{AEB2DE0E-B036-4067-B877-ED66528936A2}" type="presOf" srcId="{197DAE67-E142-4B8A-9E34-271CC98E0619}" destId="{9E331746-FF3C-4BE3-83ED-37BAA0449E08}" srcOrd="0" destOrd="0" presId="urn:microsoft.com/office/officeart/2018/2/layout/IconVerticalSolidList"/>
    <dgm:cxn modelId="{ECD00011-F895-46BB-A666-5376BEAE7787}" srcId="{A33C605D-B6AC-4B75-B9F2-033CDD4350D0}" destId="{E318697C-E5D4-4916-BC01-CA6B1D8C8DDF}" srcOrd="1" destOrd="0" parTransId="{CEDF6418-3DCB-41DF-BC77-6C30EAB1DEE1}" sibTransId="{22B38757-F93B-404D-BF13-0938BDC043C6}"/>
    <dgm:cxn modelId="{DE018721-A673-42EE-911B-37201DBD201B}" type="presOf" srcId="{8B15EE24-5523-4F5F-89E5-01BF5AA648A0}" destId="{90C85924-6B45-4E4D-8A65-7909B0CA7D93}" srcOrd="0" destOrd="0" presId="urn:microsoft.com/office/officeart/2018/2/layout/IconVerticalSolidList"/>
    <dgm:cxn modelId="{19D6DD27-5C88-4528-AC28-F232760EE5E7}" type="presOf" srcId="{B3BEC3C7-5222-43B8-9C88-9AF6064085ED}" destId="{535D594F-26FD-40A3-B7B0-3063E25E70F8}" srcOrd="0" destOrd="0" presId="urn:microsoft.com/office/officeart/2018/2/layout/IconVerticalSolidList"/>
    <dgm:cxn modelId="{89DB0628-3BA3-46B6-9AC7-A9669CE46BA3}" type="presOf" srcId="{8ABA97BC-2462-4F3D-9C55-DCFB5C479041}" destId="{83993400-77DA-4B97-AA9F-376ACFB92F04}" srcOrd="0" destOrd="0" presId="urn:microsoft.com/office/officeart/2018/2/layout/IconVerticalSolidList"/>
    <dgm:cxn modelId="{EF1BA029-70DC-4481-8ED8-8FC7FF4E37E3}" srcId="{A33C605D-B6AC-4B75-B9F2-033CDD4350D0}" destId="{8B15EE24-5523-4F5F-89E5-01BF5AA648A0}" srcOrd="4" destOrd="0" parTransId="{28147D8E-1499-4E72-8950-D846B28164DF}" sibTransId="{D4DED641-0817-49D4-8950-165CB9BCA015}"/>
    <dgm:cxn modelId="{874FDB5D-04D8-4946-BD3A-3FB928238326}" srcId="{A33C605D-B6AC-4B75-B9F2-033CDD4350D0}" destId="{94CE22BB-9C90-4FDA-BC68-21EEDA6741E5}" srcOrd="6" destOrd="0" parTransId="{1E8527BF-F00A-4C1A-A6C8-32E118CF55E2}" sibTransId="{361B549F-EAA7-4EDA-9C3A-FF36790A3956}"/>
    <dgm:cxn modelId="{F2D479A1-5CCC-4932-95B4-B4D0A251D1C7}" type="presOf" srcId="{94CE22BB-9C90-4FDA-BC68-21EEDA6741E5}" destId="{0E879757-9A65-4D31-930F-0360492B9A57}" srcOrd="0" destOrd="0" presId="urn:microsoft.com/office/officeart/2018/2/layout/IconVerticalSolidList"/>
    <dgm:cxn modelId="{3C4E57A4-2A27-43A1-9791-2C6FBED27403}" type="presOf" srcId="{A33C605D-B6AC-4B75-B9F2-033CDD4350D0}" destId="{BFE429CC-4EAE-4832-9C2D-64D283D3DF22}" srcOrd="0" destOrd="0" presId="urn:microsoft.com/office/officeart/2018/2/layout/IconVerticalSolidList"/>
    <dgm:cxn modelId="{0AFD6EB7-FA4F-40A5-B44C-031B2B75BD96}" type="presOf" srcId="{E7DA11F7-1324-46CF-93A7-40E4879193C8}" destId="{CAB95575-CDCD-436A-9E13-BB4A75E81F1B}" srcOrd="0" destOrd="0" presId="urn:microsoft.com/office/officeart/2018/2/layout/IconVerticalSolidList"/>
    <dgm:cxn modelId="{F74C6CB9-B487-43E5-9035-A3EB7D265132}" srcId="{A33C605D-B6AC-4B75-B9F2-033CDD4350D0}" destId="{8ABA97BC-2462-4F3D-9C55-DCFB5C479041}" srcOrd="0" destOrd="0" parTransId="{4C40E149-5247-4EC1-B2F7-782A7186C19D}" sibTransId="{F82A626B-3323-46E4-8F01-7A9D7FCBC5BD}"/>
    <dgm:cxn modelId="{9861B6B9-A645-4A42-B2F6-FEE18B67B437}" srcId="{A33C605D-B6AC-4B75-B9F2-033CDD4350D0}" destId="{B3BEC3C7-5222-43B8-9C88-9AF6064085ED}" srcOrd="3" destOrd="0" parTransId="{FC6C45A9-4EC3-4652-9AE3-833C5455329C}" sibTransId="{987C6333-9909-413B-B7BF-44E0AD24B63B}"/>
    <dgm:cxn modelId="{725A52F5-EB26-4384-B23A-8FC7DFB640BA}" srcId="{A33C605D-B6AC-4B75-B9F2-033CDD4350D0}" destId="{E7DA11F7-1324-46CF-93A7-40E4879193C8}" srcOrd="2" destOrd="0" parTransId="{45BA6E0C-968E-4227-AA17-46F5A7E0F724}" sibTransId="{0B7348B2-79BC-4E0E-B555-D42C53D55788}"/>
    <dgm:cxn modelId="{4A4018F2-31FD-4183-AB24-CA3241AA20DB}" type="presParOf" srcId="{BFE429CC-4EAE-4832-9C2D-64D283D3DF22}" destId="{47FEF312-E78F-40A3-95E4-C69C28C9CF55}" srcOrd="0" destOrd="0" presId="urn:microsoft.com/office/officeart/2018/2/layout/IconVerticalSolidList"/>
    <dgm:cxn modelId="{24956F39-3A82-4FFC-B2A3-6D488081A51B}" type="presParOf" srcId="{47FEF312-E78F-40A3-95E4-C69C28C9CF55}" destId="{3B605718-70C5-48EB-8797-EF486783686F}" srcOrd="0" destOrd="0" presId="urn:microsoft.com/office/officeart/2018/2/layout/IconVerticalSolidList"/>
    <dgm:cxn modelId="{E62A018E-CDE1-4DDD-9279-7250AED452DC}" type="presParOf" srcId="{47FEF312-E78F-40A3-95E4-C69C28C9CF55}" destId="{49A96186-CC22-4C8A-AB59-E157B8161111}" srcOrd="1" destOrd="0" presId="urn:microsoft.com/office/officeart/2018/2/layout/IconVerticalSolidList"/>
    <dgm:cxn modelId="{FBDB5455-7757-462C-992C-F2B825BD1DBC}" type="presParOf" srcId="{47FEF312-E78F-40A3-95E4-C69C28C9CF55}" destId="{CE5D9619-DB0F-4B13-BCAD-DA7F471A0382}" srcOrd="2" destOrd="0" presId="urn:microsoft.com/office/officeart/2018/2/layout/IconVerticalSolidList"/>
    <dgm:cxn modelId="{D965C703-8F50-4A6E-BDC6-2F84F683E82D}" type="presParOf" srcId="{47FEF312-E78F-40A3-95E4-C69C28C9CF55}" destId="{83993400-77DA-4B97-AA9F-376ACFB92F04}" srcOrd="3" destOrd="0" presId="urn:microsoft.com/office/officeart/2018/2/layout/IconVerticalSolidList"/>
    <dgm:cxn modelId="{24C837B7-609D-402F-A161-7CEEDAFB3F51}" type="presParOf" srcId="{BFE429CC-4EAE-4832-9C2D-64D283D3DF22}" destId="{31812DA3-5E01-45B1-B198-A15F48F6E23D}" srcOrd="1" destOrd="0" presId="urn:microsoft.com/office/officeart/2018/2/layout/IconVerticalSolidList"/>
    <dgm:cxn modelId="{CD32BCCD-D1D4-4E4C-BA7F-2E45B0682BFB}" type="presParOf" srcId="{BFE429CC-4EAE-4832-9C2D-64D283D3DF22}" destId="{4200062E-D0F6-4704-9767-5AD169A65AE3}" srcOrd="2" destOrd="0" presId="urn:microsoft.com/office/officeart/2018/2/layout/IconVerticalSolidList"/>
    <dgm:cxn modelId="{8EE6970A-5F3B-4FE9-9AF5-09E89A46EF6C}" type="presParOf" srcId="{4200062E-D0F6-4704-9767-5AD169A65AE3}" destId="{519E9D03-103B-43E7-AE2D-E0F09FBAAC1C}" srcOrd="0" destOrd="0" presId="urn:microsoft.com/office/officeart/2018/2/layout/IconVerticalSolidList"/>
    <dgm:cxn modelId="{CE94046F-66CF-4096-ADA1-5BB3C5552FB3}" type="presParOf" srcId="{4200062E-D0F6-4704-9767-5AD169A65AE3}" destId="{B0B5AF44-282D-4527-BF4C-1EBA19D1D9C6}" srcOrd="1" destOrd="0" presId="urn:microsoft.com/office/officeart/2018/2/layout/IconVerticalSolidList"/>
    <dgm:cxn modelId="{E1ACD59B-482B-478B-9E2B-44D71C8F1803}" type="presParOf" srcId="{4200062E-D0F6-4704-9767-5AD169A65AE3}" destId="{23888417-1500-48A0-A71F-3C9BE2FF8950}" srcOrd="2" destOrd="0" presId="urn:microsoft.com/office/officeart/2018/2/layout/IconVerticalSolidList"/>
    <dgm:cxn modelId="{FD28AE3B-6FF2-473F-85EB-F8AB89425EF1}" type="presParOf" srcId="{4200062E-D0F6-4704-9767-5AD169A65AE3}" destId="{0BAA0E8F-F25F-48AB-9615-74439023CD49}" srcOrd="3" destOrd="0" presId="urn:microsoft.com/office/officeart/2018/2/layout/IconVerticalSolidList"/>
    <dgm:cxn modelId="{7D7C830E-43C0-44B9-9854-633EF534AF70}" type="presParOf" srcId="{BFE429CC-4EAE-4832-9C2D-64D283D3DF22}" destId="{D8E7525B-31F8-4C73-A7CF-706817960D7D}" srcOrd="3" destOrd="0" presId="urn:microsoft.com/office/officeart/2018/2/layout/IconVerticalSolidList"/>
    <dgm:cxn modelId="{FE49BE46-565F-4C93-B248-42940A2C219B}" type="presParOf" srcId="{BFE429CC-4EAE-4832-9C2D-64D283D3DF22}" destId="{C4C24326-F699-4089-8050-6CA76E420C3C}" srcOrd="4" destOrd="0" presId="urn:microsoft.com/office/officeart/2018/2/layout/IconVerticalSolidList"/>
    <dgm:cxn modelId="{C40460A1-E2EE-4B4B-983F-013850D3D623}" type="presParOf" srcId="{C4C24326-F699-4089-8050-6CA76E420C3C}" destId="{091BE85C-44A9-4A74-ADCC-0AD773F6B980}" srcOrd="0" destOrd="0" presId="urn:microsoft.com/office/officeart/2018/2/layout/IconVerticalSolidList"/>
    <dgm:cxn modelId="{2E416306-65D8-48DB-A03F-E202C11544A7}" type="presParOf" srcId="{C4C24326-F699-4089-8050-6CA76E420C3C}" destId="{4000625D-8C59-4725-8FA4-D6B1ACCBE021}" srcOrd="1" destOrd="0" presId="urn:microsoft.com/office/officeart/2018/2/layout/IconVerticalSolidList"/>
    <dgm:cxn modelId="{7E8CE682-402C-42B1-A618-1C1668019C89}" type="presParOf" srcId="{C4C24326-F699-4089-8050-6CA76E420C3C}" destId="{E44FA8E5-F8DC-4DB9-A339-7568005046A6}" srcOrd="2" destOrd="0" presId="urn:microsoft.com/office/officeart/2018/2/layout/IconVerticalSolidList"/>
    <dgm:cxn modelId="{965127A3-A347-4DDB-9896-2E103D84F95E}" type="presParOf" srcId="{C4C24326-F699-4089-8050-6CA76E420C3C}" destId="{CAB95575-CDCD-436A-9E13-BB4A75E81F1B}" srcOrd="3" destOrd="0" presId="urn:microsoft.com/office/officeart/2018/2/layout/IconVerticalSolidList"/>
    <dgm:cxn modelId="{C750EA97-48DF-4463-B7F2-7FEE70CA8D7E}" type="presParOf" srcId="{BFE429CC-4EAE-4832-9C2D-64D283D3DF22}" destId="{1FB7400E-A6D1-45FB-8785-DA9AD3C51317}" srcOrd="5" destOrd="0" presId="urn:microsoft.com/office/officeart/2018/2/layout/IconVerticalSolidList"/>
    <dgm:cxn modelId="{B73C0334-D8B5-4637-A75D-F9C8671489C1}" type="presParOf" srcId="{BFE429CC-4EAE-4832-9C2D-64D283D3DF22}" destId="{FC8ED534-7C44-451E-A3FB-B1E8896D650C}" srcOrd="6" destOrd="0" presId="urn:microsoft.com/office/officeart/2018/2/layout/IconVerticalSolidList"/>
    <dgm:cxn modelId="{519D1AB6-9C08-42DC-841B-BB054677E9CD}" type="presParOf" srcId="{FC8ED534-7C44-451E-A3FB-B1E8896D650C}" destId="{B84811AA-8C7F-46E7-A5DA-DE95196BCFD3}" srcOrd="0" destOrd="0" presId="urn:microsoft.com/office/officeart/2018/2/layout/IconVerticalSolidList"/>
    <dgm:cxn modelId="{54FFBEC4-1901-4EFF-BD97-DF3E189B3867}" type="presParOf" srcId="{FC8ED534-7C44-451E-A3FB-B1E8896D650C}" destId="{4A07B9CA-18DE-4A3F-8B5B-E76BB6EB479B}" srcOrd="1" destOrd="0" presId="urn:microsoft.com/office/officeart/2018/2/layout/IconVerticalSolidList"/>
    <dgm:cxn modelId="{C55E4A80-2030-4CBC-990E-360B9C412EC9}" type="presParOf" srcId="{FC8ED534-7C44-451E-A3FB-B1E8896D650C}" destId="{1056D1D5-E1A7-42B8-A87C-BF2DE943D1DD}" srcOrd="2" destOrd="0" presId="urn:microsoft.com/office/officeart/2018/2/layout/IconVerticalSolidList"/>
    <dgm:cxn modelId="{B7E89C31-F3EC-4516-AAE0-5969C7FAC1D5}" type="presParOf" srcId="{FC8ED534-7C44-451E-A3FB-B1E8896D650C}" destId="{535D594F-26FD-40A3-B7B0-3063E25E70F8}" srcOrd="3" destOrd="0" presId="urn:microsoft.com/office/officeart/2018/2/layout/IconVerticalSolidList"/>
    <dgm:cxn modelId="{A8522BAD-4410-4273-A19E-C5C97AF4ADF0}" type="presParOf" srcId="{BFE429CC-4EAE-4832-9C2D-64D283D3DF22}" destId="{E38EA7E0-CBE5-46D4-A927-E499E000E049}" srcOrd="7" destOrd="0" presId="urn:microsoft.com/office/officeart/2018/2/layout/IconVerticalSolidList"/>
    <dgm:cxn modelId="{7784D382-D62C-4F6B-9241-61D1A6CF33D5}" type="presParOf" srcId="{BFE429CC-4EAE-4832-9C2D-64D283D3DF22}" destId="{3274BE8B-517B-4F5C-96B5-CF9EDA910AFD}" srcOrd="8" destOrd="0" presId="urn:microsoft.com/office/officeart/2018/2/layout/IconVerticalSolidList"/>
    <dgm:cxn modelId="{04637A2D-63BA-45C7-925D-AA2E74330C77}" type="presParOf" srcId="{3274BE8B-517B-4F5C-96B5-CF9EDA910AFD}" destId="{0F2719DF-24B4-430B-BB53-2DC0F2D39E91}" srcOrd="0" destOrd="0" presId="urn:microsoft.com/office/officeart/2018/2/layout/IconVerticalSolidList"/>
    <dgm:cxn modelId="{BD9A5392-1963-4FAF-B17D-53DD9ACC3172}" type="presParOf" srcId="{3274BE8B-517B-4F5C-96B5-CF9EDA910AFD}" destId="{D24E971C-55D9-44E3-8ADE-7F90CCC77F83}" srcOrd="1" destOrd="0" presId="urn:microsoft.com/office/officeart/2018/2/layout/IconVerticalSolidList"/>
    <dgm:cxn modelId="{14E0F63D-FE51-40B0-A502-D01B8A7F8BF8}" type="presParOf" srcId="{3274BE8B-517B-4F5C-96B5-CF9EDA910AFD}" destId="{B551AB11-B62D-4592-B2E4-EDD31E705D6E}" srcOrd="2" destOrd="0" presId="urn:microsoft.com/office/officeart/2018/2/layout/IconVerticalSolidList"/>
    <dgm:cxn modelId="{49123DA5-687F-44AC-8ED7-7906248E265E}" type="presParOf" srcId="{3274BE8B-517B-4F5C-96B5-CF9EDA910AFD}" destId="{90C85924-6B45-4E4D-8A65-7909B0CA7D93}" srcOrd="3" destOrd="0" presId="urn:microsoft.com/office/officeart/2018/2/layout/IconVerticalSolidList"/>
    <dgm:cxn modelId="{32CE290E-A96B-4131-B687-2F1716512110}" type="presParOf" srcId="{BFE429CC-4EAE-4832-9C2D-64D283D3DF22}" destId="{BC4EC125-E2E8-4BFA-9720-801CD4E7B960}" srcOrd="9" destOrd="0" presId="urn:microsoft.com/office/officeart/2018/2/layout/IconVerticalSolidList"/>
    <dgm:cxn modelId="{19333E53-CA12-4936-8E68-E6A1018592FA}" type="presParOf" srcId="{BFE429CC-4EAE-4832-9C2D-64D283D3DF22}" destId="{985E4B57-7859-4905-9319-E7AB78209C83}" srcOrd="10" destOrd="0" presId="urn:microsoft.com/office/officeart/2018/2/layout/IconVerticalSolidList"/>
    <dgm:cxn modelId="{D4455074-5B3D-428D-AA74-46CC2EE734F3}" type="presParOf" srcId="{985E4B57-7859-4905-9319-E7AB78209C83}" destId="{D065D828-1B52-444F-B5C2-25E9BA4E87CC}" srcOrd="0" destOrd="0" presId="urn:microsoft.com/office/officeart/2018/2/layout/IconVerticalSolidList"/>
    <dgm:cxn modelId="{9E16ECC1-470B-4915-B650-4E1B000C117A}" type="presParOf" srcId="{985E4B57-7859-4905-9319-E7AB78209C83}" destId="{F3A5E625-3336-48A6-BFE2-D4C99997BF31}" srcOrd="1" destOrd="0" presId="urn:microsoft.com/office/officeart/2018/2/layout/IconVerticalSolidList"/>
    <dgm:cxn modelId="{276B16AA-2CDD-41E2-AD20-DB9D29327D59}" type="presParOf" srcId="{985E4B57-7859-4905-9319-E7AB78209C83}" destId="{00C9D911-71AA-4066-9096-6C10FC841F2E}" srcOrd="2" destOrd="0" presId="urn:microsoft.com/office/officeart/2018/2/layout/IconVerticalSolidList"/>
    <dgm:cxn modelId="{B3B94C47-67E1-4CCC-982E-2777D244D917}" type="presParOf" srcId="{985E4B57-7859-4905-9319-E7AB78209C83}" destId="{9E331746-FF3C-4BE3-83ED-37BAA0449E08}" srcOrd="3" destOrd="0" presId="urn:microsoft.com/office/officeart/2018/2/layout/IconVerticalSolidList"/>
    <dgm:cxn modelId="{222C117A-8504-4765-BA8F-CC4200140A72}" type="presParOf" srcId="{BFE429CC-4EAE-4832-9C2D-64D283D3DF22}" destId="{7FD64E04-7BD6-4993-8C7E-131918049092}" srcOrd="11" destOrd="0" presId="urn:microsoft.com/office/officeart/2018/2/layout/IconVerticalSolidList"/>
    <dgm:cxn modelId="{AA2E4839-FB92-4D20-9C4D-11F175DAEE02}" type="presParOf" srcId="{BFE429CC-4EAE-4832-9C2D-64D283D3DF22}" destId="{BDBFF47B-5F28-4C50-BD58-9873E452BD52}" srcOrd="12" destOrd="0" presId="urn:microsoft.com/office/officeart/2018/2/layout/IconVerticalSolidList"/>
    <dgm:cxn modelId="{1992DB74-E2CE-4FED-89AC-ED918F462749}" type="presParOf" srcId="{BDBFF47B-5F28-4C50-BD58-9873E452BD52}" destId="{E9E0CECA-0682-4FCA-A8D6-5C6582244E98}" srcOrd="0" destOrd="0" presId="urn:microsoft.com/office/officeart/2018/2/layout/IconVerticalSolidList"/>
    <dgm:cxn modelId="{DBF07AEE-96E2-473F-993A-85A4AFE13B3B}" type="presParOf" srcId="{BDBFF47B-5F28-4C50-BD58-9873E452BD52}" destId="{3C997F05-5D6A-4E50-AEC1-723FBCAE6A21}" srcOrd="1" destOrd="0" presId="urn:microsoft.com/office/officeart/2018/2/layout/IconVerticalSolidList"/>
    <dgm:cxn modelId="{E2E9506A-5C6C-4F2A-9C87-77EB26D57EDF}" type="presParOf" srcId="{BDBFF47B-5F28-4C50-BD58-9873E452BD52}" destId="{6F9322EE-4EDC-49B4-BEF3-5C8AD17C2659}" srcOrd="2" destOrd="0" presId="urn:microsoft.com/office/officeart/2018/2/layout/IconVerticalSolidList"/>
    <dgm:cxn modelId="{C2BC2278-CE88-412F-BABE-E8D875F16EE8}" type="presParOf" srcId="{BDBFF47B-5F28-4C50-BD58-9873E452BD52}" destId="{0E879757-9A65-4D31-930F-0360492B9A57}"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EA4AD980-CB6D-4E4C-B59E-597514AE9CAA}" type="doc">
      <dgm:prSet loTypeId="urn:microsoft.com/office/officeart/2018/2/layout/IconVerticalSolidList" loCatId="icon" qsTypeId="urn:microsoft.com/office/officeart/2005/8/quickstyle/simple1" qsCatId="simple" csTypeId="urn:microsoft.com/office/officeart/2005/8/colors/colorful2" csCatId="colorful" phldr="1"/>
      <dgm:spPr/>
      <dgm:t>
        <a:bodyPr/>
        <a:lstStyle/>
        <a:p>
          <a:endParaRPr lang="en-US"/>
        </a:p>
      </dgm:t>
    </dgm:pt>
    <dgm:pt modelId="{F9A514C2-4084-4694-9B8B-8C864D19F38F}">
      <dgm:prSet custT="1"/>
      <dgm:spPr/>
      <dgm:t>
        <a:bodyPr/>
        <a:lstStyle/>
        <a:p>
          <a:pPr>
            <a:lnSpc>
              <a:spcPct val="100000"/>
            </a:lnSpc>
          </a:pPr>
          <a:r>
            <a:rPr lang="en-US" sz="1800" dirty="0"/>
            <a:t>SOLIDWORKS PROJECT 2 [PCB DESIGN WITH ITS CASE 3D MODEL]</a:t>
          </a:r>
        </a:p>
      </dgm:t>
    </dgm:pt>
    <dgm:pt modelId="{0AF6BF1E-52B7-40D0-8690-6F5C64CFA9AB}" type="parTrans" cxnId="{A9BC7A0F-8B3C-436B-AE0B-E5793D4D2B87}">
      <dgm:prSet/>
      <dgm:spPr/>
      <dgm:t>
        <a:bodyPr/>
        <a:lstStyle/>
        <a:p>
          <a:endParaRPr lang="en-US"/>
        </a:p>
      </dgm:t>
    </dgm:pt>
    <dgm:pt modelId="{9581FF59-FF85-40BF-8FDC-40BE4EEF5D56}" type="sibTrans" cxnId="{A9BC7A0F-8B3C-436B-AE0B-E5793D4D2B87}">
      <dgm:prSet/>
      <dgm:spPr/>
      <dgm:t>
        <a:bodyPr/>
        <a:lstStyle/>
        <a:p>
          <a:pPr>
            <a:lnSpc>
              <a:spcPct val="100000"/>
            </a:lnSpc>
          </a:pPr>
          <a:endParaRPr lang="en-US"/>
        </a:p>
      </dgm:t>
    </dgm:pt>
    <dgm:pt modelId="{2774A547-E3BE-4ECB-ABFB-5F2A59A7537E}">
      <dgm:prSet custT="1"/>
      <dgm:spPr/>
      <dgm:t>
        <a:bodyPr/>
        <a:lstStyle/>
        <a:p>
          <a:pPr>
            <a:lnSpc>
              <a:spcPct val="100000"/>
            </a:lnSpc>
          </a:pPr>
          <a:r>
            <a:rPr lang="en-US" sz="1400" dirty="0"/>
            <a:t>OBJECTIVE  Design and develop a compact, dual-zone electronic control board using SolidWorks CAD software to optimize component placement, ensure proper thermal management, and meet manufacturing constraints for cost-effective PCB production.</a:t>
          </a:r>
        </a:p>
      </dgm:t>
    </dgm:pt>
    <dgm:pt modelId="{DF73F74E-2E8D-4CDB-AC12-0FC84DAB817F}" type="parTrans" cxnId="{1CAA0DD4-C085-4B6A-A8B2-47C0A42B7A43}">
      <dgm:prSet/>
      <dgm:spPr/>
      <dgm:t>
        <a:bodyPr/>
        <a:lstStyle/>
        <a:p>
          <a:endParaRPr lang="en-US"/>
        </a:p>
      </dgm:t>
    </dgm:pt>
    <dgm:pt modelId="{E6834FE6-4340-473E-AF14-C2CE3ABDF634}" type="sibTrans" cxnId="{1CAA0DD4-C085-4B6A-A8B2-47C0A42B7A43}">
      <dgm:prSet/>
      <dgm:spPr/>
      <dgm:t>
        <a:bodyPr/>
        <a:lstStyle/>
        <a:p>
          <a:pPr>
            <a:lnSpc>
              <a:spcPct val="100000"/>
            </a:lnSpc>
          </a:pPr>
          <a:endParaRPr lang="en-US"/>
        </a:p>
      </dgm:t>
    </dgm:pt>
    <dgm:pt modelId="{D9A042CE-0F9B-4849-BA63-B979229B5945}">
      <dgm:prSet custT="1"/>
      <dgm:spPr/>
      <dgm:t>
        <a:bodyPr/>
        <a:lstStyle/>
        <a:p>
          <a:pPr>
            <a:lnSpc>
              <a:spcPct val="100000"/>
            </a:lnSpc>
          </a:pPr>
          <a:r>
            <a:rPr lang="en-US" sz="1200"/>
            <a:t>DESIGN CHALLENGE  Achieve optimal component density and thermal dissipation within a constrained oval form factor while maintaining signal integrity and electromagnetic compatibility for dual-zone circuit operation.</a:t>
          </a:r>
        </a:p>
      </dgm:t>
    </dgm:pt>
    <dgm:pt modelId="{EC992DDF-BAEC-4084-A189-DA47DC0622B0}" type="parTrans" cxnId="{F212407F-F387-4AEB-B91E-5375A5FA9E78}">
      <dgm:prSet/>
      <dgm:spPr/>
      <dgm:t>
        <a:bodyPr/>
        <a:lstStyle/>
        <a:p>
          <a:endParaRPr lang="en-US"/>
        </a:p>
      </dgm:t>
    </dgm:pt>
    <dgm:pt modelId="{BE7AF13C-3F91-4D86-9285-263EB8CBA2F1}" type="sibTrans" cxnId="{F212407F-F387-4AEB-B91E-5375A5FA9E78}">
      <dgm:prSet/>
      <dgm:spPr/>
      <dgm:t>
        <a:bodyPr/>
        <a:lstStyle/>
        <a:p>
          <a:pPr>
            <a:lnSpc>
              <a:spcPct val="100000"/>
            </a:lnSpc>
          </a:pPr>
          <a:endParaRPr lang="en-US"/>
        </a:p>
      </dgm:t>
    </dgm:pt>
    <dgm:pt modelId="{14060D39-6F7B-4FB3-9231-826C7D312C82}">
      <dgm:prSet custT="1"/>
      <dgm:spPr/>
      <dgm:t>
        <a:bodyPr/>
        <a:lstStyle/>
        <a:p>
          <a:pPr>
            <a:lnSpc>
              <a:spcPct val="100000"/>
            </a:lnSpc>
          </a:pPr>
          <a:r>
            <a:rPr lang="en-US" sz="1200"/>
            <a:t>MODELING APPROACH   Utilized SolidWorks assembly-driven design with parametric part modeling for component placement, surface modeling for the curved enclosure geometry, and advanced mating constraints to ensure precise PCB-to-housing integration and thermal pathway optimization.</a:t>
          </a:r>
        </a:p>
      </dgm:t>
    </dgm:pt>
    <dgm:pt modelId="{699D2EB2-014E-4AA2-91BD-F2A6E9D7E476}" type="parTrans" cxnId="{032B707B-70EA-4AFC-A328-EEA2E772840E}">
      <dgm:prSet/>
      <dgm:spPr/>
      <dgm:t>
        <a:bodyPr/>
        <a:lstStyle/>
        <a:p>
          <a:endParaRPr lang="en-US"/>
        </a:p>
      </dgm:t>
    </dgm:pt>
    <dgm:pt modelId="{5F3ED0DD-845B-4CD2-8D1D-96DC3C0EA4C9}" type="sibTrans" cxnId="{032B707B-70EA-4AFC-A328-EEA2E772840E}">
      <dgm:prSet/>
      <dgm:spPr/>
      <dgm:t>
        <a:bodyPr/>
        <a:lstStyle/>
        <a:p>
          <a:pPr>
            <a:lnSpc>
              <a:spcPct val="100000"/>
            </a:lnSpc>
          </a:pPr>
          <a:endParaRPr lang="en-US"/>
        </a:p>
      </dgm:t>
    </dgm:pt>
    <dgm:pt modelId="{F22C5A86-0A2D-47B4-A2C5-953730CC8911}">
      <dgm:prSet custT="1"/>
      <dgm:spPr/>
      <dgm:t>
        <a:bodyPr/>
        <a:lstStyle/>
        <a:p>
          <a:pPr>
            <a:lnSpc>
              <a:spcPct val="100000"/>
            </a:lnSpc>
          </a:pPr>
          <a:r>
            <a:rPr lang="en-US" sz="1400"/>
            <a:t>COLLABORATION Integrated mechanical housing design with electrical engineering for PCB layout optimization, embedded systems team for component accessibility and thermal interfaces, and manufacturing engineering for DFM validation and assembly process requirements. </a:t>
          </a:r>
        </a:p>
      </dgm:t>
    </dgm:pt>
    <dgm:pt modelId="{40030152-192C-4696-905B-9E8EB79DBE1C}" type="parTrans" cxnId="{04F5B5DE-79FD-4192-8607-2FEE5EF2DCC1}">
      <dgm:prSet/>
      <dgm:spPr/>
      <dgm:t>
        <a:bodyPr/>
        <a:lstStyle/>
        <a:p>
          <a:endParaRPr lang="en-US"/>
        </a:p>
      </dgm:t>
    </dgm:pt>
    <dgm:pt modelId="{FD138DAD-5B1A-49EB-B168-542AEE4BAEF3}" type="sibTrans" cxnId="{04F5B5DE-79FD-4192-8607-2FEE5EF2DCC1}">
      <dgm:prSet/>
      <dgm:spPr/>
      <dgm:t>
        <a:bodyPr/>
        <a:lstStyle/>
        <a:p>
          <a:pPr>
            <a:lnSpc>
              <a:spcPct val="100000"/>
            </a:lnSpc>
          </a:pPr>
          <a:endParaRPr lang="en-US"/>
        </a:p>
      </dgm:t>
    </dgm:pt>
    <dgm:pt modelId="{49D8B32D-FAAE-4AB8-9ACA-612F3BD9BBDB}">
      <dgm:prSet custT="1"/>
      <dgm:spPr/>
      <dgm:t>
        <a:bodyPr/>
        <a:lstStyle/>
        <a:p>
          <a:pPr>
            <a:lnSpc>
              <a:spcPct val="100000"/>
            </a:lnSpc>
          </a:pPr>
          <a:r>
            <a:rPr lang="en-US" sz="1200" dirty="0"/>
            <a:t>VALIDATION Conducted SolidWorks Simulation for thermal analysis and stress testing, electromagnetic compatibility modeling for signal integrity, virtual assembly verification for component clearances, and design rule checks for manufacturing feasibility.</a:t>
          </a:r>
        </a:p>
      </dgm:t>
    </dgm:pt>
    <dgm:pt modelId="{E9586E01-C7C3-4A69-B8C8-ABA55A497B01}" type="parTrans" cxnId="{E74CCFA6-C03C-401D-A653-9ABEE6AA45A9}">
      <dgm:prSet/>
      <dgm:spPr/>
      <dgm:t>
        <a:bodyPr/>
        <a:lstStyle/>
        <a:p>
          <a:endParaRPr lang="en-US"/>
        </a:p>
      </dgm:t>
    </dgm:pt>
    <dgm:pt modelId="{E6E8820F-8687-4D20-BB3E-AF96DF30A993}" type="sibTrans" cxnId="{E74CCFA6-C03C-401D-A653-9ABEE6AA45A9}">
      <dgm:prSet/>
      <dgm:spPr/>
      <dgm:t>
        <a:bodyPr/>
        <a:lstStyle/>
        <a:p>
          <a:pPr>
            <a:lnSpc>
              <a:spcPct val="100000"/>
            </a:lnSpc>
          </a:pPr>
          <a:endParaRPr lang="en-US"/>
        </a:p>
      </dgm:t>
    </dgm:pt>
    <dgm:pt modelId="{885F953A-2BB6-42BE-B9B2-4712A633E57B}">
      <dgm:prSet custT="1"/>
      <dgm:spPr/>
      <dgm:t>
        <a:bodyPr/>
        <a:lstStyle/>
        <a:p>
          <a:pPr>
            <a:lnSpc>
              <a:spcPct val="100000"/>
            </a:lnSpc>
          </a:pPr>
          <a:r>
            <a:rPr lang="en-US" sz="1200" dirty="0"/>
            <a:t>OUTCOME Successfully delivered a manufacturable PCB assembly meeting all thermal, electrical, and mechanical specifications with 15% size reduction, improved component accessibility, and validated performance through simulation and prototype testing.</a:t>
          </a:r>
        </a:p>
      </dgm:t>
    </dgm:pt>
    <dgm:pt modelId="{892B98D7-02D8-4B0E-B8EF-6953EAA4FEDA}" type="parTrans" cxnId="{65826691-CDD6-45EF-941E-78919365CE13}">
      <dgm:prSet/>
      <dgm:spPr/>
      <dgm:t>
        <a:bodyPr/>
        <a:lstStyle/>
        <a:p>
          <a:endParaRPr lang="en-US"/>
        </a:p>
      </dgm:t>
    </dgm:pt>
    <dgm:pt modelId="{95DEEBEA-EAB9-40AB-B9F7-46A1BC6E4A1F}" type="sibTrans" cxnId="{65826691-CDD6-45EF-941E-78919365CE13}">
      <dgm:prSet/>
      <dgm:spPr/>
      <dgm:t>
        <a:bodyPr/>
        <a:lstStyle/>
        <a:p>
          <a:endParaRPr lang="en-US"/>
        </a:p>
      </dgm:t>
    </dgm:pt>
    <dgm:pt modelId="{849F5D09-271B-4FE4-A336-127D9EB11879}" type="pres">
      <dgm:prSet presAssocID="{EA4AD980-CB6D-4E4C-B59E-597514AE9CAA}" presName="root" presStyleCnt="0">
        <dgm:presLayoutVars>
          <dgm:dir/>
          <dgm:resizeHandles val="exact"/>
        </dgm:presLayoutVars>
      </dgm:prSet>
      <dgm:spPr/>
    </dgm:pt>
    <dgm:pt modelId="{586BE545-FB7A-4DC6-88FE-4B4CBB98C7EB}" type="pres">
      <dgm:prSet presAssocID="{F9A514C2-4084-4694-9B8B-8C864D19F38F}" presName="compNode" presStyleCnt="0"/>
      <dgm:spPr/>
    </dgm:pt>
    <dgm:pt modelId="{5CBF7B35-4AAD-4EF2-BA7B-806287429907}" type="pres">
      <dgm:prSet presAssocID="{F9A514C2-4084-4694-9B8B-8C864D19F38F}" presName="bgRect" presStyleLbl="bgShp" presStyleIdx="0" presStyleCnt="7"/>
      <dgm:spPr/>
    </dgm:pt>
    <dgm:pt modelId="{1845D794-3731-42F7-85DD-567F2923610D}" type="pres">
      <dgm:prSet presAssocID="{F9A514C2-4084-4694-9B8B-8C864D19F38F}" presName="iconRect" presStyleLbl="node1" presStyleIdx="0" presStyleCnt="7"/>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Computer"/>
        </a:ext>
      </dgm:extLst>
    </dgm:pt>
    <dgm:pt modelId="{6FD7C7CB-42EC-4C7B-AB6D-B05C3416A836}" type="pres">
      <dgm:prSet presAssocID="{F9A514C2-4084-4694-9B8B-8C864D19F38F}" presName="spaceRect" presStyleCnt="0"/>
      <dgm:spPr/>
    </dgm:pt>
    <dgm:pt modelId="{0D5212B1-443D-4E34-A6F9-34D36918C17F}" type="pres">
      <dgm:prSet presAssocID="{F9A514C2-4084-4694-9B8B-8C864D19F38F}" presName="parTx" presStyleLbl="revTx" presStyleIdx="0" presStyleCnt="7">
        <dgm:presLayoutVars>
          <dgm:chMax val="0"/>
          <dgm:chPref val="0"/>
        </dgm:presLayoutVars>
      </dgm:prSet>
      <dgm:spPr/>
    </dgm:pt>
    <dgm:pt modelId="{1538122B-941B-4EC4-97FE-75B4D5DA22F6}" type="pres">
      <dgm:prSet presAssocID="{9581FF59-FF85-40BF-8FDC-40BE4EEF5D56}" presName="sibTrans" presStyleCnt="0"/>
      <dgm:spPr/>
    </dgm:pt>
    <dgm:pt modelId="{DD10C521-5924-450F-BE1D-6C029B3FCA52}" type="pres">
      <dgm:prSet presAssocID="{2774A547-E3BE-4ECB-ABFB-5F2A59A7537E}" presName="compNode" presStyleCnt="0"/>
      <dgm:spPr/>
    </dgm:pt>
    <dgm:pt modelId="{4B9A789F-7BC6-482A-A9EA-CB17ACA21590}" type="pres">
      <dgm:prSet presAssocID="{2774A547-E3BE-4ECB-ABFB-5F2A59A7537E}" presName="bgRect" presStyleLbl="bgShp" presStyleIdx="1" presStyleCnt="7"/>
      <dgm:spPr/>
    </dgm:pt>
    <dgm:pt modelId="{27D11B89-0020-46A8-8BFA-505015D6C545}" type="pres">
      <dgm:prSet presAssocID="{2774A547-E3BE-4ECB-ABFB-5F2A59A7537E}" presName="iconRect" presStyleLbl="node1" presStyleIdx="1" presStyleCnt="7"/>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Gears"/>
        </a:ext>
      </dgm:extLst>
    </dgm:pt>
    <dgm:pt modelId="{21E53670-9C93-4859-B123-F5AA27B49308}" type="pres">
      <dgm:prSet presAssocID="{2774A547-E3BE-4ECB-ABFB-5F2A59A7537E}" presName="spaceRect" presStyleCnt="0"/>
      <dgm:spPr/>
    </dgm:pt>
    <dgm:pt modelId="{8140F4F7-13B3-483F-BCC9-D1700D5C52DC}" type="pres">
      <dgm:prSet presAssocID="{2774A547-E3BE-4ECB-ABFB-5F2A59A7537E}" presName="parTx" presStyleLbl="revTx" presStyleIdx="1" presStyleCnt="7">
        <dgm:presLayoutVars>
          <dgm:chMax val="0"/>
          <dgm:chPref val="0"/>
        </dgm:presLayoutVars>
      </dgm:prSet>
      <dgm:spPr/>
    </dgm:pt>
    <dgm:pt modelId="{06EDAC6E-1651-4302-8C58-144B24FA65E5}" type="pres">
      <dgm:prSet presAssocID="{E6834FE6-4340-473E-AF14-C2CE3ABDF634}" presName="sibTrans" presStyleCnt="0"/>
      <dgm:spPr/>
    </dgm:pt>
    <dgm:pt modelId="{EEBA926C-E0A0-457E-819B-6C1B408E18CA}" type="pres">
      <dgm:prSet presAssocID="{D9A042CE-0F9B-4849-BA63-B979229B5945}" presName="compNode" presStyleCnt="0"/>
      <dgm:spPr/>
    </dgm:pt>
    <dgm:pt modelId="{A0D5D9BC-C077-4B20-9CF5-0D66DB02D039}" type="pres">
      <dgm:prSet presAssocID="{D9A042CE-0F9B-4849-BA63-B979229B5945}" presName="bgRect" presStyleLbl="bgShp" presStyleIdx="2" presStyleCnt="7"/>
      <dgm:spPr/>
    </dgm:pt>
    <dgm:pt modelId="{49519003-2F3D-4D2A-97FE-1B81F30D74D3}" type="pres">
      <dgm:prSet presAssocID="{D9A042CE-0F9B-4849-BA63-B979229B5945}" presName="iconRect" presStyleLbl="node1" presStyleIdx="2" presStyleCnt="7"/>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Checkmark"/>
        </a:ext>
      </dgm:extLst>
    </dgm:pt>
    <dgm:pt modelId="{8570C8C2-A617-429D-8D9D-CB8ACC22AB61}" type="pres">
      <dgm:prSet presAssocID="{D9A042CE-0F9B-4849-BA63-B979229B5945}" presName="spaceRect" presStyleCnt="0"/>
      <dgm:spPr/>
    </dgm:pt>
    <dgm:pt modelId="{CC057516-3D80-4F5B-AB90-AD397C5783D2}" type="pres">
      <dgm:prSet presAssocID="{D9A042CE-0F9B-4849-BA63-B979229B5945}" presName="parTx" presStyleLbl="revTx" presStyleIdx="2" presStyleCnt="7">
        <dgm:presLayoutVars>
          <dgm:chMax val="0"/>
          <dgm:chPref val="0"/>
        </dgm:presLayoutVars>
      </dgm:prSet>
      <dgm:spPr/>
    </dgm:pt>
    <dgm:pt modelId="{CE67B083-DD38-4F76-9085-A30D706B40A9}" type="pres">
      <dgm:prSet presAssocID="{BE7AF13C-3F91-4D86-9285-263EB8CBA2F1}" presName="sibTrans" presStyleCnt="0"/>
      <dgm:spPr/>
    </dgm:pt>
    <dgm:pt modelId="{04FED0CC-E8F8-4412-A63E-938338E0C116}" type="pres">
      <dgm:prSet presAssocID="{14060D39-6F7B-4FB3-9231-826C7D312C82}" presName="compNode" presStyleCnt="0"/>
      <dgm:spPr/>
    </dgm:pt>
    <dgm:pt modelId="{FD02221D-9357-4F4B-ADEC-D563D18E1473}" type="pres">
      <dgm:prSet presAssocID="{14060D39-6F7B-4FB3-9231-826C7D312C82}" presName="bgRect" presStyleLbl="bgShp" presStyleIdx="3" presStyleCnt="7"/>
      <dgm:spPr/>
    </dgm:pt>
    <dgm:pt modelId="{9888A663-A102-4641-84E6-D83AF666E434}" type="pres">
      <dgm:prSet presAssocID="{14060D39-6F7B-4FB3-9231-826C7D312C82}" presName="iconRect" presStyleLbl="node1" presStyleIdx="3" presStyleCnt="7"/>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Drawing Compass"/>
        </a:ext>
      </dgm:extLst>
    </dgm:pt>
    <dgm:pt modelId="{53B5025A-2D5E-4ABD-BE3D-DF7486A6C085}" type="pres">
      <dgm:prSet presAssocID="{14060D39-6F7B-4FB3-9231-826C7D312C82}" presName="spaceRect" presStyleCnt="0"/>
      <dgm:spPr/>
    </dgm:pt>
    <dgm:pt modelId="{72E580F1-46BF-44E1-9040-89F22FEAD8F9}" type="pres">
      <dgm:prSet presAssocID="{14060D39-6F7B-4FB3-9231-826C7D312C82}" presName="parTx" presStyleLbl="revTx" presStyleIdx="3" presStyleCnt="7">
        <dgm:presLayoutVars>
          <dgm:chMax val="0"/>
          <dgm:chPref val="0"/>
        </dgm:presLayoutVars>
      </dgm:prSet>
      <dgm:spPr/>
    </dgm:pt>
    <dgm:pt modelId="{C2D37C51-C8FF-423F-8AE5-501C37F7276A}" type="pres">
      <dgm:prSet presAssocID="{5F3ED0DD-845B-4CD2-8D1D-96DC3C0EA4C9}" presName="sibTrans" presStyleCnt="0"/>
      <dgm:spPr/>
    </dgm:pt>
    <dgm:pt modelId="{5D8140D5-2384-43D4-B7EE-CF4A8A969753}" type="pres">
      <dgm:prSet presAssocID="{F22C5A86-0A2D-47B4-A2C5-953730CC8911}" presName="compNode" presStyleCnt="0"/>
      <dgm:spPr/>
    </dgm:pt>
    <dgm:pt modelId="{521C071C-0DDF-4746-B688-8240BDAD7CB9}" type="pres">
      <dgm:prSet presAssocID="{F22C5A86-0A2D-47B4-A2C5-953730CC8911}" presName="bgRect" presStyleLbl="bgShp" presStyleIdx="4" presStyleCnt="7"/>
      <dgm:spPr/>
    </dgm:pt>
    <dgm:pt modelId="{98B95AB2-EF3E-403C-BE87-07F65C38DCBC}" type="pres">
      <dgm:prSet presAssocID="{F22C5A86-0A2D-47B4-A2C5-953730CC8911}" presName="iconRect" presStyleLbl="node1" presStyleIdx="4" presStyleCnt="7"/>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dgm:spPr>
      <dgm:extLst>
        <a:ext uri="{E40237B7-FDA0-4F09-8148-C483321AD2D9}">
          <dgm14:cNvPr xmlns:dgm14="http://schemas.microsoft.com/office/drawing/2010/diagram" id="0" name="" descr="Tools"/>
        </a:ext>
      </dgm:extLst>
    </dgm:pt>
    <dgm:pt modelId="{D0976806-688C-4603-AF40-4FC84F67F673}" type="pres">
      <dgm:prSet presAssocID="{F22C5A86-0A2D-47B4-A2C5-953730CC8911}" presName="spaceRect" presStyleCnt="0"/>
      <dgm:spPr/>
    </dgm:pt>
    <dgm:pt modelId="{B3E8F317-3B92-4460-ABC8-7961100A8FBA}" type="pres">
      <dgm:prSet presAssocID="{F22C5A86-0A2D-47B4-A2C5-953730CC8911}" presName="parTx" presStyleLbl="revTx" presStyleIdx="4" presStyleCnt="7">
        <dgm:presLayoutVars>
          <dgm:chMax val="0"/>
          <dgm:chPref val="0"/>
        </dgm:presLayoutVars>
      </dgm:prSet>
      <dgm:spPr/>
    </dgm:pt>
    <dgm:pt modelId="{FC2F8FBF-A1D7-457F-85FE-1DB990BFDC57}" type="pres">
      <dgm:prSet presAssocID="{FD138DAD-5B1A-49EB-B168-542AEE4BAEF3}" presName="sibTrans" presStyleCnt="0"/>
      <dgm:spPr/>
    </dgm:pt>
    <dgm:pt modelId="{67687A88-8CFE-4AA0-AEA9-8BE77BFD0E94}" type="pres">
      <dgm:prSet presAssocID="{49D8B32D-FAAE-4AB8-9ACA-612F3BD9BBDB}" presName="compNode" presStyleCnt="0"/>
      <dgm:spPr/>
    </dgm:pt>
    <dgm:pt modelId="{9181932B-0552-484A-8DD1-87D241A2727D}" type="pres">
      <dgm:prSet presAssocID="{49D8B32D-FAAE-4AB8-9ACA-612F3BD9BBDB}" presName="bgRect" presStyleLbl="bgShp" presStyleIdx="5" presStyleCnt="7"/>
      <dgm:spPr/>
    </dgm:pt>
    <dgm:pt modelId="{B06C838C-8429-4B5C-9CB5-E889898D358C}" type="pres">
      <dgm:prSet presAssocID="{49D8B32D-FAAE-4AB8-9ACA-612F3BD9BBDB}" presName="iconRect" presStyleLbl="node1" presStyleIdx="5" presStyleCnt="7"/>
      <dgm:spPr>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dgm:spPr>
      <dgm:extLst>
        <a:ext uri="{E40237B7-FDA0-4F09-8148-C483321AD2D9}">
          <dgm14:cNvPr xmlns:dgm14="http://schemas.microsoft.com/office/drawing/2010/diagram" id="0" name="" descr="Processor"/>
        </a:ext>
      </dgm:extLst>
    </dgm:pt>
    <dgm:pt modelId="{CD1B7C16-A5F5-4F45-83E4-9C73F3F87D3C}" type="pres">
      <dgm:prSet presAssocID="{49D8B32D-FAAE-4AB8-9ACA-612F3BD9BBDB}" presName="spaceRect" presStyleCnt="0"/>
      <dgm:spPr/>
    </dgm:pt>
    <dgm:pt modelId="{8A253EF1-E051-4997-ABDB-A64DFADA6349}" type="pres">
      <dgm:prSet presAssocID="{49D8B32D-FAAE-4AB8-9ACA-612F3BD9BBDB}" presName="parTx" presStyleLbl="revTx" presStyleIdx="5" presStyleCnt="7">
        <dgm:presLayoutVars>
          <dgm:chMax val="0"/>
          <dgm:chPref val="0"/>
        </dgm:presLayoutVars>
      </dgm:prSet>
      <dgm:spPr/>
    </dgm:pt>
    <dgm:pt modelId="{D78F82F7-A5ED-4458-9C82-742A27D7E87F}" type="pres">
      <dgm:prSet presAssocID="{E6E8820F-8687-4D20-BB3E-AF96DF30A993}" presName="sibTrans" presStyleCnt="0"/>
      <dgm:spPr/>
    </dgm:pt>
    <dgm:pt modelId="{C2E89154-C11C-42D6-AD29-809FD17743FF}" type="pres">
      <dgm:prSet presAssocID="{885F953A-2BB6-42BE-B9B2-4712A633E57B}" presName="compNode" presStyleCnt="0"/>
      <dgm:spPr/>
    </dgm:pt>
    <dgm:pt modelId="{9839AF9C-1D66-471E-A42F-46B3D35E2018}" type="pres">
      <dgm:prSet presAssocID="{885F953A-2BB6-42BE-B9B2-4712A633E57B}" presName="bgRect" presStyleLbl="bgShp" presStyleIdx="6" presStyleCnt="7"/>
      <dgm:spPr/>
    </dgm:pt>
    <dgm:pt modelId="{3FD8916A-0BC5-4FD2-ADEC-063221E34F0B}" type="pres">
      <dgm:prSet presAssocID="{885F953A-2BB6-42BE-B9B2-4712A633E57B}" presName="iconRect" presStyleLbl="node1" presStyleIdx="6" presStyleCnt="7"/>
      <dgm:spPr>
        <a:blipFill>
          <a:blip xmlns:r="http://schemas.openxmlformats.org/officeDocument/2006/relationships"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a:blipFill>
      </dgm:spPr>
      <dgm:extLst>
        <a:ext uri="{E40237B7-FDA0-4F09-8148-C483321AD2D9}">
          <dgm14:cNvPr xmlns:dgm14="http://schemas.microsoft.com/office/drawing/2010/diagram" id="0" name="" descr="Electrician"/>
        </a:ext>
      </dgm:extLst>
    </dgm:pt>
    <dgm:pt modelId="{23305F48-34D6-419C-9665-D1929250E85C}" type="pres">
      <dgm:prSet presAssocID="{885F953A-2BB6-42BE-B9B2-4712A633E57B}" presName="spaceRect" presStyleCnt="0"/>
      <dgm:spPr/>
    </dgm:pt>
    <dgm:pt modelId="{6EECFB0A-CE42-4FEF-96D8-7DCBA7D00782}" type="pres">
      <dgm:prSet presAssocID="{885F953A-2BB6-42BE-B9B2-4712A633E57B}" presName="parTx" presStyleLbl="revTx" presStyleIdx="6" presStyleCnt="7">
        <dgm:presLayoutVars>
          <dgm:chMax val="0"/>
          <dgm:chPref val="0"/>
        </dgm:presLayoutVars>
      </dgm:prSet>
      <dgm:spPr/>
    </dgm:pt>
  </dgm:ptLst>
  <dgm:cxnLst>
    <dgm:cxn modelId="{9519670B-776B-4319-8772-22216BD432EC}" type="presOf" srcId="{F22C5A86-0A2D-47B4-A2C5-953730CC8911}" destId="{B3E8F317-3B92-4460-ABC8-7961100A8FBA}" srcOrd="0" destOrd="0" presId="urn:microsoft.com/office/officeart/2018/2/layout/IconVerticalSolidList"/>
    <dgm:cxn modelId="{A9BC7A0F-8B3C-436B-AE0B-E5793D4D2B87}" srcId="{EA4AD980-CB6D-4E4C-B59E-597514AE9CAA}" destId="{F9A514C2-4084-4694-9B8B-8C864D19F38F}" srcOrd="0" destOrd="0" parTransId="{0AF6BF1E-52B7-40D0-8690-6F5C64CFA9AB}" sibTransId="{9581FF59-FF85-40BF-8FDC-40BE4EEF5D56}"/>
    <dgm:cxn modelId="{BE268126-3F82-4FB2-922C-8E57D2E832E3}" type="presOf" srcId="{F9A514C2-4084-4694-9B8B-8C864D19F38F}" destId="{0D5212B1-443D-4E34-A6F9-34D36918C17F}" srcOrd="0" destOrd="0" presId="urn:microsoft.com/office/officeart/2018/2/layout/IconVerticalSolidList"/>
    <dgm:cxn modelId="{6798392F-974D-4EFA-A912-6964459D3AB4}" type="presOf" srcId="{EA4AD980-CB6D-4E4C-B59E-597514AE9CAA}" destId="{849F5D09-271B-4FE4-A336-127D9EB11879}" srcOrd="0" destOrd="0" presId="urn:microsoft.com/office/officeart/2018/2/layout/IconVerticalSolidList"/>
    <dgm:cxn modelId="{13C60B43-5BC1-4C26-B1E9-1AD42F99CA86}" type="presOf" srcId="{14060D39-6F7B-4FB3-9231-826C7D312C82}" destId="{72E580F1-46BF-44E1-9040-89F22FEAD8F9}" srcOrd="0" destOrd="0" presId="urn:microsoft.com/office/officeart/2018/2/layout/IconVerticalSolidList"/>
    <dgm:cxn modelId="{032B707B-70EA-4AFC-A328-EEA2E772840E}" srcId="{EA4AD980-CB6D-4E4C-B59E-597514AE9CAA}" destId="{14060D39-6F7B-4FB3-9231-826C7D312C82}" srcOrd="3" destOrd="0" parTransId="{699D2EB2-014E-4AA2-91BD-F2A6E9D7E476}" sibTransId="{5F3ED0DD-845B-4CD2-8D1D-96DC3C0EA4C9}"/>
    <dgm:cxn modelId="{9566A87B-CEB7-45FB-A984-B6274B98C7C6}" type="presOf" srcId="{885F953A-2BB6-42BE-B9B2-4712A633E57B}" destId="{6EECFB0A-CE42-4FEF-96D8-7DCBA7D00782}" srcOrd="0" destOrd="0" presId="urn:microsoft.com/office/officeart/2018/2/layout/IconVerticalSolidList"/>
    <dgm:cxn modelId="{F212407F-F387-4AEB-B91E-5375A5FA9E78}" srcId="{EA4AD980-CB6D-4E4C-B59E-597514AE9CAA}" destId="{D9A042CE-0F9B-4849-BA63-B979229B5945}" srcOrd="2" destOrd="0" parTransId="{EC992DDF-BAEC-4084-A189-DA47DC0622B0}" sibTransId="{BE7AF13C-3F91-4D86-9285-263EB8CBA2F1}"/>
    <dgm:cxn modelId="{65826691-CDD6-45EF-941E-78919365CE13}" srcId="{EA4AD980-CB6D-4E4C-B59E-597514AE9CAA}" destId="{885F953A-2BB6-42BE-B9B2-4712A633E57B}" srcOrd="6" destOrd="0" parTransId="{892B98D7-02D8-4B0E-B8EF-6953EAA4FEDA}" sibTransId="{95DEEBEA-EAB9-40AB-B9F7-46A1BC6E4A1F}"/>
    <dgm:cxn modelId="{63FE5B93-4A74-4C7B-B6A0-B2099C6549CF}" type="presOf" srcId="{D9A042CE-0F9B-4849-BA63-B979229B5945}" destId="{CC057516-3D80-4F5B-AB90-AD397C5783D2}" srcOrd="0" destOrd="0" presId="urn:microsoft.com/office/officeart/2018/2/layout/IconVerticalSolidList"/>
    <dgm:cxn modelId="{E74CCFA6-C03C-401D-A653-9ABEE6AA45A9}" srcId="{EA4AD980-CB6D-4E4C-B59E-597514AE9CAA}" destId="{49D8B32D-FAAE-4AB8-9ACA-612F3BD9BBDB}" srcOrd="5" destOrd="0" parTransId="{E9586E01-C7C3-4A69-B8C8-ABA55A497B01}" sibTransId="{E6E8820F-8687-4D20-BB3E-AF96DF30A993}"/>
    <dgm:cxn modelId="{1F642EB8-88B8-43E6-A341-7D2E807B0C1D}" type="presOf" srcId="{49D8B32D-FAAE-4AB8-9ACA-612F3BD9BBDB}" destId="{8A253EF1-E051-4997-ABDB-A64DFADA6349}" srcOrd="0" destOrd="0" presId="urn:microsoft.com/office/officeart/2018/2/layout/IconVerticalSolidList"/>
    <dgm:cxn modelId="{1CAA0DD4-C085-4B6A-A8B2-47C0A42B7A43}" srcId="{EA4AD980-CB6D-4E4C-B59E-597514AE9CAA}" destId="{2774A547-E3BE-4ECB-ABFB-5F2A59A7537E}" srcOrd="1" destOrd="0" parTransId="{DF73F74E-2E8D-4CDB-AC12-0FC84DAB817F}" sibTransId="{E6834FE6-4340-473E-AF14-C2CE3ABDF634}"/>
    <dgm:cxn modelId="{04F5B5DE-79FD-4192-8607-2FEE5EF2DCC1}" srcId="{EA4AD980-CB6D-4E4C-B59E-597514AE9CAA}" destId="{F22C5A86-0A2D-47B4-A2C5-953730CC8911}" srcOrd="4" destOrd="0" parTransId="{40030152-192C-4696-905B-9E8EB79DBE1C}" sibTransId="{FD138DAD-5B1A-49EB-B168-542AEE4BAEF3}"/>
    <dgm:cxn modelId="{BBD3B7E7-7736-490E-9E0B-3EFF466072C2}" type="presOf" srcId="{2774A547-E3BE-4ECB-ABFB-5F2A59A7537E}" destId="{8140F4F7-13B3-483F-BCC9-D1700D5C52DC}" srcOrd="0" destOrd="0" presId="urn:microsoft.com/office/officeart/2018/2/layout/IconVerticalSolidList"/>
    <dgm:cxn modelId="{291F6194-05F0-449C-ACA6-DEBEFC5B7004}" type="presParOf" srcId="{849F5D09-271B-4FE4-A336-127D9EB11879}" destId="{586BE545-FB7A-4DC6-88FE-4B4CBB98C7EB}" srcOrd="0" destOrd="0" presId="urn:microsoft.com/office/officeart/2018/2/layout/IconVerticalSolidList"/>
    <dgm:cxn modelId="{637F9F8F-2F1D-4D7D-BF83-4445AA3DD2E8}" type="presParOf" srcId="{586BE545-FB7A-4DC6-88FE-4B4CBB98C7EB}" destId="{5CBF7B35-4AAD-4EF2-BA7B-806287429907}" srcOrd="0" destOrd="0" presId="urn:microsoft.com/office/officeart/2018/2/layout/IconVerticalSolidList"/>
    <dgm:cxn modelId="{7AE32B2A-E7F7-4521-A1DE-91802DCA22B2}" type="presParOf" srcId="{586BE545-FB7A-4DC6-88FE-4B4CBB98C7EB}" destId="{1845D794-3731-42F7-85DD-567F2923610D}" srcOrd="1" destOrd="0" presId="urn:microsoft.com/office/officeart/2018/2/layout/IconVerticalSolidList"/>
    <dgm:cxn modelId="{24F3FAAC-274C-4BFB-A5DC-7E04D6C9272A}" type="presParOf" srcId="{586BE545-FB7A-4DC6-88FE-4B4CBB98C7EB}" destId="{6FD7C7CB-42EC-4C7B-AB6D-B05C3416A836}" srcOrd="2" destOrd="0" presId="urn:microsoft.com/office/officeart/2018/2/layout/IconVerticalSolidList"/>
    <dgm:cxn modelId="{6C7984D1-0E6E-4036-B19F-0B3BAAE92280}" type="presParOf" srcId="{586BE545-FB7A-4DC6-88FE-4B4CBB98C7EB}" destId="{0D5212B1-443D-4E34-A6F9-34D36918C17F}" srcOrd="3" destOrd="0" presId="urn:microsoft.com/office/officeart/2018/2/layout/IconVerticalSolidList"/>
    <dgm:cxn modelId="{91EEFCA4-DF0C-45CB-A145-C6C99848D5CC}" type="presParOf" srcId="{849F5D09-271B-4FE4-A336-127D9EB11879}" destId="{1538122B-941B-4EC4-97FE-75B4D5DA22F6}" srcOrd="1" destOrd="0" presId="urn:microsoft.com/office/officeart/2018/2/layout/IconVerticalSolidList"/>
    <dgm:cxn modelId="{D4E6D9A3-AF2D-45D7-B31C-0A266EA19A53}" type="presParOf" srcId="{849F5D09-271B-4FE4-A336-127D9EB11879}" destId="{DD10C521-5924-450F-BE1D-6C029B3FCA52}" srcOrd="2" destOrd="0" presId="urn:microsoft.com/office/officeart/2018/2/layout/IconVerticalSolidList"/>
    <dgm:cxn modelId="{71628444-DABD-46D9-BFD5-E96B3DE1102D}" type="presParOf" srcId="{DD10C521-5924-450F-BE1D-6C029B3FCA52}" destId="{4B9A789F-7BC6-482A-A9EA-CB17ACA21590}" srcOrd="0" destOrd="0" presId="urn:microsoft.com/office/officeart/2018/2/layout/IconVerticalSolidList"/>
    <dgm:cxn modelId="{AA02E734-E42C-49EA-9F68-1D5EEFD4EFE8}" type="presParOf" srcId="{DD10C521-5924-450F-BE1D-6C029B3FCA52}" destId="{27D11B89-0020-46A8-8BFA-505015D6C545}" srcOrd="1" destOrd="0" presId="urn:microsoft.com/office/officeart/2018/2/layout/IconVerticalSolidList"/>
    <dgm:cxn modelId="{8007F4F1-8934-4695-8434-97646CB95175}" type="presParOf" srcId="{DD10C521-5924-450F-BE1D-6C029B3FCA52}" destId="{21E53670-9C93-4859-B123-F5AA27B49308}" srcOrd="2" destOrd="0" presId="urn:microsoft.com/office/officeart/2018/2/layout/IconVerticalSolidList"/>
    <dgm:cxn modelId="{7F014DD5-4FB8-47D5-9A97-CE33FFEA6D3F}" type="presParOf" srcId="{DD10C521-5924-450F-BE1D-6C029B3FCA52}" destId="{8140F4F7-13B3-483F-BCC9-D1700D5C52DC}" srcOrd="3" destOrd="0" presId="urn:microsoft.com/office/officeart/2018/2/layout/IconVerticalSolidList"/>
    <dgm:cxn modelId="{BA18490D-5C28-464E-9D92-3B783C24933B}" type="presParOf" srcId="{849F5D09-271B-4FE4-A336-127D9EB11879}" destId="{06EDAC6E-1651-4302-8C58-144B24FA65E5}" srcOrd="3" destOrd="0" presId="urn:microsoft.com/office/officeart/2018/2/layout/IconVerticalSolidList"/>
    <dgm:cxn modelId="{6065EB2A-1402-4E63-9E05-E6696AA8C7E6}" type="presParOf" srcId="{849F5D09-271B-4FE4-A336-127D9EB11879}" destId="{EEBA926C-E0A0-457E-819B-6C1B408E18CA}" srcOrd="4" destOrd="0" presId="urn:microsoft.com/office/officeart/2018/2/layout/IconVerticalSolidList"/>
    <dgm:cxn modelId="{C7455E7A-41BB-405B-ABB8-A7B640A1539B}" type="presParOf" srcId="{EEBA926C-E0A0-457E-819B-6C1B408E18CA}" destId="{A0D5D9BC-C077-4B20-9CF5-0D66DB02D039}" srcOrd="0" destOrd="0" presId="urn:microsoft.com/office/officeart/2018/2/layout/IconVerticalSolidList"/>
    <dgm:cxn modelId="{FD0A10D5-C785-48D7-8B84-2FEEBCC19537}" type="presParOf" srcId="{EEBA926C-E0A0-457E-819B-6C1B408E18CA}" destId="{49519003-2F3D-4D2A-97FE-1B81F30D74D3}" srcOrd="1" destOrd="0" presId="urn:microsoft.com/office/officeart/2018/2/layout/IconVerticalSolidList"/>
    <dgm:cxn modelId="{38F012DD-6CD3-466B-8337-9055DF4099E2}" type="presParOf" srcId="{EEBA926C-E0A0-457E-819B-6C1B408E18CA}" destId="{8570C8C2-A617-429D-8D9D-CB8ACC22AB61}" srcOrd="2" destOrd="0" presId="urn:microsoft.com/office/officeart/2018/2/layout/IconVerticalSolidList"/>
    <dgm:cxn modelId="{51838C64-4825-44C7-AA20-ADE6F222A046}" type="presParOf" srcId="{EEBA926C-E0A0-457E-819B-6C1B408E18CA}" destId="{CC057516-3D80-4F5B-AB90-AD397C5783D2}" srcOrd="3" destOrd="0" presId="urn:microsoft.com/office/officeart/2018/2/layout/IconVerticalSolidList"/>
    <dgm:cxn modelId="{301ABD62-E639-4AA0-B613-7EE7B66F0A20}" type="presParOf" srcId="{849F5D09-271B-4FE4-A336-127D9EB11879}" destId="{CE67B083-DD38-4F76-9085-A30D706B40A9}" srcOrd="5" destOrd="0" presId="urn:microsoft.com/office/officeart/2018/2/layout/IconVerticalSolidList"/>
    <dgm:cxn modelId="{B5C283A7-AA2F-4DB0-B7ED-6576F509CAD9}" type="presParOf" srcId="{849F5D09-271B-4FE4-A336-127D9EB11879}" destId="{04FED0CC-E8F8-4412-A63E-938338E0C116}" srcOrd="6" destOrd="0" presId="urn:microsoft.com/office/officeart/2018/2/layout/IconVerticalSolidList"/>
    <dgm:cxn modelId="{AA9396F5-FB92-490E-B05C-DB6F33ECAC63}" type="presParOf" srcId="{04FED0CC-E8F8-4412-A63E-938338E0C116}" destId="{FD02221D-9357-4F4B-ADEC-D563D18E1473}" srcOrd="0" destOrd="0" presId="urn:microsoft.com/office/officeart/2018/2/layout/IconVerticalSolidList"/>
    <dgm:cxn modelId="{7D82B57A-BF7D-42E7-A430-D498F7D2A6D4}" type="presParOf" srcId="{04FED0CC-E8F8-4412-A63E-938338E0C116}" destId="{9888A663-A102-4641-84E6-D83AF666E434}" srcOrd="1" destOrd="0" presId="urn:microsoft.com/office/officeart/2018/2/layout/IconVerticalSolidList"/>
    <dgm:cxn modelId="{B6E5402C-32F7-4504-90BC-834CC877D77B}" type="presParOf" srcId="{04FED0CC-E8F8-4412-A63E-938338E0C116}" destId="{53B5025A-2D5E-4ABD-BE3D-DF7486A6C085}" srcOrd="2" destOrd="0" presId="urn:microsoft.com/office/officeart/2018/2/layout/IconVerticalSolidList"/>
    <dgm:cxn modelId="{E3002DB8-D2BA-40A4-9F86-EC555EBBC0BD}" type="presParOf" srcId="{04FED0CC-E8F8-4412-A63E-938338E0C116}" destId="{72E580F1-46BF-44E1-9040-89F22FEAD8F9}" srcOrd="3" destOrd="0" presId="urn:microsoft.com/office/officeart/2018/2/layout/IconVerticalSolidList"/>
    <dgm:cxn modelId="{8DA43B7E-C36D-4D25-8B54-66B8BDBFE288}" type="presParOf" srcId="{849F5D09-271B-4FE4-A336-127D9EB11879}" destId="{C2D37C51-C8FF-423F-8AE5-501C37F7276A}" srcOrd="7" destOrd="0" presId="urn:microsoft.com/office/officeart/2018/2/layout/IconVerticalSolidList"/>
    <dgm:cxn modelId="{EECB6FA4-DEA4-4974-9BA8-78441542DE98}" type="presParOf" srcId="{849F5D09-271B-4FE4-A336-127D9EB11879}" destId="{5D8140D5-2384-43D4-B7EE-CF4A8A969753}" srcOrd="8" destOrd="0" presId="urn:microsoft.com/office/officeart/2018/2/layout/IconVerticalSolidList"/>
    <dgm:cxn modelId="{CCF04A88-109F-4E76-8140-6FA6034C73B2}" type="presParOf" srcId="{5D8140D5-2384-43D4-B7EE-CF4A8A969753}" destId="{521C071C-0DDF-4746-B688-8240BDAD7CB9}" srcOrd="0" destOrd="0" presId="urn:microsoft.com/office/officeart/2018/2/layout/IconVerticalSolidList"/>
    <dgm:cxn modelId="{AEA53A94-9ABC-4A60-90EE-928B027E1832}" type="presParOf" srcId="{5D8140D5-2384-43D4-B7EE-CF4A8A969753}" destId="{98B95AB2-EF3E-403C-BE87-07F65C38DCBC}" srcOrd="1" destOrd="0" presId="urn:microsoft.com/office/officeart/2018/2/layout/IconVerticalSolidList"/>
    <dgm:cxn modelId="{F27D9206-E1C3-4122-82FB-AB769F0908A5}" type="presParOf" srcId="{5D8140D5-2384-43D4-B7EE-CF4A8A969753}" destId="{D0976806-688C-4603-AF40-4FC84F67F673}" srcOrd="2" destOrd="0" presId="urn:microsoft.com/office/officeart/2018/2/layout/IconVerticalSolidList"/>
    <dgm:cxn modelId="{D3A98D53-824C-4ADA-95FB-570A47C6D927}" type="presParOf" srcId="{5D8140D5-2384-43D4-B7EE-CF4A8A969753}" destId="{B3E8F317-3B92-4460-ABC8-7961100A8FBA}" srcOrd="3" destOrd="0" presId="urn:microsoft.com/office/officeart/2018/2/layout/IconVerticalSolidList"/>
    <dgm:cxn modelId="{1CC29F67-EADC-4075-AADA-C67AE6ED338D}" type="presParOf" srcId="{849F5D09-271B-4FE4-A336-127D9EB11879}" destId="{FC2F8FBF-A1D7-457F-85FE-1DB990BFDC57}" srcOrd="9" destOrd="0" presId="urn:microsoft.com/office/officeart/2018/2/layout/IconVerticalSolidList"/>
    <dgm:cxn modelId="{20FD1CF8-60B4-46EB-809C-5927A7A6D747}" type="presParOf" srcId="{849F5D09-271B-4FE4-A336-127D9EB11879}" destId="{67687A88-8CFE-4AA0-AEA9-8BE77BFD0E94}" srcOrd="10" destOrd="0" presId="urn:microsoft.com/office/officeart/2018/2/layout/IconVerticalSolidList"/>
    <dgm:cxn modelId="{FC363748-897B-4CBF-ABF3-65860340DA65}" type="presParOf" srcId="{67687A88-8CFE-4AA0-AEA9-8BE77BFD0E94}" destId="{9181932B-0552-484A-8DD1-87D241A2727D}" srcOrd="0" destOrd="0" presId="urn:microsoft.com/office/officeart/2018/2/layout/IconVerticalSolidList"/>
    <dgm:cxn modelId="{BB770F45-442E-4439-BAC4-07FDB54C7753}" type="presParOf" srcId="{67687A88-8CFE-4AA0-AEA9-8BE77BFD0E94}" destId="{B06C838C-8429-4B5C-9CB5-E889898D358C}" srcOrd="1" destOrd="0" presId="urn:microsoft.com/office/officeart/2018/2/layout/IconVerticalSolidList"/>
    <dgm:cxn modelId="{E829CC1B-F0A7-4345-9B8B-CF695203DE28}" type="presParOf" srcId="{67687A88-8CFE-4AA0-AEA9-8BE77BFD0E94}" destId="{CD1B7C16-A5F5-4F45-83E4-9C73F3F87D3C}" srcOrd="2" destOrd="0" presId="urn:microsoft.com/office/officeart/2018/2/layout/IconVerticalSolidList"/>
    <dgm:cxn modelId="{37436808-91B0-4EC2-BE29-EE744B58482B}" type="presParOf" srcId="{67687A88-8CFE-4AA0-AEA9-8BE77BFD0E94}" destId="{8A253EF1-E051-4997-ABDB-A64DFADA6349}" srcOrd="3" destOrd="0" presId="urn:microsoft.com/office/officeart/2018/2/layout/IconVerticalSolidList"/>
    <dgm:cxn modelId="{4F3565E3-1304-47B2-88E1-06471EC9955D}" type="presParOf" srcId="{849F5D09-271B-4FE4-A336-127D9EB11879}" destId="{D78F82F7-A5ED-4458-9C82-742A27D7E87F}" srcOrd="11" destOrd="0" presId="urn:microsoft.com/office/officeart/2018/2/layout/IconVerticalSolidList"/>
    <dgm:cxn modelId="{8DCFAE9A-9C97-46B0-A4C4-8A72E911FCA9}" type="presParOf" srcId="{849F5D09-271B-4FE4-A336-127D9EB11879}" destId="{C2E89154-C11C-42D6-AD29-809FD17743FF}" srcOrd="12" destOrd="0" presId="urn:microsoft.com/office/officeart/2018/2/layout/IconVerticalSolidList"/>
    <dgm:cxn modelId="{95D53616-71C6-42B2-8537-7A827F3FAC2B}" type="presParOf" srcId="{C2E89154-C11C-42D6-AD29-809FD17743FF}" destId="{9839AF9C-1D66-471E-A42F-46B3D35E2018}" srcOrd="0" destOrd="0" presId="urn:microsoft.com/office/officeart/2018/2/layout/IconVerticalSolidList"/>
    <dgm:cxn modelId="{DDC04EE2-E468-40EC-BB79-2875747F2964}" type="presParOf" srcId="{C2E89154-C11C-42D6-AD29-809FD17743FF}" destId="{3FD8916A-0BC5-4FD2-ADEC-063221E34F0B}" srcOrd="1" destOrd="0" presId="urn:microsoft.com/office/officeart/2018/2/layout/IconVerticalSolidList"/>
    <dgm:cxn modelId="{05CD18CF-2121-484B-8A3C-1FA3825C5DDB}" type="presParOf" srcId="{C2E89154-C11C-42D6-AD29-809FD17743FF}" destId="{23305F48-34D6-419C-9665-D1929250E85C}" srcOrd="2" destOrd="0" presId="urn:microsoft.com/office/officeart/2018/2/layout/IconVerticalSolidList"/>
    <dgm:cxn modelId="{F0E06369-4D95-43ED-B51E-7D147F18DCDF}" type="presParOf" srcId="{C2E89154-C11C-42D6-AD29-809FD17743FF}" destId="{6EECFB0A-CE42-4FEF-96D8-7DCBA7D00782}"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5AD8E099-4FEA-49BB-8515-A001342276FA}" type="doc">
      <dgm:prSet loTypeId="urn:microsoft.com/office/officeart/2005/8/layout/vList2" loCatId="list" qsTypeId="urn:microsoft.com/office/officeart/2005/8/quickstyle/simple1" qsCatId="simple" csTypeId="urn:microsoft.com/office/officeart/2005/8/colors/colorful5" csCatId="colorful"/>
      <dgm:spPr/>
      <dgm:t>
        <a:bodyPr/>
        <a:lstStyle/>
        <a:p>
          <a:endParaRPr lang="en-US"/>
        </a:p>
      </dgm:t>
    </dgm:pt>
    <dgm:pt modelId="{69063DCE-6D2C-462F-B8CB-F514FFB9D917}">
      <dgm:prSet/>
      <dgm:spPr/>
      <dgm:t>
        <a:bodyPr/>
        <a:lstStyle/>
        <a:p>
          <a:r>
            <a:rPr lang="en-US"/>
            <a:t>SolidWorks Skills Developed</a:t>
          </a:r>
        </a:p>
      </dgm:t>
    </dgm:pt>
    <dgm:pt modelId="{39471596-41F6-47D9-8367-68D01384A1B4}" type="parTrans" cxnId="{B967C33B-E8FF-40F6-A085-9BD8726B920D}">
      <dgm:prSet/>
      <dgm:spPr/>
      <dgm:t>
        <a:bodyPr/>
        <a:lstStyle/>
        <a:p>
          <a:endParaRPr lang="en-US"/>
        </a:p>
      </dgm:t>
    </dgm:pt>
    <dgm:pt modelId="{97FFB293-6ABA-4AB9-A16D-1A1DA17B4D80}" type="sibTrans" cxnId="{B967C33B-E8FF-40F6-A085-9BD8726B920D}">
      <dgm:prSet/>
      <dgm:spPr/>
      <dgm:t>
        <a:bodyPr/>
        <a:lstStyle/>
        <a:p>
          <a:endParaRPr lang="en-US"/>
        </a:p>
      </dgm:t>
    </dgm:pt>
    <dgm:pt modelId="{CADA7B4A-DAD5-4C5F-9D9E-DBD160112B04}">
      <dgm:prSet/>
      <dgm:spPr/>
      <dgm:t>
        <a:bodyPr/>
        <a:lstStyle/>
        <a:p>
          <a:r>
            <a:rPr lang="en-US"/>
            <a:t>3D part modeling and complex assembly design</a:t>
          </a:r>
        </a:p>
      </dgm:t>
    </dgm:pt>
    <dgm:pt modelId="{5A84DCF6-3807-4CC0-97EF-090A638B4E16}" type="parTrans" cxnId="{E921674A-030D-45F5-B097-DBF579BE7455}">
      <dgm:prSet/>
      <dgm:spPr/>
      <dgm:t>
        <a:bodyPr/>
        <a:lstStyle/>
        <a:p>
          <a:endParaRPr lang="en-US"/>
        </a:p>
      </dgm:t>
    </dgm:pt>
    <dgm:pt modelId="{BC95E34E-05E6-4206-896D-DF52361F07B5}" type="sibTrans" cxnId="{E921674A-030D-45F5-B097-DBF579BE7455}">
      <dgm:prSet/>
      <dgm:spPr/>
      <dgm:t>
        <a:bodyPr/>
        <a:lstStyle/>
        <a:p>
          <a:endParaRPr lang="en-US"/>
        </a:p>
      </dgm:t>
    </dgm:pt>
    <dgm:pt modelId="{785FF04F-DBFE-4190-8443-7818A086E7EF}">
      <dgm:prSet/>
      <dgm:spPr/>
      <dgm:t>
        <a:bodyPr/>
        <a:lstStyle/>
        <a:p>
          <a:r>
            <a:rPr lang="en-US"/>
            <a:t>Engineering drawings and technical documentation</a:t>
          </a:r>
        </a:p>
      </dgm:t>
    </dgm:pt>
    <dgm:pt modelId="{5AC3B10E-9A81-4F8D-87DF-20531C7AED3A}" type="parTrans" cxnId="{616CC552-A5C0-406A-87E6-CA26CC3AC670}">
      <dgm:prSet/>
      <dgm:spPr/>
      <dgm:t>
        <a:bodyPr/>
        <a:lstStyle/>
        <a:p>
          <a:endParaRPr lang="en-US"/>
        </a:p>
      </dgm:t>
    </dgm:pt>
    <dgm:pt modelId="{977BA508-6083-455E-B05A-C4048076746A}" type="sibTrans" cxnId="{616CC552-A5C0-406A-87E6-CA26CC3AC670}">
      <dgm:prSet/>
      <dgm:spPr/>
      <dgm:t>
        <a:bodyPr/>
        <a:lstStyle/>
        <a:p>
          <a:endParaRPr lang="en-US"/>
        </a:p>
      </dgm:t>
    </dgm:pt>
    <dgm:pt modelId="{C467C66C-A667-44A2-8A1B-EF4CAEB7EC94}">
      <dgm:prSet/>
      <dgm:spPr/>
      <dgm:t>
        <a:bodyPr/>
        <a:lstStyle/>
        <a:p>
          <a:r>
            <a:rPr lang="en-US"/>
            <a:t>Finite Element Analysis (FEA) and simulation</a:t>
          </a:r>
        </a:p>
      </dgm:t>
    </dgm:pt>
    <dgm:pt modelId="{01CBE18F-9AAB-4830-9D92-BD0CFFB288F9}" type="parTrans" cxnId="{2EB854F0-FAF6-4FAA-A9DB-BE912B93EF7D}">
      <dgm:prSet/>
      <dgm:spPr/>
      <dgm:t>
        <a:bodyPr/>
        <a:lstStyle/>
        <a:p>
          <a:endParaRPr lang="en-US"/>
        </a:p>
      </dgm:t>
    </dgm:pt>
    <dgm:pt modelId="{8CE300D4-03A6-4CAA-BA2F-137F88643654}" type="sibTrans" cxnId="{2EB854F0-FAF6-4FAA-A9DB-BE912B93EF7D}">
      <dgm:prSet/>
      <dgm:spPr/>
      <dgm:t>
        <a:bodyPr/>
        <a:lstStyle/>
        <a:p>
          <a:endParaRPr lang="en-US"/>
        </a:p>
      </dgm:t>
    </dgm:pt>
    <dgm:pt modelId="{70241D7F-68FB-467D-8C2D-040F12C7CBAA}">
      <dgm:prSet/>
      <dgm:spPr/>
      <dgm:t>
        <a:bodyPr/>
        <a:lstStyle/>
        <a:p>
          <a:r>
            <a:rPr lang="en-US"/>
            <a:t>Design optimization and material selection</a:t>
          </a:r>
        </a:p>
      </dgm:t>
    </dgm:pt>
    <dgm:pt modelId="{2445E55A-1A24-4C95-8B4C-623CD86C49A6}" type="parTrans" cxnId="{4ED67165-6341-424F-B5F4-29B883ACC0C2}">
      <dgm:prSet/>
      <dgm:spPr/>
      <dgm:t>
        <a:bodyPr/>
        <a:lstStyle/>
        <a:p>
          <a:endParaRPr lang="en-US"/>
        </a:p>
      </dgm:t>
    </dgm:pt>
    <dgm:pt modelId="{BEFEADFE-27D0-4242-91F8-4E45A65CD6ED}" type="sibTrans" cxnId="{4ED67165-6341-424F-B5F4-29B883ACC0C2}">
      <dgm:prSet/>
      <dgm:spPr/>
      <dgm:t>
        <a:bodyPr/>
        <a:lstStyle/>
        <a:p>
          <a:endParaRPr lang="en-US"/>
        </a:p>
      </dgm:t>
    </dgm:pt>
    <dgm:pt modelId="{E11333E3-D90E-46B8-B256-47F3946ED408}">
      <dgm:prSet/>
      <dgm:spPr/>
      <dgm:t>
        <a:bodyPr/>
        <a:lstStyle/>
        <a:p>
          <a:r>
            <a:rPr lang="en-US"/>
            <a:t>Integration of mechanical designs with embedded systems</a:t>
          </a:r>
        </a:p>
      </dgm:t>
    </dgm:pt>
    <dgm:pt modelId="{B07AB9A0-0436-492D-B2F9-2A99BC14F10B}" type="parTrans" cxnId="{B85E73A0-FE3B-479B-B90A-7798548ABDDB}">
      <dgm:prSet/>
      <dgm:spPr/>
      <dgm:t>
        <a:bodyPr/>
        <a:lstStyle/>
        <a:p>
          <a:endParaRPr lang="en-US"/>
        </a:p>
      </dgm:t>
    </dgm:pt>
    <dgm:pt modelId="{A9974AB3-2EA1-4B48-9117-9FA8E3E17966}" type="sibTrans" cxnId="{B85E73A0-FE3B-479B-B90A-7798548ABDDB}">
      <dgm:prSet/>
      <dgm:spPr/>
      <dgm:t>
        <a:bodyPr/>
        <a:lstStyle/>
        <a:p>
          <a:endParaRPr lang="en-US"/>
        </a:p>
      </dgm:t>
    </dgm:pt>
    <dgm:pt modelId="{3863F80C-DC16-4D46-A004-7F8A323BDB15}">
      <dgm:prSet/>
      <dgm:spPr/>
      <dgm:t>
        <a:bodyPr/>
        <a:lstStyle/>
        <a:p>
          <a:r>
            <a:rPr lang="en-US"/>
            <a:t>Manufacturing and assembly considerations</a:t>
          </a:r>
        </a:p>
      </dgm:t>
    </dgm:pt>
    <dgm:pt modelId="{BDF2848A-42B2-4F71-92DC-9472C5407E66}" type="parTrans" cxnId="{D79E095D-4E49-480B-BE96-592E1C802844}">
      <dgm:prSet/>
      <dgm:spPr/>
      <dgm:t>
        <a:bodyPr/>
        <a:lstStyle/>
        <a:p>
          <a:endParaRPr lang="en-US"/>
        </a:p>
      </dgm:t>
    </dgm:pt>
    <dgm:pt modelId="{05DF1426-47FE-4DA8-AB9D-484F20C0DBB4}" type="sibTrans" cxnId="{D79E095D-4E49-480B-BE96-592E1C802844}">
      <dgm:prSet/>
      <dgm:spPr/>
      <dgm:t>
        <a:bodyPr/>
        <a:lstStyle/>
        <a:p>
          <a:endParaRPr lang="en-US"/>
        </a:p>
      </dgm:t>
    </dgm:pt>
    <dgm:pt modelId="{311EB4F3-A3A1-4F4C-BA7F-8D2E85C17491}" type="pres">
      <dgm:prSet presAssocID="{5AD8E099-4FEA-49BB-8515-A001342276FA}" presName="linear" presStyleCnt="0">
        <dgm:presLayoutVars>
          <dgm:animLvl val="lvl"/>
          <dgm:resizeHandles val="exact"/>
        </dgm:presLayoutVars>
      </dgm:prSet>
      <dgm:spPr/>
    </dgm:pt>
    <dgm:pt modelId="{23FDAA95-B338-4FF7-8EBE-348581B139D1}" type="pres">
      <dgm:prSet presAssocID="{69063DCE-6D2C-462F-B8CB-F514FFB9D917}" presName="parentText" presStyleLbl="node1" presStyleIdx="0" presStyleCnt="7">
        <dgm:presLayoutVars>
          <dgm:chMax val="0"/>
          <dgm:bulletEnabled val="1"/>
        </dgm:presLayoutVars>
      </dgm:prSet>
      <dgm:spPr/>
    </dgm:pt>
    <dgm:pt modelId="{1F0B35D7-C3D7-4BD0-8855-51621FBC0436}" type="pres">
      <dgm:prSet presAssocID="{97FFB293-6ABA-4AB9-A16D-1A1DA17B4D80}" presName="spacer" presStyleCnt="0"/>
      <dgm:spPr/>
    </dgm:pt>
    <dgm:pt modelId="{A2F3FEF6-7491-4505-9410-6C022B17F8D6}" type="pres">
      <dgm:prSet presAssocID="{CADA7B4A-DAD5-4C5F-9D9E-DBD160112B04}" presName="parentText" presStyleLbl="node1" presStyleIdx="1" presStyleCnt="7">
        <dgm:presLayoutVars>
          <dgm:chMax val="0"/>
          <dgm:bulletEnabled val="1"/>
        </dgm:presLayoutVars>
      </dgm:prSet>
      <dgm:spPr/>
    </dgm:pt>
    <dgm:pt modelId="{005B1F23-D6C6-49D1-A80E-E39A9E78CADB}" type="pres">
      <dgm:prSet presAssocID="{BC95E34E-05E6-4206-896D-DF52361F07B5}" presName="spacer" presStyleCnt="0"/>
      <dgm:spPr/>
    </dgm:pt>
    <dgm:pt modelId="{C9E40D53-066A-495B-B5A1-77B68BBEDA45}" type="pres">
      <dgm:prSet presAssocID="{785FF04F-DBFE-4190-8443-7818A086E7EF}" presName="parentText" presStyleLbl="node1" presStyleIdx="2" presStyleCnt="7">
        <dgm:presLayoutVars>
          <dgm:chMax val="0"/>
          <dgm:bulletEnabled val="1"/>
        </dgm:presLayoutVars>
      </dgm:prSet>
      <dgm:spPr/>
    </dgm:pt>
    <dgm:pt modelId="{BCD8E326-1997-4F0E-8292-4619604C4E8E}" type="pres">
      <dgm:prSet presAssocID="{977BA508-6083-455E-B05A-C4048076746A}" presName="spacer" presStyleCnt="0"/>
      <dgm:spPr/>
    </dgm:pt>
    <dgm:pt modelId="{1B17D332-4139-4939-B6B5-BAF031AF7C1D}" type="pres">
      <dgm:prSet presAssocID="{C467C66C-A667-44A2-8A1B-EF4CAEB7EC94}" presName="parentText" presStyleLbl="node1" presStyleIdx="3" presStyleCnt="7">
        <dgm:presLayoutVars>
          <dgm:chMax val="0"/>
          <dgm:bulletEnabled val="1"/>
        </dgm:presLayoutVars>
      </dgm:prSet>
      <dgm:spPr/>
    </dgm:pt>
    <dgm:pt modelId="{8F0EDE89-F0D7-4AB5-8C77-D27BE093624E}" type="pres">
      <dgm:prSet presAssocID="{8CE300D4-03A6-4CAA-BA2F-137F88643654}" presName="spacer" presStyleCnt="0"/>
      <dgm:spPr/>
    </dgm:pt>
    <dgm:pt modelId="{E000060E-F3E0-4180-B846-DF0041BBC13B}" type="pres">
      <dgm:prSet presAssocID="{70241D7F-68FB-467D-8C2D-040F12C7CBAA}" presName="parentText" presStyleLbl="node1" presStyleIdx="4" presStyleCnt="7">
        <dgm:presLayoutVars>
          <dgm:chMax val="0"/>
          <dgm:bulletEnabled val="1"/>
        </dgm:presLayoutVars>
      </dgm:prSet>
      <dgm:spPr/>
    </dgm:pt>
    <dgm:pt modelId="{9FCF353B-3D0B-469B-9907-135603960711}" type="pres">
      <dgm:prSet presAssocID="{BEFEADFE-27D0-4242-91F8-4E45A65CD6ED}" presName="spacer" presStyleCnt="0"/>
      <dgm:spPr/>
    </dgm:pt>
    <dgm:pt modelId="{EBCEBD6D-3619-45B4-8346-3779ACBD2BA1}" type="pres">
      <dgm:prSet presAssocID="{E11333E3-D90E-46B8-B256-47F3946ED408}" presName="parentText" presStyleLbl="node1" presStyleIdx="5" presStyleCnt="7">
        <dgm:presLayoutVars>
          <dgm:chMax val="0"/>
          <dgm:bulletEnabled val="1"/>
        </dgm:presLayoutVars>
      </dgm:prSet>
      <dgm:spPr/>
    </dgm:pt>
    <dgm:pt modelId="{1D068BF9-DFD1-4AFA-B42F-0613A571B50B}" type="pres">
      <dgm:prSet presAssocID="{A9974AB3-2EA1-4B48-9117-9FA8E3E17966}" presName="spacer" presStyleCnt="0"/>
      <dgm:spPr/>
    </dgm:pt>
    <dgm:pt modelId="{08A915F8-5320-42DB-9D97-B93896408E23}" type="pres">
      <dgm:prSet presAssocID="{3863F80C-DC16-4D46-A004-7F8A323BDB15}" presName="parentText" presStyleLbl="node1" presStyleIdx="6" presStyleCnt="7">
        <dgm:presLayoutVars>
          <dgm:chMax val="0"/>
          <dgm:bulletEnabled val="1"/>
        </dgm:presLayoutVars>
      </dgm:prSet>
      <dgm:spPr/>
    </dgm:pt>
  </dgm:ptLst>
  <dgm:cxnLst>
    <dgm:cxn modelId="{887B4007-2F17-4F14-B096-5F5920442229}" type="presOf" srcId="{3863F80C-DC16-4D46-A004-7F8A323BDB15}" destId="{08A915F8-5320-42DB-9D97-B93896408E23}" srcOrd="0" destOrd="0" presId="urn:microsoft.com/office/officeart/2005/8/layout/vList2"/>
    <dgm:cxn modelId="{B967C33B-E8FF-40F6-A085-9BD8726B920D}" srcId="{5AD8E099-4FEA-49BB-8515-A001342276FA}" destId="{69063DCE-6D2C-462F-B8CB-F514FFB9D917}" srcOrd="0" destOrd="0" parTransId="{39471596-41F6-47D9-8367-68D01384A1B4}" sibTransId="{97FFB293-6ABA-4AB9-A16D-1A1DA17B4D80}"/>
    <dgm:cxn modelId="{D79E095D-4E49-480B-BE96-592E1C802844}" srcId="{5AD8E099-4FEA-49BB-8515-A001342276FA}" destId="{3863F80C-DC16-4D46-A004-7F8A323BDB15}" srcOrd="6" destOrd="0" parTransId="{BDF2848A-42B2-4F71-92DC-9472C5407E66}" sibTransId="{05DF1426-47FE-4DA8-AB9D-484F20C0DBB4}"/>
    <dgm:cxn modelId="{4ED67165-6341-424F-B5F4-29B883ACC0C2}" srcId="{5AD8E099-4FEA-49BB-8515-A001342276FA}" destId="{70241D7F-68FB-467D-8C2D-040F12C7CBAA}" srcOrd="4" destOrd="0" parTransId="{2445E55A-1A24-4C95-8B4C-623CD86C49A6}" sibTransId="{BEFEADFE-27D0-4242-91F8-4E45A65CD6ED}"/>
    <dgm:cxn modelId="{E921674A-030D-45F5-B097-DBF579BE7455}" srcId="{5AD8E099-4FEA-49BB-8515-A001342276FA}" destId="{CADA7B4A-DAD5-4C5F-9D9E-DBD160112B04}" srcOrd="1" destOrd="0" parTransId="{5A84DCF6-3807-4CC0-97EF-090A638B4E16}" sibTransId="{BC95E34E-05E6-4206-896D-DF52361F07B5}"/>
    <dgm:cxn modelId="{A1C54A4E-FD66-451F-9FF7-04893A03DCF2}" type="presOf" srcId="{5AD8E099-4FEA-49BB-8515-A001342276FA}" destId="{311EB4F3-A3A1-4F4C-BA7F-8D2E85C17491}" srcOrd="0" destOrd="0" presId="urn:microsoft.com/office/officeart/2005/8/layout/vList2"/>
    <dgm:cxn modelId="{616CC552-A5C0-406A-87E6-CA26CC3AC670}" srcId="{5AD8E099-4FEA-49BB-8515-A001342276FA}" destId="{785FF04F-DBFE-4190-8443-7818A086E7EF}" srcOrd="2" destOrd="0" parTransId="{5AC3B10E-9A81-4F8D-87DF-20531C7AED3A}" sibTransId="{977BA508-6083-455E-B05A-C4048076746A}"/>
    <dgm:cxn modelId="{68DB1E9E-212A-47A6-BF09-EE1EDBF4A980}" type="presOf" srcId="{CADA7B4A-DAD5-4C5F-9D9E-DBD160112B04}" destId="{A2F3FEF6-7491-4505-9410-6C022B17F8D6}" srcOrd="0" destOrd="0" presId="urn:microsoft.com/office/officeart/2005/8/layout/vList2"/>
    <dgm:cxn modelId="{B85E73A0-FE3B-479B-B90A-7798548ABDDB}" srcId="{5AD8E099-4FEA-49BB-8515-A001342276FA}" destId="{E11333E3-D90E-46B8-B256-47F3946ED408}" srcOrd="5" destOrd="0" parTransId="{B07AB9A0-0436-492D-B2F9-2A99BC14F10B}" sibTransId="{A9974AB3-2EA1-4B48-9117-9FA8E3E17966}"/>
    <dgm:cxn modelId="{7ED85FA1-C0C5-40D3-8918-4EBAD06470E7}" type="presOf" srcId="{785FF04F-DBFE-4190-8443-7818A086E7EF}" destId="{C9E40D53-066A-495B-B5A1-77B68BBEDA45}" srcOrd="0" destOrd="0" presId="urn:microsoft.com/office/officeart/2005/8/layout/vList2"/>
    <dgm:cxn modelId="{E8CD08A3-3DDD-4F41-B485-B1632A686248}" type="presOf" srcId="{E11333E3-D90E-46B8-B256-47F3946ED408}" destId="{EBCEBD6D-3619-45B4-8346-3779ACBD2BA1}" srcOrd="0" destOrd="0" presId="urn:microsoft.com/office/officeart/2005/8/layout/vList2"/>
    <dgm:cxn modelId="{E66942A5-E552-4091-843B-35459F76AA1C}" type="presOf" srcId="{C467C66C-A667-44A2-8A1B-EF4CAEB7EC94}" destId="{1B17D332-4139-4939-B6B5-BAF031AF7C1D}" srcOrd="0" destOrd="0" presId="urn:microsoft.com/office/officeart/2005/8/layout/vList2"/>
    <dgm:cxn modelId="{25C71AB1-8557-47E5-A315-D1AE7CF07237}" type="presOf" srcId="{69063DCE-6D2C-462F-B8CB-F514FFB9D917}" destId="{23FDAA95-B338-4FF7-8EBE-348581B139D1}" srcOrd="0" destOrd="0" presId="urn:microsoft.com/office/officeart/2005/8/layout/vList2"/>
    <dgm:cxn modelId="{77B052DA-D447-4816-A5C5-CDE108E02DEF}" type="presOf" srcId="{70241D7F-68FB-467D-8C2D-040F12C7CBAA}" destId="{E000060E-F3E0-4180-B846-DF0041BBC13B}" srcOrd="0" destOrd="0" presId="urn:microsoft.com/office/officeart/2005/8/layout/vList2"/>
    <dgm:cxn modelId="{2EB854F0-FAF6-4FAA-A9DB-BE912B93EF7D}" srcId="{5AD8E099-4FEA-49BB-8515-A001342276FA}" destId="{C467C66C-A667-44A2-8A1B-EF4CAEB7EC94}" srcOrd="3" destOrd="0" parTransId="{01CBE18F-9AAB-4830-9D92-BD0CFFB288F9}" sibTransId="{8CE300D4-03A6-4CAA-BA2F-137F88643654}"/>
    <dgm:cxn modelId="{72CC64EB-E464-4779-B242-EF5FC0EE78E8}" type="presParOf" srcId="{311EB4F3-A3A1-4F4C-BA7F-8D2E85C17491}" destId="{23FDAA95-B338-4FF7-8EBE-348581B139D1}" srcOrd="0" destOrd="0" presId="urn:microsoft.com/office/officeart/2005/8/layout/vList2"/>
    <dgm:cxn modelId="{6D07D2EF-6588-4FAF-AAC5-81D412C56ED7}" type="presParOf" srcId="{311EB4F3-A3A1-4F4C-BA7F-8D2E85C17491}" destId="{1F0B35D7-C3D7-4BD0-8855-51621FBC0436}" srcOrd="1" destOrd="0" presId="urn:microsoft.com/office/officeart/2005/8/layout/vList2"/>
    <dgm:cxn modelId="{1AE50179-75AD-4312-A9FF-6EF92BB59028}" type="presParOf" srcId="{311EB4F3-A3A1-4F4C-BA7F-8D2E85C17491}" destId="{A2F3FEF6-7491-4505-9410-6C022B17F8D6}" srcOrd="2" destOrd="0" presId="urn:microsoft.com/office/officeart/2005/8/layout/vList2"/>
    <dgm:cxn modelId="{4A847174-1FE6-42D7-9819-3BC941AD1C8C}" type="presParOf" srcId="{311EB4F3-A3A1-4F4C-BA7F-8D2E85C17491}" destId="{005B1F23-D6C6-49D1-A80E-E39A9E78CADB}" srcOrd="3" destOrd="0" presId="urn:microsoft.com/office/officeart/2005/8/layout/vList2"/>
    <dgm:cxn modelId="{E555D5BD-A8EC-4F69-90AE-DF493A6DA33C}" type="presParOf" srcId="{311EB4F3-A3A1-4F4C-BA7F-8D2E85C17491}" destId="{C9E40D53-066A-495B-B5A1-77B68BBEDA45}" srcOrd="4" destOrd="0" presId="urn:microsoft.com/office/officeart/2005/8/layout/vList2"/>
    <dgm:cxn modelId="{8DA89395-D51E-4458-9754-BF884FA26464}" type="presParOf" srcId="{311EB4F3-A3A1-4F4C-BA7F-8D2E85C17491}" destId="{BCD8E326-1997-4F0E-8292-4619604C4E8E}" srcOrd="5" destOrd="0" presId="urn:microsoft.com/office/officeart/2005/8/layout/vList2"/>
    <dgm:cxn modelId="{9E3308C9-DE74-4EEE-823C-7C1BA81B8507}" type="presParOf" srcId="{311EB4F3-A3A1-4F4C-BA7F-8D2E85C17491}" destId="{1B17D332-4139-4939-B6B5-BAF031AF7C1D}" srcOrd="6" destOrd="0" presId="urn:microsoft.com/office/officeart/2005/8/layout/vList2"/>
    <dgm:cxn modelId="{F2C72952-AA56-4586-9240-42A94F77B2CC}" type="presParOf" srcId="{311EB4F3-A3A1-4F4C-BA7F-8D2E85C17491}" destId="{8F0EDE89-F0D7-4AB5-8C77-D27BE093624E}" srcOrd="7" destOrd="0" presId="urn:microsoft.com/office/officeart/2005/8/layout/vList2"/>
    <dgm:cxn modelId="{B2E98F31-8CB9-43DD-8609-64748061E9FD}" type="presParOf" srcId="{311EB4F3-A3A1-4F4C-BA7F-8D2E85C17491}" destId="{E000060E-F3E0-4180-B846-DF0041BBC13B}" srcOrd="8" destOrd="0" presId="urn:microsoft.com/office/officeart/2005/8/layout/vList2"/>
    <dgm:cxn modelId="{48728F2A-A8B2-4DEF-BB37-1C8E3E9156D2}" type="presParOf" srcId="{311EB4F3-A3A1-4F4C-BA7F-8D2E85C17491}" destId="{9FCF353B-3D0B-469B-9907-135603960711}" srcOrd="9" destOrd="0" presId="urn:microsoft.com/office/officeart/2005/8/layout/vList2"/>
    <dgm:cxn modelId="{1E90C887-4F17-42B2-8A4F-DD0B67F1052F}" type="presParOf" srcId="{311EB4F3-A3A1-4F4C-BA7F-8D2E85C17491}" destId="{EBCEBD6D-3619-45B4-8346-3779ACBD2BA1}" srcOrd="10" destOrd="0" presId="urn:microsoft.com/office/officeart/2005/8/layout/vList2"/>
    <dgm:cxn modelId="{CB5EFCF5-2D7C-41F6-B1EF-21D9D968D036}" type="presParOf" srcId="{311EB4F3-A3A1-4F4C-BA7F-8D2E85C17491}" destId="{1D068BF9-DFD1-4AFA-B42F-0613A571B50B}" srcOrd="11" destOrd="0" presId="urn:microsoft.com/office/officeart/2005/8/layout/vList2"/>
    <dgm:cxn modelId="{CD26163B-C304-4FBD-AADE-15AEAE621911}" type="presParOf" srcId="{311EB4F3-A3A1-4F4C-BA7F-8D2E85C17491}" destId="{08A915F8-5320-42DB-9D97-B93896408E23}" srcOrd="12"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E247DD8C-5FB8-48EC-8A05-046967C1CA5A}" type="doc">
      <dgm:prSet loTypeId="urn:microsoft.com/office/officeart/2005/8/layout/vList2" loCatId="list" qsTypeId="urn:microsoft.com/office/officeart/2005/8/quickstyle/simple4" qsCatId="simple" csTypeId="urn:microsoft.com/office/officeart/2005/8/colors/colorful2" csCatId="colorful"/>
      <dgm:spPr/>
      <dgm:t>
        <a:bodyPr/>
        <a:lstStyle/>
        <a:p>
          <a:endParaRPr lang="en-US"/>
        </a:p>
      </dgm:t>
    </dgm:pt>
    <dgm:pt modelId="{5D2C5A55-438F-4FE7-BEB6-589DE6BB6A3D}">
      <dgm:prSet/>
      <dgm:spPr/>
      <dgm:t>
        <a:bodyPr/>
        <a:lstStyle/>
        <a:p>
          <a:r>
            <a:rPr lang="en-US"/>
            <a:t>Major Achievements</a:t>
          </a:r>
        </a:p>
      </dgm:t>
    </dgm:pt>
    <dgm:pt modelId="{38CD3B34-E52E-4170-8B90-8629CA282627}" type="parTrans" cxnId="{5CD0C384-C468-4334-8BBA-5B2AFA5F0B37}">
      <dgm:prSet/>
      <dgm:spPr/>
      <dgm:t>
        <a:bodyPr/>
        <a:lstStyle/>
        <a:p>
          <a:endParaRPr lang="en-US"/>
        </a:p>
      </dgm:t>
    </dgm:pt>
    <dgm:pt modelId="{158C0911-2294-4A03-9C22-4D4BC844C91C}" type="sibTrans" cxnId="{5CD0C384-C468-4334-8BBA-5B2AFA5F0B37}">
      <dgm:prSet/>
      <dgm:spPr/>
      <dgm:t>
        <a:bodyPr/>
        <a:lstStyle/>
        <a:p>
          <a:endParaRPr lang="en-US"/>
        </a:p>
      </dgm:t>
    </dgm:pt>
    <dgm:pt modelId="{7A705378-F75A-4199-A7FD-AA220D1A12BC}">
      <dgm:prSet/>
      <dgm:spPr/>
      <dgm:t>
        <a:bodyPr/>
        <a:lstStyle/>
        <a:p>
          <a:r>
            <a:rPr lang="en-US"/>
            <a:t>Technical Accomplishments</a:t>
          </a:r>
        </a:p>
      </dgm:t>
    </dgm:pt>
    <dgm:pt modelId="{68C03DE1-56C9-44DD-8BAA-AA2DA3B6F7D8}" type="parTrans" cxnId="{2257E8E1-5A09-4C70-8A74-678C90052898}">
      <dgm:prSet/>
      <dgm:spPr/>
      <dgm:t>
        <a:bodyPr/>
        <a:lstStyle/>
        <a:p>
          <a:endParaRPr lang="en-US"/>
        </a:p>
      </dgm:t>
    </dgm:pt>
    <dgm:pt modelId="{A51E747B-59D3-46E2-98DF-405DFB575397}" type="sibTrans" cxnId="{2257E8E1-5A09-4C70-8A74-678C90052898}">
      <dgm:prSet/>
      <dgm:spPr/>
      <dgm:t>
        <a:bodyPr/>
        <a:lstStyle/>
        <a:p>
          <a:endParaRPr lang="en-US"/>
        </a:p>
      </dgm:t>
    </dgm:pt>
    <dgm:pt modelId="{7ACCD8C6-730A-4BD4-A869-D5D0BAF4142F}">
      <dgm:prSet/>
      <dgm:spPr/>
      <dgm:t>
        <a:bodyPr/>
        <a:lstStyle/>
        <a:p>
          <a:r>
            <a:rPr lang="en-US"/>
            <a:t>Successfully delivered multiple IOT,SOLIDWORKS and embedded system projects within deadline.</a:t>
          </a:r>
        </a:p>
      </dgm:t>
    </dgm:pt>
    <dgm:pt modelId="{2529038C-C899-44B8-8B19-9E872105357E}" type="parTrans" cxnId="{1E0E45FF-CB4C-42C5-9635-6B062160AD79}">
      <dgm:prSet/>
      <dgm:spPr/>
      <dgm:t>
        <a:bodyPr/>
        <a:lstStyle/>
        <a:p>
          <a:endParaRPr lang="en-US"/>
        </a:p>
      </dgm:t>
    </dgm:pt>
    <dgm:pt modelId="{6D6D65EF-B6DE-4C87-B9A9-0B6A3B2CC5EB}" type="sibTrans" cxnId="{1E0E45FF-CB4C-42C5-9635-6B062160AD79}">
      <dgm:prSet/>
      <dgm:spPr/>
      <dgm:t>
        <a:bodyPr/>
        <a:lstStyle/>
        <a:p>
          <a:endParaRPr lang="en-US"/>
        </a:p>
      </dgm:t>
    </dgm:pt>
    <dgm:pt modelId="{7C3EDB4D-5E70-4106-AA63-E41A8EEAFFB7}">
      <dgm:prSet/>
      <dgm:spPr/>
      <dgm:t>
        <a:bodyPr/>
        <a:lstStyle/>
        <a:p>
          <a:r>
            <a:rPr lang="en-US"/>
            <a:t>Enhanced firmware performance and optimized embedded system efficiency</a:t>
          </a:r>
        </a:p>
      </dgm:t>
    </dgm:pt>
    <dgm:pt modelId="{1B9F39D6-FB98-41EC-ABE3-13D43B14073C}" type="parTrans" cxnId="{B8C2A17A-D7D8-451E-BC0B-1E0DAB35B97B}">
      <dgm:prSet/>
      <dgm:spPr/>
      <dgm:t>
        <a:bodyPr/>
        <a:lstStyle/>
        <a:p>
          <a:endParaRPr lang="en-US"/>
        </a:p>
      </dgm:t>
    </dgm:pt>
    <dgm:pt modelId="{0548DCA2-9434-46CF-936F-261EC3F9B990}" type="sibTrans" cxnId="{B8C2A17A-D7D8-451E-BC0B-1E0DAB35B97B}">
      <dgm:prSet/>
      <dgm:spPr/>
      <dgm:t>
        <a:bodyPr/>
        <a:lstStyle/>
        <a:p>
          <a:endParaRPr lang="en-US"/>
        </a:p>
      </dgm:t>
    </dgm:pt>
    <dgm:pt modelId="{21180CED-EDA4-4937-917F-1A45E031292A}">
      <dgm:prSet/>
      <dgm:spPr/>
      <dgm:t>
        <a:bodyPr/>
        <a:lstStyle/>
        <a:p>
          <a:r>
            <a:rPr lang="en-US"/>
            <a:t>Mastered advanced ESP-IDF framework and professional IOT development practices</a:t>
          </a:r>
        </a:p>
      </dgm:t>
    </dgm:pt>
    <dgm:pt modelId="{8D3E89FB-63A3-4248-AA13-295B8EDF7245}" type="parTrans" cxnId="{7EDE5E39-4067-40A6-8ABC-7EB47F8DB837}">
      <dgm:prSet/>
      <dgm:spPr/>
      <dgm:t>
        <a:bodyPr/>
        <a:lstStyle/>
        <a:p>
          <a:endParaRPr lang="en-US"/>
        </a:p>
      </dgm:t>
    </dgm:pt>
    <dgm:pt modelId="{188D41A8-9801-475B-8B24-B6828B7BF367}" type="sibTrans" cxnId="{7EDE5E39-4067-40A6-8ABC-7EB47F8DB837}">
      <dgm:prSet/>
      <dgm:spPr/>
      <dgm:t>
        <a:bodyPr/>
        <a:lstStyle/>
        <a:p>
          <a:endParaRPr lang="en-US"/>
        </a:p>
      </dgm:t>
    </dgm:pt>
    <dgm:pt modelId="{160A04A9-10B2-4FAF-8083-15ABA6599C66}">
      <dgm:prSet/>
      <dgm:spPr/>
      <dgm:t>
        <a:bodyPr/>
        <a:lstStyle/>
        <a:p>
          <a:r>
            <a:rPr lang="en-US"/>
            <a:t>Applied university knowledge practically, maintaining academic excellence while excelling in professional work</a:t>
          </a:r>
        </a:p>
      </dgm:t>
    </dgm:pt>
    <dgm:pt modelId="{89C946EB-46EC-4C5C-AEF4-7FE6E1139A78}" type="parTrans" cxnId="{5769CF9E-8ED9-480B-BC61-A319DC6874EC}">
      <dgm:prSet/>
      <dgm:spPr/>
      <dgm:t>
        <a:bodyPr/>
        <a:lstStyle/>
        <a:p>
          <a:endParaRPr lang="en-US"/>
        </a:p>
      </dgm:t>
    </dgm:pt>
    <dgm:pt modelId="{43F81C76-C666-41D0-B679-67EBA95312A9}" type="sibTrans" cxnId="{5769CF9E-8ED9-480B-BC61-A319DC6874EC}">
      <dgm:prSet/>
      <dgm:spPr/>
      <dgm:t>
        <a:bodyPr/>
        <a:lstStyle/>
        <a:p>
          <a:endParaRPr lang="en-US"/>
        </a:p>
      </dgm:t>
    </dgm:pt>
    <dgm:pt modelId="{01B28BAE-CD8F-4CB6-8EDB-2470BE983685}">
      <dgm:prSet/>
      <dgm:spPr/>
      <dgm:t>
        <a:bodyPr/>
        <a:lstStyle/>
        <a:p>
          <a:r>
            <a:rPr lang="en-US"/>
            <a:t>Received positive feedback for technical problem-solving and innovative approach to embedded solutions</a:t>
          </a:r>
        </a:p>
      </dgm:t>
    </dgm:pt>
    <dgm:pt modelId="{C9C759B3-8238-484D-BC54-4D9C6394542D}" type="parTrans" cxnId="{523AB884-FDE8-4749-ACAC-9277A9362B32}">
      <dgm:prSet/>
      <dgm:spPr/>
      <dgm:t>
        <a:bodyPr/>
        <a:lstStyle/>
        <a:p>
          <a:endParaRPr lang="en-US"/>
        </a:p>
      </dgm:t>
    </dgm:pt>
    <dgm:pt modelId="{C51ACC09-0198-47D6-AD4F-B186967FF0A4}" type="sibTrans" cxnId="{523AB884-FDE8-4749-ACAC-9277A9362B32}">
      <dgm:prSet/>
      <dgm:spPr/>
      <dgm:t>
        <a:bodyPr/>
        <a:lstStyle/>
        <a:p>
          <a:endParaRPr lang="en-US"/>
        </a:p>
      </dgm:t>
    </dgm:pt>
    <dgm:pt modelId="{56428B87-9253-46A2-89E3-54DC71AD97C9}" type="pres">
      <dgm:prSet presAssocID="{E247DD8C-5FB8-48EC-8A05-046967C1CA5A}" presName="linear" presStyleCnt="0">
        <dgm:presLayoutVars>
          <dgm:animLvl val="lvl"/>
          <dgm:resizeHandles val="exact"/>
        </dgm:presLayoutVars>
      </dgm:prSet>
      <dgm:spPr/>
    </dgm:pt>
    <dgm:pt modelId="{3D2140E4-C179-457F-A460-97C912B4A351}" type="pres">
      <dgm:prSet presAssocID="{5D2C5A55-438F-4FE7-BEB6-589DE6BB6A3D}" presName="parentText" presStyleLbl="node1" presStyleIdx="0" presStyleCnt="7">
        <dgm:presLayoutVars>
          <dgm:chMax val="0"/>
          <dgm:bulletEnabled val="1"/>
        </dgm:presLayoutVars>
      </dgm:prSet>
      <dgm:spPr/>
    </dgm:pt>
    <dgm:pt modelId="{FF267632-11BE-40CD-AA34-CA68B965CB2D}" type="pres">
      <dgm:prSet presAssocID="{158C0911-2294-4A03-9C22-4D4BC844C91C}" presName="spacer" presStyleCnt="0"/>
      <dgm:spPr/>
    </dgm:pt>
    <dgm:pt modelId="{C3600E75-B0CA-41DF-A498-C723743313EE}" type="pres">
      <dgm:prSet presAssocID="{7A705378-F75A-4199-A7FD-AA220D1A12BC}" presName="parentText" presStyleLbl="node1" presStyleIdx="1" presStyleCnt="7">
        <dgm:presLayoutVars>
          <dgm:chMax val="0"/>
          <dgm:bulletEnabled val="1"/>
        </dgm:presLayoutVars>
      </dgm:prSet>
      <dgm:spPr/>
    </dgm:pt>
    <dgm:pt modelId="{52FA3B93-1F7F-442A-892E-54CCEC67F099}" type="pres">
      <dgm:prSet presAssocID="{A51E747B-59D3-46E2-98DF-405DFB575397}" presName="spacer" presStyleCnt="0"/>
      <dgm:spPr/>
    </dgm:pt>
    <dgm:pt modelId="{150C1DE9-9026-4ADE-BA54-A24C0CF58705}" type="pres">
      <dgm:prSet presAssocID="{7ACCD8C6-730A-4BD4-A869-D5D0BAF4142F}" presName="parentText" presStyleLbl="node1" presStyleIdx="2" presStyleCnt="7">
        <dgm:presLayoutVars>
          <dgm:chMax val="0"/>
          <dgm:bulletEnabled val="1"/>
        </dgm:presLayoutVars>
      </dgm:prSet>
      <dgm:spPr/>
    </dgm:pt>
    <dgm:pt modelId="{35FBB9EB-EDE7-4210-A7BD-540B6D10B66F}" type="pres">
      <dgm:prSet presAssocID="{6D6D65EF-B6DE-4C87-B9A9-0B6A3B2CC5EB}" presName="spacer" presStyleCnt="0"/>
      <dgm:spPr/>
    </dgm:pt>
    <dgm:pt modelId="{859A7AA2-F53B-411E-A859-C213C3D3F463}" type="pres">
      <dgm:prSet presAssocID="{7C3EDB4D-5E70-4106-AA63-E41A8EEAFFB7}" presName="parentText" presStyleLbl="node1" presStyleIdx="3" presStyleCnt="7">
        <dgm:presLayoutVars>
          <dgm:chMax val="0"/>
          <dgm:bulletEnabled val="1"/>
        </dgm:presLayoutVars>
      </dgm:prSet>
      <dgm:spPr/>
    </dgm:pt>
    <dgm:pt modelId="{1968EC95-E616-4FE1-99A0-F77DB0C63C2C}" type="pres">
      <dgm:prSet presAssocID="{0548DCA2-9434-46CF-936F-261EC3F9B990}" presName="spacer" presStyleCnt="0"/>
      <dgm:spPr/>
    </dgm:pt>
    <dgm:pt modelId="{1179081B-3BC2-412D-BE2C-E1A95CD82F17}" type="pres">
      <dgm:prSet presAssocID="{21180CED-EDA4-4937-917F-1A45E031292A}" presName="parentText" presStyleLbl="node1" presStyleIdx="4" presStyleCnt="7">
        <dgm:presLayoutVars>
          <dgm:chMax val="0"/>
          <dgm:bulletEnabled val="1"/>
        </dgm:presLayoutVars>
      </dgm:prSet>
      <dgm:spPr/>
    </dgm:pt>
    <dgm:pt modelId="{9B12F5B9-29D4-4F34-95CB-057D6AB583F3}" type="pres">
      <dgm:prSet presAssocID="{188D41A8-9801-475B-8B24-B6828B7BF367}" presName="spacer" presStyleCnt="0"/>
      <dgm:spPr/>
    </dgm:pt>
    <dgm:pt modelId="{E8176FF3-86B4-4610-A7F8-A0981A2724B4}" type="pres">
      <dgm:prSet presAssocID="{160A04A9-10B2-4FAF-8083-15ABA6599C66}" presName="parentText" presStyleLbl="node1" presStyleIdx="5" presStyleCnt="7">
        <dgm:presLayoutVars>
          <dgm:chMax val="0"/>
          <dgm:bulletEnabled val="1"/>
        </dgm:presLayoutVars>
      </dgm:prSet>
      <dgm:spPr/>
    </dgm:pt>
    <dgm:pt modelId="{1A7B163B-BF14-45B2-BC8E-B8FBCAE7DFD8}" type="pres">
      <dgm:prSet presAssocID="{43F81C76-C666-41D0-B679-67EBA95312A9}" presName="spacer" presStyleCnt="0"/>
      <dgm:spPr/>
    </dgm:pt>
    <dgm:pt modelId="{7FBC9386-DEE9-497E-96C6-9DCC3B275090}" type="pres">
      <dgm:prSet presAssocID="{01B28BAE-CD8F-4CB6-8EDB-2470BE983685}" presName="parentText" presStyleLbl="node1" presStyleIdx="6" presStyleCnt="7">
        <dgm:presLayoutVars>
          <dgm:chMax val="0"/>
          <dgm:bulletEnabled val="1"/>
        </dgm:presLayoutVars>
      </dgm:prSet>
      <dgm:spPr/>
    </dgm:pt>
  </dgm:ptLst>
  <dgm:cxnLst>
    <dgm:cxn modelId="{3FE81226-F043-4C3C-B159-8CE7DA75AD84}" type="presOf" srcId="{5D2C5A55-438F-4FE7-BEB6-589DE6BB6A3D}" destId="{3D2140E4-C179-457F-A460-97C912B4A351}" srcOrd="0" destOrd="0" presId="urn:microsoft.com/office/officeart/2005/8/layout/vList2"/>
    <dgm:cxn modelId="{49C4692E-68F1-436A-B210-00A428B022F2}" type="presOf" srcId="{7ACCD8C6-730A-4BD4-A869-D5D0BAF4142F}" destId="{150C1DE9-9026-4ADE-BA54-A24C0CF58705}" srcOrd="0" destOrd="0" presId="urn:microsoft.com/office/officeart/2005/8/layout/vList2"/>
    <dgm:cxn modelId="{7EDE5E39-4067-40A6-8ABC-7EB47F8DB837}" srcId="{E247DD8C-5FB8-48EC-8A05-046967C1CA5A}" destId="{21180CED-EDA4-4937-917F-1A45E031292A}" srcOrd="4" destOrd="0" parTransId="{8D3E89FB-63A3-4248-AA13-295B8EDF7245}" sibTransId="{188D41A8-9801-475B-8B24-B6828B7BF367}"/>
    <dgm:cxn modelId="{21CCEC46-0918-4918-AC6D-0C826A0F2E5C}" type="presOf" srcId="{7A705378-F75A-4199-A7FD-AA220D1A12BC}" destId="{C3600E75-B0CA-41DF-A498-C723743313EE}" srcOrd="0" destOrd="0" presId="urn:microsoft.com/office/officeart/2005/8/layout/vList2"/>
    <dgm:cxn modelId="{75D4FF66-88D1-467F-85B7-B5B4C2833145}" type="presOf" srcId="{01B28BAE-CD8F-4CB6-8EDB-2470BE983685}" destId="{7FBC9386-DEE9-497E-96C6-9DCC3B275090}" srcOrd="0" destOrd="0" presId="urn:microsoft.com/office/officeart/2005/8/layout/vList2"/>
    <dgm:cxn modelId="{B8C2A17A-D7D8-451E-BC0B-1E0DAB35B97B}" srcId="{E247DD8C-5FB8-48EC-8A05-046967C1CA5A}" destId="{7C3EDB4D-5E70-4106-AA63-E41A8EEAFFB7}" srcOrd="3" destOrd="0" parTransId="{1B9F39D6-FB98-41EC-ABE3-13D43B14073C}" sibTransId="{0548DCA2-9434-46CF-936F-261EC3F9B990}"/>
    <dgm:cxn modelId="{636CC47A-AE4E-44F2-BC6B-CFD3C2FAAEF0}" type="presOf" srcId="{160A04A9-10B2-4FAF-8083-15ABA6599C66}" destId="{E8176FF3-86B4-4610-A7F8-A0981A2724B4}" srcOrd="0" destOrd="0" presId="urn:microsoft.com/office/officeart/2005/8/layout/vList2"/>
    <dgm:cxn modelId="{523AB884-FDE8-4749-ACAC-9277A9362B32}" srcId="{E247DD8C-5FB8-48EC-8A05-046967C1CA5A}" destId="{01B28BAE-CD8F-4CB6-8EDB-2470BE983685}" srcOrd="6" destOrd="0" parTransId="{C9C759B3-8238-484D-BC54-4D9C6394542D}" sibTransId="{C51ACC09-0198-47D6-AD4F-B186967FF0A4}"/>
    <dgm:cxn modelId="{5CD0C384-C468-4334-8BBA-5B2AFA5F0B37}" srcId="{E247DD8C-5FB8-48EC-8A05-046967C1CA5A}" destId="{5D2C5A55-438F-4FE7-BEB6-589DE6BB6A3D}" srcOrd="0" destOrd="0" parTransId="{38CD3B34-E52E-4170-8B90-8629CA282627}" sibTransId="{158C0911-2294-4A03-9C22-4D4BC844C91C}"/>
    <dgm:cxn modelId="{5769CF9E-8ED9-480B-BC61-A319DC6874EC}" srcId="{E247DD8C-5FB8-48EC-8A05-046967C1CA5A}" destId="{160A04A9-10B2-4FAF-8083-15ABA6599C66}" srcOrd="5" destOrd="0" parTransId="{89C946EB-46EC-4C5C-AEF4-7FE6E1139A78}" sibTransId="{43F81C76-C666-41D0-B679-67EBA95312A9}"/>
    <dgm:cxn modelId="{115772C5-A6DE-4C4B-BD12-09B2477DAC4B}" type="presOf" srcId="{21180CED-EDA4-4937-917F-1A45E031292A}" destId="{1179081B-3BC2-412D-BE2C-E1A95CD82F17}" srcOrd="0" destOrd="0" presId="urn:microsoft.com/office/officeart/2005/8/layout/vList2"/>
    <dgm:cxn modelId="{2257E8E1-5A09-4C70-8A74-678C90052898}" srcId="{E247DD8C-5FB8-48EC-8A05-046967C1CA5A}" destId="{7A705378-F75A-4199-A7FD-AA220D1A12BC}" srcOrd="1" destOrd="0" parTransId="{68C03DE1-56C9-44DD-8BAA-AA2DA3B6F7D8}" sibTransId="{A51E747B-59D3-46E2-98DF-405DFB575397}"/>
    <dgm:cxn modelId="{24B37EF1-1A51-4870-B38F-BEBDB6754216}" type="presOf" srcId="{7C3EDB4D-5E70-4106-AA63-E41A8EEAFFB7}" destId="{859A7AA2-F53B-411E-A859-C213C3D3F463}" srcOrd="0" destOrd="0" presId="urn:microsoft.com/office/officeart/2005/8/layout/vList2"/>
    <dgm:cxn modelId="{1E0E45FF-CB4C-42C5-9635-6B062160AD79}" srcId="{E247DD8C-5FB8-48EC-8A05-046967C1CA5A}" destId="{7ACCD8C6-730A-4BD4-A869-D5D0BAF4142F}" srcOrd="2" destOrd="0" parTransId="{2529038C-C899-44B8-8B19-9E872105357E}" sibTransId="{6D6D65EF-B6DE-4C87-B9A9-0B6A3B2CC5EB}"/>
    <dgm:cxn modelId="{0604B5FF-FECD-4C83-A569-A3E4111C7835}" type="presOf" srcId="{E247DD8C-5FB8-48EC-8A05-046967C1CA5A}" destId="{56428B87-9253-46A2-89E3-54DC71AD97C9}" srcOrd="0" destOrd="0" presId="urn:microsoft.com/office/officeart/2005/8/layout/vList2"/>
    <dgm:cxn modelId="{9738A550-AC91-4C7C-AF51-BD047617E03C}" type="presParOf" srcId="{56428B87-9253-46A2-89E3-54DC71AD97C9}" destId="{3D2140E4-C179-457F-A460-97C912B4A351}" srcOrd="0" destOrd="0" presId="urn:microsoft.com/office/officeart/2005/8/layout/vList2"/>
    <dgm:cxn modelId="{D25A8872-98A9-4DBB-B667-FC47D2749E41}" type="presParOf" srcId="{56428B87-9253-46A2-89E3-54DC71AD97C9}" destId="{FF267632-11BE-40CD-AA34-CA68B965CB2D}" srcOrd="1" destOrd="0" presId="urn:microsoft.com/office/officeart/2005/8/layout/vList2"/>
    <dgm:cxn modelId="{D9C43211-EF54-4BC9-9DBE-B64E2E93964A}" type="presParOf" srcId="{56428B87-9253-46A2-89E3-54DC71AD97C9}" destId="{C3600E75-B0CA-41DF-A498-C723743313EE}" srcOrd="2" destOrd="0" presId="urn:microsoft.com/office/officeart/2005/8/layout/vList2"/>
    <dgm:cxn modelId="{6F6B1B3D-752E-464C-AC05-5B5BD5CBD706}" type="presParOf" srcId="{56428B87-9253-46A2-89E3-54DC71AD97C9}" destId="{52FA3B93-1F7F-442A-892E-54CCEC67F099}" srcOrd="3" destOrd="0" presId="urn:microsoft.com/office/officeart/2005/8/layout/vList2"/>
    <dgm:cxn modelId="{48B12C4B-9878-4974-BF5A-40896C611FCB}" type="presParOf" srcId="{56428B87-9253-46A2-89E3-54DC71AD97C9}" destId="{150C1DE9-9026-4ADE-BA54-A24C0CF58705}" srcOrd="4" destOrd="0" presId="urn:microsoft.com/office/officeart/2005/8/layout/vList2"/>
    <dgm:cxn modelId="{313D42EC-0FE7-410E-A035-7DA1B7AC0EE7}" type="presParOf" srcId="{56428B87-9253-46A2-89E3-54DC71AD97C9}" destId="{35FBB9EB-EDE7-4210-A7BD-540B6D10B66F}" srcOrd="5" destOrd="0" presId="urn:microsoft.com/office/officeart/2005/8/layout/vList2"/>
    <dgm:cxn modelId="{9E7B4EB5-4AC4-4F0B-BB52-32F9B6B2D612}" type="presParOf" srcId="{56428B87-9253-46A2-89E3-54DC71AD97C9}" destId="{859A7AA2-F53B-411E-A859-C213C3D3F463}" srcOrd="6" destOrd="0" presId="urn:microsoft.com/office/officeart/2005/8/layout/vList2"/>
    <dgm:cxn modelId="{E0CA7984-EE5A-49E1-9202-2FB0B0A36EFD}" type="presParOf" srcId="{56428B87-9253-46A2-89E3-54DC71AD97C9}" destId="{1968EC95-E616-4FE1-99A0-F77DB0C63C2C}" srcOrd="7" destOrd="0" presId="urn:microsoft.com/office/officeart/2005/8/layout/vList2"/>
    <dgm:cxn modelId="{D1E8CFE3-085A-448B-A31F-E7071F24C691}" type="presParOf" srcId="{56428B87-9253-46A2-89E3-54DC71AD97C9}" destId="{1179081B-3BC2-412D-BE2C-E1A95CD82F17}" srcOrd="8" destOrd="0" presId="urn:microsoft.com/office/officeart/2005/8/layout/vList2"/>
    <dgm:cxn modelId="{139E931D-298C-47F0-9220-BD8EDCA6E0D7}" type="presParOf" srcId="{56428B87-9253-46A2-89E3-54DC71AD97C9}" destId="{9B12F5B9-29D4-4F34-95CB-057D6AB583F3}" srcOrd="9" destOrd="0" presId="urn:microsoft.com/office/officeart/2005/8/layout/vList2"/>
    <dgm:cxn modelId="{03824DE9-47F9-45CF-BCF0-10B625D75CDE}" type="presParOf" srcId="{56428B87-9253-46A2-89E3-54DC71AD97C9}" destId="{E8176FF3-86B4-4610-A7F8-A0981A2724B4}" srcOrd="10" destOrd="0" presId="urn:microsoft.com/office/officeart/2005/8/layout/vList2"/>
    <dgm:cxn modelId="{93F7F103-63B0-4CF0-9030-254E0717A4BD}" type="presParOf" srcId="{56428B87-9253-46A2-89E3-54DC71AD97C9}" destId="{1A7B163B-BF14-45B2-BC8E-B8FBCAE7DFD8}" srcOrd="11" destOrd="0" presId="urn:microsoft.com/office/officeart/2005/8/layout/vList2"/>
    <dgm:cxn modelId="{6793911B-BB9D-4BA4-A836-23575FE613D7}" type="presParOf" srcId="{56428B87-9253-46A2-89E3-54DC71AD97C9}" destId="{7FBC9386-DEE9-497E-96C6-9DCC3B275090}" srcOrd="12"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B140F4EB-E7F2-4644-94D3-A33F3BE980D2}" type="doc">
      <dgm:prSet loTypeId="urn:microsoft.com/office/officeart/2005/8/layout/vList2" loCatId="list" qsTypeId="urn:microsoft.com/office/officeart/2005/8/quickstyle/simple4" qsCatId="simple" csTypeId="urn:microsoft.com/office/officeart/2005/8/colors/colorful2" csCatId="colorful"/>
      <dgm:spPr/>
      <dgm:t>
        <a:bodyPr/>
        <a:lstStyle/>
        <a:p>
          <a:endParaRPr lang="en-US"/>
        </a:p>
      </dgm:t>
    </dgm:pt>
    <dgm:pt modelId="{4FDE0F23-7224-4BAF-B155-6DACF688848C}">
      <dgm:prSet/>
      <dgm:spPr/>
      <dgm:t>
        <a:bodyPr/>
        <a:lstStyle/>
        <a:p>
          <a:r>
            <a:rPr lang="en-US"/>
            <a:t>Professional Milestones</a:t>
          </a:r>
        </a:p>
      </dgm:t>
    </dgm:pt>
    <dgm:pt modelId="{EB9814DE-85EA-46C1-9038-15284E7A7D55}" type="parTrans" cxnId="{B5E2AC62-DD6C-4015-83BE-9449F47C8E40}">
      <dgm:prSet/>
      <dgm:spPr/>
      <dgm:t>
        <a:bodyPr/>
        <a:lstStyle/>
        <a:p>
          <a:endParaRPr lang="en-US"/>
        </a:p>
      </dgm:t>
    </dgm:pt>
    <dgm:pt modelId="{44D3B144-2B40-49D4-8801-902334AAAA3C}" type="sibTrans" cxnId="{B5E2AC62-DD6C-4015-83BE-9449F47C8E40}">
      <dgm:prSet/>
      <dgm:spPr/>
      <dgm:t>
        <a:bodyPr/>
        <a:lstStyle/>
        <a:p>
          <a:endParaRPr lang="en-US"/>
        </a:p>
      </dgm:t>
    </dgm:pt>
    <dgm:pt modelId="{D31121DF-8685-47BF-92BC-193D21AC26C1}">
      <dgm:prSet/>
      <dgm:spPr/>
      <dgm:t>
        <a:bodyPr/>
        <a:lstStyle/>
        <a:p>
          <a:r>
            <a:rPr lang="en-US"/>
            <a:t>Became a reliable team member capable of independent IOT,EMBEDDED AND SOLIDWORK project development</a:t>
          </a:r>
        </a:p>
      </dgm:t>
    </dgm:pt>
    <dgm:pt modelId="{92F62FE9-D3BD-4E0C-BE7C-CDAC37151DD9}" type="parTrans" cxnId="{94719B07-170A-4189-9CD5-8BAA1472357B}">
      <dgm:prSet/>
      <dgm:spPr/>
      <dgm:t>
        <a:bodyPr/>
        <a:lstStyle/>
        <a:p>
          <a:endParaRPr lang="en-US"/>
        </a:p>
      </dgm:t>
    </dgm:pt>
    <dgm:pt modelId="{6ED7969D-1FB3-40D3-902B-246D92E9AEF1}" type="sibTrans" cxnId="{94719B07-170A-4189-9CD5-8BAA1472357B}">
      <dgm:prSet/>
      <dgm:spPr/>
      <dgm:t>
        <a:bodyPr/>
        <a:lstStyle/>
        <a:p>
          <a:endParaRPr lang="en-US"/>
        </a:p>
      </dgm:t>
    </dgm:pt>
    <dgm:pt modelId="{FA569483-2B70-456B-A1C6-A400B7695194}">
      <dgm:prSet/>
      <dgm:spPr/>
      <dgm:t>
        <a:bodyPr/>
        <a:lstStyle/>
        <a:p>
          <a:r>
            <a:rPr lang="en-US"/>
            <a:t>Successfully integrated into MachaDev's embedded systems development workflow and MachaDev’s SolidWorks development workflow.</a:t>
          </a:r>
        </a:p>
      </dgm:t>
    </dgm:pt>
    <dgm:pt modelId="{850FB43A-9BD0-4ECA-AE4C-01A8597F47E3}" type="parTrans" cxnId="{DDA14F4D-5274-40AA-9266-F368710E3686}">
      <dgm:prSet/>
      <dgm:spPr/>
      <dgm:t>
        <a:bodyPr/>
        <a:lstStyle/>
        <a:p>
          <a:endParaRPr lang="en-US"/>
        </a:p>
      </dgm:t>
    </dgm:pt>
    <dgm:pt modelId="{3B1A2ED8-44D7-4971-9D66-9824B3513DD5}" type="sibTrans" cxnId="{DDA14F4D-5274-40AA-9266-F368710E3686}">
      <dgm:prSet/>
      <dgm:spPr/>
      <dgm:t>
        <a:bodyPr/>
        <a:lstStyle/>
        <a:p>
          <a:endParaRPr lang="en-US"/>
        </a:p>
      </dgm:t>
    </dgm:pt>
    <dgm:pt modelId="{869ABC7D-C275-473C-B57B-BCBE8C246E55}">
      <dgm:prSet/>
      <dgm:spPr/>
      <dgm:t>
        <a:bodyPr/>
        <a:lstStyle/>
        <a:p>
          <a:r>
            <a:rPr lang="en-US"/>
            <a:t>Contributed meaningful firmware solutions to real-world IOT applications AND CAD/CAM MODEL</a:t>
          </a:r>
        </a:p>
      </dgm:t>
    </dgm:pt>
    <dgm:pt modelId="{B3B50584-0A6D-4F1D-886C-E63771ED322F}" type="parTrans" cxnId="{6D1CB5EA-9BBD-4842-9188-D0782F6B1838}">
      <dgm:prSet/>
      <dgm:spPr/>
      <dgm:t>
        <a:bodyPr/>
        <a:lstStyle/>
        <a:p>
          <a:endParaRPr lang="en-US"/>
        </a:p>
      </dgm:t>
    </dgm:pt>
    <dgm:pt modelId="{9C87C498-9B2E-471F-B0E9-2588E9EEEDBC}" type="sibTrans" cxnId="{6D1CB5EA-9BBD-4842-9188-D0782F6B1838}">
      <dgm:prSet/>
      <dgm:spPr/>
      <dgm:t>
        <a:bodyPr/>
        <a:lstStyle/>
        <a:p>
          <a:endParaRPr lang="en-US"/>
        </a:p>
      </dgm:t>
    </dgm:pt>
    <dgm:pt modelId="{C6A49418-D591-4F94-958E-BD05B34EB9CD}">
      <dgm:prSet/>
      <dgm:spPr/>
      <dgm:t>
        <a:bodyPr/>
        <a:lstStyle/>
        <a:p>
          <a:r>
            <a:rPr lang="en-US"/>
            <a:t>Built upon previous RISETECH internship experience to deliver advanced embedded solutions.</a:t>
          </a:r>
        </a:p>
      </dgm:t>
    </dgm:pt>
    <dgm:pt modelId="{EBF0E7FC-299B-4755-B745-F99D53A03E60}" type="parTrans" cxnId="{CE04CB5C-6144-434A-A9C7-EF877FE32B73}">
      <dgm:prSet/>
      <dgm:spPr/>
      <dgm:t>
        <a:bodyPr/>
        <a:lstStyle/>
        <a:p>
          <a:endParaRPr lang="en-US"/>
        </a:p>
      </dgm:t>
    </dgm:pt>
    <dgm:pt modelId="{E80B6FB1-534F-4D6C-B234-D3DDC5AE76A2}" type="sibTrans" cxnId="{CE04CB5C-6144-434A-A9C7-EF877FE32B73}">
      <dgm:prSet/>
      <dgm:spPr/>
      <dgm:t>
        <a:bodyPr/>
        <a:lstStyle/>
        <a:p>
          <a:endParaRPr lang="en-US"/>
        </a:p>
      </dgm:t>
    </dgm:pt>
    <dgm:pt modelId="{FDF02EC9-EDCF-4913-AA25-D6E5D16FF9B0}" type="pres">
      <dgm:prSet presAssocID="{B140F4EB-E7F2-4644-94D3-A33F3BE980D2}" presName="linear" presStyleCnt="0">
        <dgm:presLayoutVars>
          <dgm:animLvl val="lvl"/>
          <dgm:resizeHandles val="exact"/>
        </dgm:presLayoutVars>
      </dgm:prSet>
      <dgm:spPr/>
    </dgm:pt>
    <dgm:pt modelId="{78B7C210-3A9D-48A3-BBDA-AB611C62F91B}" type="pres">
      <dgm:prSet presAssocID="{4FDE0F23-7224-4BAF-B155-6DACF688848C}" presName="parentText" presStyleLbl="node1" presStyleIdx="0" presStyleCnt="5">
        <dgm:presLayoutVars>
          <dgm:chMax val="0"/>
          <dgm:bulletEnabled val="1"/>
        </dgm:presLayoutVars>
      </dgm:prSet>
      <dgm:spPr/>
    </dgm:pt>
    <dgm:pt modelId="{E03F3A69-16BE-4F83-90C0-D02FC3C3223D}" type="pres">
      <dgm:prSet presAssocID="{44D3B144-2B40-49D4-8801-902334AAAA3C}" presName="spacer" presStyleCnt="0"/>
      <dgm:spPr/>
    </dgm:pt>
    <dgm:pt modelId="{BA523E03-2D1C-4C90-9120-03C0B93F0EB3}" type="pres">
      <dgm:prSet presAssocID="{D31121DF-8685-47BF-92BC-193D21AC26C1}" presName="parentText" presStyleLbl="node1" presStyleIdx="1" presStyleCnt="5">
        <dgm:presLayoutVars>
          <dgm:chMax val="0"/>
          <dgm:bulletEnabled val="1"/>
        </dgm:presLayoutVars>
      </dgm:prSet>
      <dgm:spPr/>
    </dgm:pt>
    <dgm:pt modelId="{AAF56ABC-AB4C-460F-AC8F-1AA6A1ABBC41}" type="pres">
      <dgm:prSet presAssocID="{6ED7969D-1FB3-40D3-902B-246D92E9AEF1}" presName="spacer" presStyleCnt="0"/>
      <dgm:spPr/>
    </dgm:pt>
    <dgm:pt modelId="{4952B35D-AB9A-412B-AC90-5D9CFB6A7093}" type="pres">
      <dgm:prSet presAssocID="{FA569483-2B70-456B-A1C6-A400B7695194}" presName="parentText" presStyleLbl="node1" presStyleIdx="2" presStyleCnt="5">
        <dgm:presLayoutVars>
          <dgm:chMax val="0"/>
          <dgm:bulletEnabled val="1"/>
        </dgm:presLayoutVars>
      </dgm:prSet>
      <dgm:spPr/>
    </dgm:pt>
    <dgm:pt modelId="{5308D4CB-4612-4A63-A9E7-2B44E3258B61}" type="pres">
      <dgm:prSet presAssocID="{3B1A2ED8-44D7-4971-9D66-9824B3513DD5}" presName="spacer" presStyleCnt="0"/>
      <dgm:spPr/>
    </dgm:pt>
    <dgm:pt modelId="{4990FB42-5F13-4BF2-B425-FEE20DBB0AD9}" type="pres">
      <dgm:prSet presAssocID="{869ABC7D-C275-473C-B57B-BCBE8C246E55}" presName="parentText" presStyleLbl="node1" presStyleIdx="3" presStyleCnt="5">
        <dgm:presLayoutVars>
          <dgm:chMax val="0"/>
          <dgm:bulletEnabled val="1"/>
        </dgm:presLayoutVars>
      </dgm:prSet>
      <dgm:spPr/>
    </dgm:pt>
    <dgm:pt modelId="{B1A2817F-B3C8-4313-8ABF-4D6196FFB36F}" type="pres">
      <dgm:prSet presAssocID="{9C87C498-9B2E-471F-B0E9-2588E9EEEDBC}" presName="spacer" presStyleCnt="0"/>
      <dgm:spPr/>
    </dgm:pt>
    <dgm:pt modelId="{43E7B2EF-F1B3-4247-9640-45E33956DCA4}" type="pres">
      <dgm:prSet presAssocID="{C6A49418-D591-4F94-958E-BD05B34EB9CD}" presName="parentText" presStyleLbl="node1" presStyleIdx="4" presStyleCnt="5">
        <dgm:presLayoutVars>
          <dgm:chMax val="0"/>
          <dgm:bulletEnabled val="1"/>
        </dgm:presLayoutVars>
      </dgm:prSet>
      <dgm:spPr/>
    </dgm:pt>
  </dgm:ptLst>
  <dgm:cxnLst>
    <dgm:cxn modelId="{94719B07-170A-4189-9CD5-8BAA1472357B}" srcId="{B140F4EB-E7F2-4644-94D3-A33F3BE980D2}" destId="{D31121DF-8685-47BF-92BC-193D21AC26C1}" srcOrd="1" destOrd="0" parTransId="{92F62FE9-D3BD-4E0C-BE7C-CDAC37151DD9}" sibTransId="{6ED7969D-1FB3-40D3-902B-246D92E9AEF1}"/>
    <dgm:cxn modelId="{07F9D51D-F33B-49D4-8225-169E81F165BB}" type="presOf" srcId="{4FDE0F23-7224-4BAF-B155-6DACF688848C}" destId="{78B7C210-3A9D-48A3-BBDA-AB611C62F91B}" srcOrd="0" destOrd="0" presId="urn:microsoft.com/office/officeart/2005/8/layout/vList2"/>
    <dgm:cxn modelId="{6A7C2A2C-E79A-4258-BF1E-13887E668FB8}" type="presOf" srcId="{C6A49418-D591-4F94-958E-BD05B34EB9CD}" destId="{43E7B2EF-F1B3-4247-9640-45E33956DCA4}" srcOrd="0" destOrd="0" presId="urn:microsoft.com/office/officeart/2005/8/layout/vList2"/>
    <dgm:cxn modelId="{CE04CB5C-6144-434A-A9C7-EF877FE32B73}" srcId="{B140F4EB-E7F2-4644-94D3-A33F3BE980D2}" destId="{C6A49418-D591-4F94-958E-BD05B34EB9CD}" srcOrd="4" destOrd="0" parTransId="{EBF0E7FC-299B-4755-B745-F99D53A03E60}" sibTransId="{E80B6FB1-534F-4D6C-B234-D3DDC5AE76A2}"/>
    <dgm:cxn modelId="{B5E2AC62-DD6C-4015-83BE-9449F47C8E40}" srcId="{B140F4EB-E7F2-4644-94D3-A33F3BE980D2}" destId="{4FDE0F23-7224-4BAF-B155-6DACF688848C}" srcOrd="0" destOrd="0" parTransId="{EB9814DE-85EA-46C1-9038-15284E7A7D55}" sibTransId="{44D3B144-2B40-49D4-8801-902334AAAA3C}"/>
    <dgm:cxn modelId="{EE06EE47-3F1A-4429-A07A-CDD840C69E8A}" type="presOf" srcId="{869ABC7D-C275-473C-B57B-BCBE8C246E55}" destId="{4990FB42-5F13-4BF2-B425-FEE20DBB0AD9}" srcOrd="0" destOrd="0" presId="urn:microsoft.com/office/officeart/2005/8/layout/vList2"/>
    <dgm:cxn modelId="{87CC7B4A-9683-4607-B94F-398819C2E920}" type="presOf" srcId="{FA569483-2B70-456B-A1C6-A400B7695194}" destId="{4952B35D-AB9A-412B-AC90-5D9CFB6A7093}" srcOrd="0" destOrd="0" presId="urn:microsoft.com/office/officeart/2005/8/layout/vList2"/>
    <dgm:cxn modelId="{DDA14F4D-5274-40AA-9266-F368710E3686}" srcId="{B140F4EB-E7F2-4644-94D3-A33F3BE980D2}" destId="{FA569483-2B70-456B-A1C6-A400B7695194}" srcOrd="2" destOrd="0" parTransId="{850FB43A-9BD0-4ECA-AE4C-01A8597F47E3}" sibTransId="{3B1A2ED8-44D7-4971-9D66-9824B3513DD5}"/>
    <dgm:cxn modelId="{833F079E-A8AB-49D0-8E35-FAFD14F9A996}" type="presOf" srcId="{B140F4EB-E7F2-4644-94D3-A33F3BE980D2}" destId="{FDF02EC9-EDCF-4913-AA25-D6E5D16FF9B0}" srcOrd="0" destOrd="0" presId="urn:microsoft.com/office/officeart/2005/8/layout/vList2"/>
    <dgm:cxn modelId="{6D1CB5EA-9BBD-4842-9188-D0782F6B1838}" srcId="{B140F4EB-E7F2-4644-94D3-A33F3BE980D2}" destId="{869ABC7D-C275-473C-B57B-BCBE8C246E55}" srcOrd="3" destOrd="0" parTransId="{B3B50584-0A6D-4F1D-886C-E63771ED322F}" sibTransId="{9C87C498-9B2E-471F-B0E9-2588E9EEEDBC}"/>
    <dgm:cxn modelId="{5D1D67EE-D31E-49E0-9F91-9679486E3139}" type="presOf" srcId="{D31121DF-8685-47BF-92BC-193D21AC26C1}" destId="{BA523E03-2D1C-4C90-9120-03C0B93F0EB3}" srcOrd="0" destOrd="0" presId="urn:microsoft.com/office/officeart/2005/8/layout/vList2"/>
    <dgm:cxn modelId="{FA5B7A84-29EE-4663-AB4F-A594696DDC4A}" type="presParOf" srcId="{FDF02EC9-EDCF-4913-AA25-D6E5D16FF9B0}" destId="{78B7C210-3A9D-48A3-BBDA-AB611C62F91B}" srcOrd="0" destOrd="0" presId="urn:microsoft.com/office/officeart/2005/8/layout/vList2"/>
    <dgm:cxn modelId="{81CFEE48-365E-4436-BE2A-C56211987DBC}" type="presParOf" srcId="{FDF02EC9-EDCF-4913-AA25-D6E5D16FF9B0}" destId="{E03F3A69-16BE-4F83-90C0-D02FC3C3223D}" srcOrd="1" destOrd="0" presId="urn:microsoft.com/office/officeart/2005/8/layout/vList2"/>
    <dgm:cxn modelId="{224156D4-4C7C-48B5-AF94-882D009723DE}" type="presParOf" srcId="{FDF02EC9-EDCF-4913-AA25-D6E5D16FF9B0}" destId="{BA523E03-2D1C-4C90-9120-03C0B93F0EB3}" srcOrd="2" destOrd="0" presId="urn:microsoft.com/office/officeart/2005/8/layout/vList2"/>
    <dgm:cxn modelId="{6D578E21-C693-4A73-B5FD-F65626B82D89}" type="presParOf" srcId="{FDF02EC9-EDCF-4913-AA25-D6E5D16FF9B0}" destId="{AAF56ABC-AB4C-460F-AC8F-1AA6A1ABBC41}" srcOrd="3" destOrd="0" presId="urn:microsoft.com/office/officeart/2005/8/layout/vList2"/>
    <dgm:cxn modelId="{29D839F3-ABFD-4EB0-A01D-D15FE65A3925}" type="presParOf" srcId="{FDF02EC9-EDCF-4913-AA25-D6E5D16FF9B0}" destId="{4952B35D-AB9A-412B-AC90-5D9CFB6A7093}" srcOrd="4" destOrd="0" presId="urn:microsoft.com/office/officeart/2005/8/layout/vList2"/>
    <dgm:cxn modelId="{83C6C755-77A1-41A3-96B8-2D0503A1F625}" type="presParOf" srcId="{FDF02EC9-EDCF-4913-AA25-D6E5D16FF9B0}" destId="{5308D4CB-4612-4A63-A9E7-2B44E3258B61}" srcOrd="5" destOrd="0" presId="urn:microsoft.com/office/officeart/2005/8/layout/vList2"/>
    <dgm:cxn modelId="{7EBFFC03-9192-4E79-893E-FF65D8980040}" type="presParOf" srcId="{FDF02EC9-EDCF-4913-AA25-D6E5D16FF9B0}" destId="{4990FB42-5F13-4BF2-B425-FEE20DBB0AD9}" srcOrd="6" destOrd="0" presId="urn:microsoft.com/office/officeart/2005/8/layout/vList2"/>
    <dgm:cxn modelId="{596A2AC3-0EF0-483B-8FE0-884EDD2C0187}" type="presParOf" srcId="{FDF02EC9-EDCF-4913-AA25-D6E5D16FF9B0}" destId="{B1A2817F-B3C8-4313-8ABF-4D6196FFB36F}" srcOrd="7" destOrd="0" presId="urn:microsoft.com/office/officeart/2005/8/layout/vList2"/>
    <dgm:cxn modelId="{D3AE7328-E5F5-4185-9772-4F18691236F1}" type="presParOf" srcId="{FDF02EC9-EDCF-4913-AA25-D6E5D16FF9B0}" destId="{43E7B2EF-F1B3-4247-9640-45E33956DCA4}" srcOrd="8"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95F8DBC1-EEC3-45D5-A081-C8F35A484308}" type="doc">
      <dgm:prSet loTypeId="urn:microsoft.com/office/officeart/2005/8/layout/vList2" loCatId="list" qsTypeId="urn:microsoft.com/office/officeart/2005/8/quickstyle/simple4" qsCatId="simple" csTypeId="urn:microsoft.com/office/officeart/2005/8/colors/colorful5" csCatId="colorful"/>
      <dgm:spPr/>
      <dgm:t>
        <a:bodyPr/>
        <a:lstStyle/>
        <a:p>
          <a:endParaRPr lang="en-US"/>
        </a:p>
      </dgm:t>
    </dgm:pt>
    <dgm:pt modelId="{84E8F985-6C88-46ED-9BD9-8620846F2734}">
      <dgm:prSet/>
      <dgm:spPr/>
      <dgm:t>
        <a:bodyPr/>
        <a:lstStyle/>
        <a:p>
          <a:r>
            <a:rPr lang="en-US"/>
            <a:t>Academic-Industry Bridge</a:t>
          </a:r>
        </a:p>
      </dgm:t>
    </dgm:pt>
    <dgm:pt modelId="{BC3D79CA-082F-42DE-9C9F-E0B8CF205B03}" type="parTrans" cxnId="{088ED63E-71EF-410D-9143-500B2C167B7B}">
      <dgm:prSet/>
      <dgm:spPr/>
      <dgm:t>
        <a:bodyPr/>
        <a:lstStyle/>
        <a:p>
          <a:endParaRPr lang="en-US"/>
        </a:p>
      </dgm:t>
    </dgm:pt>
    <dgm:pt modelId="{BF58B903-0776-4695-9530-F98DCCD904B1}" type="sibTrans" cxnId="{088ED63E-71EF-410D-9143-500B2C167B7B}">
      <dgm:prSet/>
      <dgm:spPr/>
      <dgm:t>
        <a:bodyPr/>
        <a:lstStyle/>
        <a:p>
          <a:endParaRPr lang="en-US"/>
        </a:p>
      </dgm:t>
    </dgm:pt>
    <dgm:pt modelId="{D7BF4B76-ED13-468A-888C-14D557C80FED}">
      <dgm:prSet/>
      <dgm:spPr/>
      <dgm:t>
        <a:bodyPr/>
        <a:lstStyle/>
        <a:p>
          <a:r>
            <a:rPr lang="en-US"/>
            <a:t>Successfully applied theoretical knowledge from Computer Engineering coursework to practical industry projects</a:t>
          </a:r>
        </a:p>
      </dgm:t>
    </dgm:pt>
    <dgm:pt modelId="{80500864-D426-4B48-9804-A694272FD4EE}" type="parTrans" cxnId="{F249D321-E446-4CED-9C01-33C03B61BCEB}">
      <dgm:prSet/>
      <dgm:spPr/>
      <dgm:t>
        <a:bodyPr/>
        <a:lstStyle/>
        <a:p>
          <a:endParaRPr lang="en-US"/>
        </a:p>
      </dgm:t>
    </dgm:pt>
    <dgm:pt modelId="{CBE83A47-93CA-41C7-A956-A487FD67C00E}" type="sibTrans" cxnId="{F249D321-E446-4CED-9C01-33C03B61BCEB}">
      <dgm:prSet/>
      <dgm:spPr/>
      <dgm:t>
        <a:bodyPr/>
        <a:lstStyle/>
        <a:p>
          <a:endParaRPr lang="en-US"/>
        </a:p>
      </dgm:t>
    </dgm:pt>
    <dgm:pt modelId="{C8561EEF-DE1F-4DDA-8A52-E295866B154F}">
      <dgm:prSet/>
      <dgm:spPr/>
      <dgm:t>
        <a:bodyPr/>
        <a:lstStyle/>
        <a:p>
          <a:r>
            <a:rPr lang="en-US"/>
            <a:t>Maintained consistent academic performance while gaining valuable industry experience</a:t>
          </a:r>
        </a:p>
      </dgm:t>
    </dgm:pt>
    <dgm:pt modelId="{F470312F-4B77-47E7-A829-CD32D1B4FB4C}" type="parTrans" cxnId="{B0245424-0371-480B-9971-113A90701932}">
      <dgm:prSet/>
      <dgm:spPr/>
      <dgm:t>
        <a:bodyPr/>
        <a:lstStyle/>
        <a:p>
          <a:endParaRPr lang="en-US"/>
        </a:p>
      </dgm:t>
    </dgm:pt>
    <dgm:pt modelId="{E0E84737-7BF0-47FA-A955-C29493EE762F}" type="sibTrans" cxnId="{B0245424-0371-480B-9971-113A90701932}">
      <dgm:prSet/>
      <dgm:spPr/>
      <dgm:t>
        <a:bodyPr/>
        <a:lstStyle/>
        <a:p>
          <a:endParaRPr lang="en-US"/>
        </a:p>
      </dgm:t>
    </dgm:pt>
    <dgm:pt modelId="{1CFD5438-9625-4EC9-85AB-C0ACCEEE77BD}">
      <dgm:prSet/>
      <dgm:spPr/>
      <dgm:t>
        <a:bodyPr/>
        <a:lstStyle/>
        <a:p>
          <a:r>
            <a:rPr lang="en-US"/>
            <a:t>Demonstrated ability to balance rigorous university studies with professional responsibilities</a:t>
          </a:r>
        </a:p>
      </dgm:t>
    </dgm:pt>
    <dgm:pt modelId="{9DF92AF4-9E10-4598-AD55-9D8CDFFF376F}" type="parTrans" cxnId="{52FFDA68-CC2D-420E-98F3-E618F9B61C2E}">
      <dgm:prSet/>
      <dgm:spPr/>
      <dgm:t>
        <a:bodyPr/>
        <a:lstStyle/>
        <a:p>
          <a:endParaRPr lang="en-US"/>
        </a:p>
      </dgm:t>
    </dgm:pt>
    <dgm:pt modelId="{223D3C62-691B-424B-B5D1-81A333C38DB3}" type="sibTrans" cxnId="{52FFDA68-CC2D-420E-98F3-E618F9B61C2E}">
      <dgm:prSet/>
      <dgm:spPr/>
      <dgm:t>
        <a:bodyPr/>
        <a:lstStyle/>
        <a:p>
          <a:endParaRPr lang="en-US"/>
        </a:p>
      </dgm:t>
    </dgm:pt>
    <dgm:pt modelId="{7C31F804-50E6-4622-94AF-F9894506898E}" type="pres">
      <dgm:prSet presAssocID="{95F8DBC1-EEC3-45D5-A081-C8F35A484308}" presName="linear" presStyleCnt="0">
        <dgm:presLayoutVars>
          <dgm:animLvl val="lvl"/>
          <dgm:resizeHandles val="exact"/>
        </dgm:presLayoutVars>
      </dgm:prSet>
      <dgm:spPr/>
    </dgm:pt>
    <dgm:pt modelId="{EDCBDB0A-A0CA-422B-ABA6-B1AA02CA038B}" type="pres">
      <dgm:prSet presAssocID="{84E8F985-6C88-46ED-9BD9-8620846F2734}" presName="parentText" presStyleLbl="node1" presStyleIdx="0" presStyleCnt="4">
        <dgm:presLayoutVars>
          <dgm:chMax val="0"/>
          <dgm:bulletEnabled val="1"/>
        </dgm:presLayoutVars>
      </dgm:prSet>
      <dgm:spPr/>
    </dgm:pt>
    <dgm:pt modelId="{3FA8116A-E26D-4E1F-B619-1C3839277F35}" type="pres">
      <dgm:prSet presAssocID="{BF58B903-0776-4695-9530-F98DCCD904B1}" presName="spacer" presStyleCnt="0"/>
      <dgm:spPr/>
    </dgm:pt>
    <dgm:pt modelId="{F9EF2AE5-BC1F-447F-87DA-5D0008D4337C}" type="pres">
      <dgm:prSet presAssocID="{D7BF4B76-ED13-468A-888C-14D557C80FED}" presName="parentText" presStyleLbl="node1" presStyleIdx="1" presStyleCnt="4">
        <dgm:presLayoutVars>
          <dgm:chMax val="0"/>
          <dgm:bulletEnabled val="1"/>
        </dgm:presLayoutVars>
      </dgm:prSet>
      <dgm:spPr/>
    </dgm:pt>
    <dgm:pt modelId="{8652AB29-5B22-4837-8897-01450FBA0AD5}" type="pres">
      <dgm:prSet presAssocID="{CBE83A47-93CA-41C7-A956-A487FD67C00E}" presName="spacer" presStyleCnt="0"/>
      <dgm:spPr/>
    </dgm:pt>
    <dgm:pt modelId="{5AAA4842-134F-45D1-9C9B-372D43A1A275}" type="pres">
      <dgm:prSet presAssocID="{C8561EEF-DE1F-4DDA-8A52-E295866B154F}" presName="parentText" presStyleLbl="node1" presStyleIdx="2" presStyleCnt="4">
        <dgm:presLayoutVars>
          <dgm:chMax val="0"/>
          <dgm:bulletEnabled val="1"/>
        </dgm:presLayoutVars>
      </dgm:prSet>
      <dgm:spPr/>
    </dgm:pt>
    <dgm:pt modelId="{AF23EE3D-F769-4353-90A1-95049DF3B12A}" type="pres">
      <dgm:prSet presAssocID="{E0E84737-7BF0-47FA-A955-C29493EE762F}" presName="spacer" presStyleCnt="0"/>
      <dgm:spPr/>
    </dgm:pt>
    <dgm:pt modelId="{1837EA2F-9D50-463E-B325-BD0BFCE206D1}" type="pres">
      <dgm:prSet presAssocID="{1CFD5438-9625-4EC9-85AB-C0ACCEEE77BD}" presName="parentText" presStyleLbl="node1" presStyleIdx="3" presStyleCnt="4">
        <dgm:presLayoutVars>
          <dgm:chMax val="0"/>
          <dgm:bulletEnabled val="1"/>
        </dgm:presLayoutVars>
      </dgm:prSet>
      <dgm:spPr/>
    </dgm:pt>
  </dgm:ptLst>
  <dgm:cxnLst>
    <dgm:cxn modelId="{F249D321-E446-4CED-9C01-33C03B61BCEB}" srcId="{95F8DBC1-EEC3-45D5-A081-C8F35A484308}" destId="{D7BF4B76-ED13-468A-888C-14D557C80FED}" srcOrd="1" destOrd="0" parTransId="{80500864-D426-4B48-9804-A694272FD4EE}" sibTransId="{CBE83A47-93CA-41C7-A956-A487FD67C00E}"/>
    <dgm:cxn modelId="{B0245424-0371-480B-9971-113A90701932}" srcId="{95F8DBC1-EEC3-45D5-A081-C8F35A484308}" destId="{C8561EEF-DE1F-4DDA-8A52-E295866B154F}" srcOrd="2" destOrd="0" parTransId="{F470312F-4B77-47E7-A829-CD32D1B4FB4C}" sibTransId="{E0E84737-7BF0-47FA-A955-C29493EE762F}"/>
    <dgm:cxn modelId="{088ED63E-71EF-410D-9143-500B2C167B7B}" srcId="{95F8DBC1-EEC3-45D5-A081-C8F35A484308}" destId="{84E8F985-6C88-46ED-9BD9-8620846F2734}" srcOrd="0" destOrd="0" parTransId="{BC3D79CA-082F-42DE-9C9F-E0B8CF205B03}" sibTransId="{BF58B903-0776-4695-9530-F98DCCD904B1}"/>
    <dgm:cxn modelId="{52FFDA68-CC2D-420E-98F3-E618F9B61C2E}" srcId="{95F8DBC1-EEC3-45D5-A081-C8F35A484308}" destId="{1CFD5438-9625-4EC9-85AB-C0ACCEEE77BD}" srcOrd="3" destOrd="0" parTransId="{9DF92AF4-9E10-4598-AD55-9D8CDFFF376F}" sibTransId="{223D3C62-691B-424B-B5D1-81A333C38DB3}"/>
    <dgm:cxn modelId="{D33DDF4A-A7F6-4B14-BFF5-6E99DAF5930F}" type="presOf" srcId="{95F8DBC1-EEC3-45D5-A081-C8F35A484308}" destId="{7C31F804-50E6-4622-94AF-F9894506898E}" srcOrd="0" destOrd="0" presId="urn:microsoft.com/office/officeart/2005/8/layout/vList2"/>
    <dgm:cxn modelId="{A5555453-FA21-4126-84A2-C0498DFB1008}" type="presOf" srcId="{C8561EEF-DE1F-4DDA-8A52-E295866B154F}" destId="{5AAA4842-134F-45D1-9C9B-372D43A1A275}" srcOrd="0" destOrd="0" presId="urn:microsoft.com/office/officeart/2005/8/layout/vList2"/>
    <dgm:cxn modelId="{65931B93-B45B-4F2E-B716-FFF2CC80E780}" type="presOf" srcId="{D7BF4B76-ED13-468A-888C-14D557C80FED}" destId="{F9EF2AE5-BC1F-447F-87DA-5D0008D4337C}" srcOrd="0" destOrd="0" presId="urn:microsoft.com/office/officeart/2005/8/layout/vList2"/>
    <dgm:cxn modelId="{984B10CA-C0DD-4E77-BC87-97AA2F2A15D5}" type="presOf" srcId="{1CFD5438-9625-4EC9-85AB-C0ACCEEE77BD}" destId="{1837EA2F-9D50-463E-B325-BD0BFCE206D1}" srcOrd="0" destOrd="0" presId="urn:microsoft.com/office/officeart/2005/8/layout/vList2"/>
    <dgm:cxn modelId="{5C2DE2E9-BD0D-40A2-96A5-F23E6A7E5214}" type="presOf" srcId="{84E8F985-6C88-46ED-9BD9-8620846F2734}" destId="{EDCBDB0A-A0CA-422B-ABA6-B1AA02CA038B}" srcOrd="0" destOrd="0" presId="urn:microsoft.com/office/officeart/2005/8/layout/vList2"/>
    <dgm:cxn modelId="{044F35C4-1800-4104-B9DE-73C60C500ABF}" type="presParOf" srcId="{7C31F804-50E6-4622-94AF-F9894506898E}" destId="{EDCBDB0A-A0CA-422B-ABA6-B1AA02CA038B}" srcOrd="0" destOrd="0" presId="urn:microsoft.com/office/officeart/2005/8/layout/vList2"/>
    <dgm:cxn modelId="{CF70E5CE-D2DE-457B-B9AB-F2A6C0A3218B}" type="presParOf" srcId="{7C31F804-50E6-4622-94AF-F9894506898E}" destId="{3FA8116A-E26D-4E1F-B619-1C3839277F35}" srcOrd="1" destOrd="0" presId="urn:microsoft.com/office/officeart/2005/8/layout/vList2"/>
    <dgm:cxn modelId="{C34360E5-C9F6-441A-8D23-61D86DB3D524}" type="presParOf" srcId="{7C31F804-50E6-4622-94AF-F9894506898E}" destId="{F9EF2AE5-BC1F-447F-87DA-5D0008D4337C}" srcOrd="2" destOrd="0" presId="urn:microsoft.com/office/officeart/2005/8/layout/vList2"/>
    <dgm:cxn modelId="{86122114-1123-4F5A-BF38-348F90D55382}" type="presParOf" srcId="{7C31F804-50E6-4622-94AF-F9894506898E}" destId="{8652AB29-5B22-4837-8897-01450FBA0AD5}" srcOrd="3" destOrd="0" presId="urn:microsoft.com/office/officeart/2005/8/layout/vList2"/>
    <dgm:cxn modelId="{8D41046B-60CB-4237-82DD-3E327AA15C99}" type="presParOf" srcId="{7C31F804-50E6-4622-94AF-F9894506898E}" destId="{5AAA4842-134F-45D1-9C9B-372D43A1A275}" srcOrd="4" destOrd="0" presId="urn:microsoft.com/office/officeart/2005/8/layout/vList2"/>
    <dgm:cxn modelId="{8AA52ADA-2565-46AF-9AEA-9A0B1BE14206}" type="presParOf" srcId="{7C31F804-50E6-4622-94AF-F9894506898E}" destId="{AF23EE3D-F769-4353-90A1-95049DF3B12A}" srcOrd="5" destOrd="0" presId="urn:microsoft.com/office/officeart/2005/8/layout/vList2"/>
    <dgm:cxn modelId="{AF9CCA3B-3D89-451F-A8FE-F77225CA38F3}" type="presParOf" srcId="{7C31F804-50E6-4622-94AF-F9894506898E}" destId="{1837EA2F-9D50-463E-B325-BD0BFCE206D1}"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6.xml><?xml version="1.0" encoding="utf-8"?>
<dgm:dataModel xmlns:dgm="http://schemas.openxmlformats.org/drawingml/2006/diagram" xmlns:a="http://schemas.openxmlformats.org/drawingml/2006/main">
  <dgm:ptLst>
    <dgm:pt modelId="{8D793E44-1166-449E-82F7-D6EF4970F6FD}" type="doc">
      <dgm:prSet loTypeId="urn:microsoft.com/office/officeart/2005/8/layout/vList2" loCatId="list" qsTypeId="urn:microsoft.com/office/officeart/2005/8/quickstyle/simple4" qsCatId="simple" csTypeId="urn:microsoft.com/office/officeart/2005/8/colors/colorful5" csCatId="colorful"/>
      <dgm:spPr/>
      <dgm:t>
        <a:bodyPr/>
        <a:lstStyle/>
        <a:p>
          <a:endParaRPr lang="en-US"/>
        </a:p>
      </dgm:t>
    </dgm:pt>
    <dgm:pt modelId="{494D3518-978F-4144-9E59-B5F5D2BBC3B0}">
      <dgm:prSet/>
      <dgm:spPr/>
      <dgm:t>
        <a:bodyPr/>
        <a:lstStyle/>
        <a:p>
          <a:r>
            <a:rPr lang="en-US"/>
            <a:t>Key Learning Outcomes</a:t>
          </a:r>
        </a:p>
      </dgm:t>
    </dgm:pt>
    <dgm:pt modelId="{91C99B7C-83C0-4F0B-9921-57C174D451FD}" type="parTrans" cxnId="{0C91562F-AA23-4D0C-AA5D-5DFAFEDEF3E8}">
      <dgm:prSet/>
      <dgm:spPr/>
      <dgm:t>
        <a:bodyPr/>
        <a:lstStyle/>
        <a:p>
          <a:endParaRPr lang="en-US"/>
        </a:p>
      </dgm:t>
    </dgm:pt>
    <dgm:pt modelId="{0DAD2497-A968-4156-8981-BF528C2F614E}" type="sibTrans" cxnId="{0C91562F-AA23-4D0C-AA5D-5DFAFEDEF3E8}">
      <dgm:prSet/>
      <dgm:spPr/>
      <dgm:t>
        <a:bodyPr/>
        <a:lstStyle/>
        <a:p>
          <a:endParaRPr lang="en-US"/>
        </a:p>
      </dgm:t>
    </dgm:pt>
    <dgm:pt modelId="{503C5FCC-7ACA-4D3E-AC9D-62885C878851}">
      <dgm:prSet/>
      <dgm:spPr/>
      <dgm:t>
        <a:bodyPr/>
        <a:lstStyle/>
        <a:p>
          <a:r>
            <a:rPr lang="en-US"/>
            <a:t>Technical Learning</a:t>
          </a:r>
        </a:p>
      </dgm:t>
    </dgm:pt>
    <dgm:pt modelId="{353BEFB1-62D9-4D30-BFBE-74B6D9A78CBD}" type="parTrans" cxnId="{42B8D7C3-AE9B-49D2-816C-691A4C0BE637}">
      <dgm:prSet/>
      <dgm:spPr/>
      <dgm:t>
        <a:bodyPr/>
        <a:lstStyle/>
        <a:p>
          <a:endParaRPr lang="en-US"/>
        </a:p>
      </dgm:t>
    </dgm:pt>
    <dgm:pt modelId="{690D35EA-D209-468A-903D-D935DA63D0FE}" type="sibTrans" cxnId="{42B8D7C3-AE9B-49D2-816C-691A4C0BE637}">
      <dgm:prSet/>
      <dgm:spPr/>
      <dgm:t>
        <a:bodyPr/>
        <a:lstStyle/>
        <a:p>
          <a:endParaRPr lang="en-US"/>
        </a:p>
      </dgm:t>
    </dgm:pt>
    <dgm:pt modelId="{062BDAE4-F21B-4115-97C5-4A28369CF6E3}">
      <dgm:prSet/>
      <dgm:spPr/>
      <dgm:t>
        <a:bodyPr/>
        <a:lstStyle/>
        <a:p>
          <a:r>
            <a:rPr lang="en-US" b="1"/>
            <a:t>Advanced IOT Protocols </a:t>
          </a:r>
          <a:r>
            <a:rPr lang="en-US"/>
            <a:t>  Mastered professional IOT communication protocols and system architecture.</a:t>
          </a:r>
        </a:p>
      </dgm:t>
    </dgm:pt>
    <dgm:pt modelId="{8DA764BD-AF0B-4ED7-AF87-17935C2D7F08}" type="parTrans" cxnId="{45911A09-1EF5-4266-A593-027175BC8741}">
      <dgm:prSet/>
      <dgm:spPr/>
      <dgm:t>
        <a:bodyPr/>
        <a:lstStyle/>
        <a:p>
          <a:endParaRPr lang="en-US"/>
        </a:p>
      </dgm:t>
    </dgm:pt>
    <dgm:pt modelId="{CFD32871-CE86-4888-B691-4729E5D7BCD2}" type="sibTrans" cxnId="{45911A09-1EF5-4266-A593-027175BC8741}">
      <dgm:prSet/>
      <dgm:spPr/>
      <dgm:t>
        <a:bodyPr/>
        <a:lstStyle/>
        <a:p>
          <a:endParaRPr lang="en-US"/>
        </a:p>
      </dgm:t>
    </dgm:pt>
    <dgm:pt modelId="{B9D4538C-AB0C-403F-9D61-B1F9C169F403}">
      <dgm:prSet/>
      <dgm:spPr/>
      <dgm:t>
        <a:bodyPr/>
        <a:lstStyle/>
        <a:p>
          <a:r>
            <a:rPr lang="en-US" b="1"/>
            <a:t>ESP-IDF Framework </a:t>
          </a:r>
          <a:r>
            <a:rPr lang="en-US"/>
            <a:t> Gained expertise in Espressif' s development framework for complex embedded applications.</a:t>
          </a:r>
        </a:p>
      </dgm:t>
    </dgm:pt>
    <dgm:pt modelId="{D431C7D2-4B29-4180-BFF5-8B978B55A1A1}" type="parTrans" cxnId="{6149A98D-E971-4D58-A548-9B96FF7A5600}">
      <dgm:prSet/>
      <dgm:spPr/>
      <dgm:t>
        <a:bodyPr/>
        <a:lstStyle/>
        <a:p>
          <a:endParaRPr lang="en-US"/>
        </a:p>
      </dgm:t>
    </dgm:pt>
    <dgm:pt modelId="{65128338-72C5-4415-9B6D-5CE45AF7ED99}" type="sibTrans" cxnId="{6149A98D-E971-4D58-A548-9B96FF7A5600}">
      <dgm:prSet/>
      <dgm:spPr/>
      <dgm:t>
        <a:bodyPr/>
        <a:lstStyle/>
        <a:p>
          <a:endParaRPr lang="en-US"/>
        </a:p>
      </dgm:t>
    </dgm:pt>
    <dgm:pt modelId="{5591C49E-4A37-40FA-9F71-0CA61B617FA4}">
      <dgm:prSet/>
      <dgm:spPr/>
      <dgm:t>
        <a:bodyPr/>
        <a:lstStyle/>
        <a:p>
          <a:r>
            <a:rPr lang="en-US" b="1"/>
            <a:t>Industrial Firmware Development </a:t>
          </a:r>
          <a:r>
            <a:rPr lang="en-US"/>
            <a:t> Understanding of production-grade firmware coding standards and debugging practices</a:t>
          </a:r>
        </a:p>
      </dgm:t>
    </dgm:pt>
    <dgm:pt modelId="{6D5EBABC-4AAD-4A98-94D6-48869D38372B}" type="parTrans" cxnId="{C3C5E466-8415-4646-B53D-321AA3D751C8}">
      <dgm:prSet/>
      <dgm:spPr/>
      <dgm:t>
        <a:bodyPr/>
        <a:lstStyle/>
        <a:p>
          <a:endParaRPr lang="en-US"/>
        </a:p>
      </dgm:t>
    </dgm:pt>
    <dgm:pt modelId="{A0062A63-3904-42F8-8EB6-ECC4A3755C34}" type="sibTrans" cxnId="{C3C5E466-8415-4646-B53D-321AA3D751C8}">
      <dgm:prSet/>
      <dgm:spPr/>
      <dgm:t>
        <a:bodyPr/>
        <a:lstStyle/>
        <a:p>
          <a:endParaRPr lang="en-US"/>
        </a:p>
      </dgm:t>
    </dgm:pt>
    <dgm:pt modelId="{32DA79B8-139B-42AD-9DE2-ABA204A9C7DD}">
      <dgm:prSet/>
      <dgm:spPr/>
      <dgm:t>
        <a:bodyPr/>
        <a:lstStyle/>
        <a:p>
          <a:r>
            <a:rPr lang="en-US" b="1"/>
            <a:t>System Integration </a:t>
          </a:r>
          <a:r>
            <a:rPr lang="en-US"/>
            <a:t>Enhanced skills in connecting sensors, actuators, and communication modules</a:t>
          </a:r>
        </a:p>
      </dgm:t>
    </dgm:pt>
    <dgm:pt modelId="{C17BF54E-31C3-4313-858B-1D6F812A3A27}" type="parTrans" cxnId="{F33C82D4-AC52-402B-99C1-03F1EAF4AB98}">
      <dgm:prSet/>
      <dgm:spPr/>
      <dgm:t>
        <a:bodyPr/>
        <a:lstStyle/>
        <a:p>
          <a:endParaRPr lang="en-US"/>
        </a:p>
      </dgm:t>
    </dgm:pt>
    <dgm:pt modelId="{1E676F4A-870D-49AA-B6E7-3BD8ED718011}" type="sibTrans" cxnId="{F33C82D4-AC52-402B-99C1-03F1EAF4AB98}">
      <dgm:prSet/>
      <dgm:spPr/>
      <dgm:t>
        <a:bodyPr/>
        <a:lstStyle/>
        <a:p>
          <a:endParaRPr lang="en-US"/>
        </a:p>
      </dgm:t>
    </dgm:pt>
    <dgm:pt modelId="{EBCDC15E-ECC7-437E-B07E-CAF105202A78}">
      <dgm:prSet/>
      <dgm:spPr/>
      <dgm:t>
        <a:bodyPr/>
        <a:lstStyle/>
        <a:p>
          <a:r>
            <a:rPr lang="en-US" b="1"/>
            <a:t>Real-time Systems </a:t>
          </a:r>
          <a:r>
            <a:rPr lang="en-US"/>
            <a:t> Learned to develop time-critical embedded applications with precise timing requirements</a:t>
          </a:r>
        </a:p>
      </dgm:t>
    </dgm:pt>
    <dgm:pt modelId="{09DA8544-B1EA-499F-AD37-9B2BED0C6788}" type="parTrans" cxnId="{0269F21A-FF8D-4973-A430-7F652A88D802}">
      <dgm:prSet/>
      <dgm:spPr/>
      <dgm:t>
        <a:bodyPr/>
        <a:lstStyle/>
        <a:p>
          <a:endParaRPr lang="en-US"/>
        </a:p>
      </dgm:t>
    </dgm:pt>
    <dgm:pt modelId="{1F829B2C-3415-4E08-BD33-5A461F5056F3}" type="sibTrans" cxnId="{0269F21A-FF8D-4973-A430-7F652A88D802}">
      <dgm:prSet/>
      <dgm:spPr/>
      <dgm:t>
        <a:bodyPr/>
        <a:lstStyle/>
        <a:p>
          <a:endParaRPr lang="en-US"/>
        </a:p>
      </dgm:t>
    </dgm:pt>
    <dgm:pt modelId="{D51BA7EF-ECF7-4945-BEA3-DC01D2350F26}" type="pres">
      <dgm:prSet presAssocID="{8D793E44-1166-449E-82F7-D6EF4970F6FD}" presName="linear" presStyleCnt="0">
        <dgm:presLayoutVars>
          <dgm:animLvl val="lvl"/>
          <dgm:resizeHandles val="exact"/>
        </dgm:presLayoutVars>
      </dgm:prSet>
      <dgm:spPr/>
    </dgm:pt>
    <dgm:pt modelId="{F808FB94-9F28-42CA-B66F-E5FD33DE1F61}" type="pres">
      <dgm:prSet presAssocID="{494D3518-978F-4144-9E59-B5F5D2BBC3B0}" presName="parentText" presStyleLbl="node1" presStyleIdx="0" presStyleCnt="7">
        <dgm:presLayoutVars>
          <dgm:chMax val="0"/>
          <dgm:bulletEnabled val="1"/>
        </dgm:presLayoutVars>
      </dgm:prSet>
      <dgm:spPr/>
    </dgm:pt>
    <dgm:pt modelId="{A7477EAB-7ECD-4B52-98CA-7F1DA49BB162}" type="pres">
      <dgm:prSet presAssocID="{0DAD2497-A968-4156-8981-BF528C2F614E}" presName="spacer" presStyleCnt="0"/>
      <dgm:spPr/>
    </dgm:pt>
    <dgm:pt modelId="{6CBF5F71-5B7B-48F3-96C6-E8C4E40EA03B}" type="pres">
      <dgm:prSet presAssocID="{503C5FCC-7ACA-4D3E-AC9D-62885C878851}" presName="parentText" presStyleLbl="node1" presStyleIdx="1" presStyleCnt="7">
        <dgm:presLayoutVars>
          <dgm:chMax val="0"/>
          <dgm:bulletEnabled val="1"/>
        </dgm:presLayoutVars>
      </dgm:prSet>
      <dgm:spPr/>
    </dgm:pt>
    <dgm:pt modelId="{825B85EC-E8EC-457E-9D92-5FB78B3BEF37}" type="pres">
      <dgm:prSet presAssocID="{690D35EA-D209-468A-903D-D935DA63D0FE}" presName="spacer" presStyleCnt="0"/>
      <dgm:spPr/>
    </dgm:pt>
    <dgm:pt modelId="{286C6AE8-B831-4A59-9876-933D2547D22F}" type="pres">
      <dgm:prSet presAssocID="{062BDAE4-F21B-4115-97C5-4A28369CF6E3}" presName="parentText" presStyleLbl="node1" presStyleIdx="2" presStyleCnt="7">
        <dgm:presLayoutVars>
          <dgm:chMax val="0"/>
          <dgm:bulletEnabled val="1"/>
        </dgm:presLayoutVars>
      </dgm:prSet>
      <dgm:spPr/>
    </dgm:pt>
    <dgm:pt modelId="{AD6A3BE8-9889-4DB1-B679-72BB32E3FD8B}" type="pres">
      <dgm:prSet presAssocID="{CFD32871-CE86-4888-B691-4729E5D7BCD2}" presName="spacer" presStyleCnt="0"/>
      <dgm:spPr/>
    </dgm:pt>
    <dgm:pt modelId="{C5AFC7FF-6692-42DF-ACB9-F944A383B41D}" type="pres">
      <dgm:prSet presAssocID="{B9D4538C-AB0C-403F-9D61-B1F9C169F403}" presName="parentText" presStyleLbl="node1" presStyleIdx="3" presStyleCnt="7">
        <dgm:presLayoutVars>
          <dgm:chMax val="0"/>
          <dgm:bulletEnabled val="1"/>
        </dgm:presLayoutVars>
      </dgm:prSet>
      <dgm:spPr/>
    </dgm:pt>
    <dgm:pt modelId="{9D843834-B07E-4EF7-B9BC-391CB042F3C7}" type="pres">
      <dgm:prSet presAssocID="{65128338-72C5-4415-9B6D-5CE45AF7ED99}" presName="spacer" presStyleCnt="0"/>
      <dgm:spPr/>
    </dgm:pt>
    <dgm:pt modelId="{B1B6BCBA-525E-4CF3-B23D-A9E0D940EF33}" type="pres">
      <dgm:prSet presAssocID="{5591C49E-4A37-40FA-9F71-0CA61B617FA4}" presName="parentText" presStyleLbl="node1" presStyleIdx="4" presStyleCnt="7">
        <dgm:presLayoutVars>
          <dgm:chMax val="0"/>
          <dgm:bulletEnabled val="1"/>
        </dgm:presLayoutVars>
      </dgm:prSet>
      <dgm:spPr/>
    </dgm:pt>
    <dgm:pt modelId="{FB34C3FC-1A93-46CB-B9C1-DDFB19FE4320}" type="pres">
      <dgm:prSet presAssocID="{A0062A63-3904-42F8-8EB6-ECC4A3755C34}" presName="spacer" presStyleCnt="0"/>
      <dgm:spPr/>
    </dgm:pt>
    <dgm:pt modelId="{CED4CD3F-0185-4843-8565-4C1892C2432D}" type="pres">
      <dgm:prSet presAssocID="{32DA79B8-139B-42AD-9DE2-ABA204A9C7DD}" presName="parentText" presStyleLbl="node1" presStyleIdx="5" presStyleCnt="7">
        <dgm:presLayoutVars>
          <dgm:chMax val="0"/>
          <dgm:bulletEnabled val="1"/>
        </dgm:presLayoutVars>
      </dgm:prSet>
      <dgm:spPr/>
    </dgm:pt>
    <dgm:pt modelId="{1D046C9C-71E7-4621-AFD9-6F9F519C7FBA}" type="pres">
      <dgm:prSet presAssocID="{1E676F4A-870D-49AA-B6E7-3BD8ED718011}" presName="spacer" presStyleCnt="0"/>
      <dgm:spPr/>
    </dgm:pt>
    <dgm:pt modelId="{FD5954D3-9449-4031-BCEA-A82DF7657DC9}" type="pres">
      <dgm:prSet presAssocID="{EBCDC15E-ECC7-437E-B07E-CAF105202A78}" presName="parentText" presStyleLbl="node1" presStyleIdx="6" presStyleCnt="7">
        <dgm:presLayoutVars>
          <dgm:chMax val="0"/>
          <dgm:bulletEnabled val="1"/>
        </dgm:presLayoutVars>
      </dgm:prSet>
      <dgm:spPr/>
    </dgm:pt>
  </dgm:ptLst>
  <dgm:cxnLst>
    <dgm:cxn modelId="{45911A09-1EF5-4266-A593-027175BC8741}" srcId="{8D793E44-1166-449E-82F7-D6EF4970F6FD}" destId="{062BDAE4-F21B-4115-97C5-4A28369CF6E3}" srcOrd="2" destOrd="0" parTransId="{8DA764BD-AF0B-4ED7-AF87-17935C2D7F08}" sibTransId="{CFD32871-CE86-4888-B691-4729E5D7BCD2}"/>
    <dgm:cxn modelId="{0269F21A-FF8D-4973-A430-7F652A88D802}" srcId="{8D793E44-1166-449E-82F7-D6EF4970F6FD}" destId="{EBCDC15E-ECC7-437E-B07E-CAF105202A78}" srcOrd="6" destOrd="0" parTransId="{09DA8544-B1EA-499F-AD37-9B2BED0C6788}" sibTransId="{1F829B2C-3415-4E08-BD33-5A461F5056F3}"/>
    <dgm:cxn modelId="{0C91562F-AA23-4D0C-AA5D-5DFAFEDEF3E8}" srcId="{8D793E44-1166-449E-82F7-D6EF4970F6FD}" destId="{494D3518-978F-4144-9E59-B5F5D2BBC3B0}" srcOrd="0" destOrd="0" parTransId="{91C99B7C-83C0-4F0B-9921-57C174D451FD}" sibTransId="{0DAD2497-A968-4156-8981-BF528C2F614E}"/>
    <dgm:cxn modelId="{699C343B-7773-4740-9F68-4E4AC924B16A}" type="presOf" srcId="{EBCDC15E-ECC7-437E-B07E-CAF105202A78}" destId="{FD5954D3-9449-4031-BCEA-A82DF7657DC9}" srcOrd="0" destOrd="0" presId="urn:microsoft.com/office/officeart/2005/8/layout/vList2"/>
    <dgm:cxn modelId="{C3C5E466-8415-4646-B53D-321AA3D751C8}" srcId="{8D793E44-1166-449E-82F7-D6EF4970F6FD}" destId="{5591C49E-4A37-40FA-9F71-0CA61B617FA4}" srcOrd="4" destOrd="0" parTransId="{6D5EBABC-4AAD-4A98-94D6-48869D38372B}" sibTransId="{A0062A63-3904-42F8-8EB6-ECC4A3755C34}"/>
    <dgm:cxn modelId="{8E8BAE57-6F75-4B29-B176-822526994DB1}" type="presOf" srcId="{5591C49E-4A37-40FA-9F71-0CA61B617FA4}" destId="{B1B6BCBA-525E-4CF3-B23D-A9E0D940EF33}" srcOrd="0" destOrd="0" presId="urn:microsoft.com/office/officeart/2005/8/layout/vList2"/>
    <dgm:cxn modelId="{D01BDC81-3F47-4C23-B02E-E52749F429B4}" type="presOf" srcId="{8D793E44-1166-449E-82F7-D6EF4970F6FD}" destId="{D51BA7EF-ECF7-4945-BEA3-DC01D2350F26}" srcOrd="0" destOrd="0" presId="urn:microsoft.com/office/officeart/2005/8/layout/vList2"/>
    <dgm:cxn modelId="{6149A98D-E971-4D58-A548-9B96FF7A5600}" srcId="{8D793E44-1166-449E-82F7-D6EF4970F6FD}" destId="{B9D4538C-AB0C-403F-9D61-B1F9C169F403}" srcOrd="3" destOrd="0" parTransId="{D431C7D2-4B29-4180-BFF5-8B978B55A1A1}" sibTransId="{65128338-72C5-4415-9B6D-5CE45AF7ED99}"/>
    <dgm:cxn modelId="{716308B2-BFE3-4134-B646-2A3D137FD027}" type="presOf" srcId="{494D3518-978F-4144-9E59-B5F5D2BBC3B0}" destId="{F808FB94-9F28-42CA-B66F-E5FD33DE1F61}" srcOrd="0" destOrd="0" presId="urn:microsoft.com/office/officeart/2005/8/layout/vList2"/>
    <dgm:cxn modelId="{42B8D7C3-AE9B-49D2-816C-691A4C0BE637}" srcId="{8D793E44-1166-449E-82F7-D6EF4970F6FD}" destId="{503C5FCC-7ACA-4D3E-AC9D-62885C878851}" srcOrd="1" destOrd="0" parTransId="{353BEFB1-62D9-4D30-BFBE-74B6D9A78CBD}" sibTransId="{690D35EA-D209-468A-903D-D935DA63D0FE}"/>
    <dgm:cxn modelId="{3BC0B1CD-F5A6-413E-96C0-4778DFD3012C}" type="presOf" srcId="{062BDAE4-F21B-4115-97C5-4A28369CF6E3}" destId="{286C6AE8-B831-4A59-9876-933D2547D22F}" srcOrd="0" destOrd="0" presId="urn:microsoft.com/office/officeart/2005/8/layout/vList2"/>
    <dgm:cxn modelId="{F33C82D4-AC52-402B-99C1-03F1EAF4AB98}" srcId="{8D793E44-1166-449E-82F7-D6EF4970F6FD}" destId="{32DA79B8-139B-42AD-9DE2-ABA204A9C7DD}" srcOrd="5" destOrd="0" parTransId="{C17BF54E-31C3-4313-858B-1D6F812A3A27}" sibTransId="{1E676F4A-870D-49AA-B6E7-3BD8ED718011}"/>
    <dgm:cxn modelId="{B59EECEF-C04A-40C6-B50C-19A2AA8EAC6B}" type="presOf" srcId="{B9D4538C-AB0C-403F-9D61-B1F9C169F403}" destId="{C5AFC7FF-6692-42DF-ACB9-F944A383B41D}" srcOrd="0" destOrd="0" presId="urn:microsoft.com/office/officeart/2005/8/layout/vList2"/>
    <dgm:cxn modelId="{F3C759F1-9FD3-45DA-90E4-2E60FE9E8299}" type="presOf" srcId="{503C5FCC-7ACA-4D3E-AC9D-62885C878851}" destId="{6CBF5F71-5B7B-48F3-96C6-E8C4E40EA03B}" srcOrd="0" destOrd="0" presId="urn:microsoft.com/office/officeart/2005/8/layout/vList2"/>
    <dgm:cxn modelId="{5AE195F7-2E1C-4B69-95D1-5A1AE3E0D277}" type="presOf" srcId="{32DA79B8-139B-42AD-9DE2-ABA204A9C7DD}" destId="{CED4CD3F-0185-4843-8565-4C1892C2432D}" srcOrd="0" destOrd="0" presId="urn:microsoft.com/office/officeart/2005/8/layout/vList2"/>
    <dgm:cxn modelId="{E8D6DE5C-1D64-4531-A861-7E26F96F5A79}" type="presParOf" srcId="{D51BA7EF-ECF7-4945-BEA3-DC01D2350F26}" destId="{F808FB94-9F28-42CA-B66F-E5FD33DE1F61}" srcOrd="0" destOrd="0" presId="urn:microsoft.com/office/officeart/2005/8/layout/vList2"/>
    <dgm:cxn modelId="{66E480EB-2052-4814-9E13-DA0501DCCEB2}" type="presParOf" srcId="{D51BA7EF-ECF7-4945-BEA3-DC01D2350F26}" destId="{A7477EAB-7ECD-4B52-98CA-7F1DA49BB162}" srcOrd="1" destOrd="0" presId="urn:microsoft.com/office/officeart/2005/8/layout/vList2"/>
    <dgm:cxn modelId="{F584CD08-85E0-41F1-ACF6-340864001896}" type="presParOf" srcId="{D51BA7EF-ECF7-4945-BEA3-DC01D2350F26}" destId="{6CBF5F71-5B7B-48F3-96C6-E8C4E40EA03B}" srcOrd="2" destOrd="0" presId="urn:microsoft.com/office/officeart/2005/8/layout/vList2"/>
    <dgm:cxn modelId="{01644200-472F-4F58-8DA2-7560AC884F6C}" type="presParOf" srcId="{D51BA7EF-ECF7-4945-BEA3-DC01D2350F26}" destId="{825B85EC-E8EC-457E-9D92-5FB78B3BEF37}" srcOrd="3" destOrd="0" presId="urn:microsoft.com/office/officeart/2005/8/layout/vList2"/>
    <dgm:cxn modelId="{4BEED557-9FFA-4166-AA69-C21A4BA14759}" type="presParOf" srcId="{D51BA7EF-ECF7-4945-BEA3-DC01D2350F26}" destId="{286C6AE8-B831-4A59-9876-933D2547D22F}" srcOrd="4" destOrd="0" presId="urn:microsoft.com/office/officeart/2005/8/layout/vList2"/>
    <dgm:cxn modelId="{623671E3-9448-420A-9887-F9B7D5FB346F}" type="presParOf" srcId="{D51BA7EF-ECF7-4945-BEA3-DC01D2350F26}" destId="{AD6A3BE8-9889-4DB1-B679-72BB32E3FD8B}" srcOrd="5" destOrd="0" presId="urn:microsoft.com/office/officeart/2005/8/layout/vList2"/>
    <dgm:cxn modelId="{FA7CBCE6-09A7-4A14-8CA6-A0A339C8C783}" type="presParOf" srcId="{D51BA7EF-ECF7-4945-BEA3-DC01D2350F26}" destId="{C5AFC7FF-6692-42DF-ACB9-F944A383B41D}" srcOrd="6" destOrd="0" presId="urn:microsoft.com/office/officeart/2005/8/layout/vList2"/>
    <dgm:cxn modelId="{D3CE1804-4CE5-4CDE-A97F-07F87FA24A32}" type="presParOf" srcId="{D51BA7EF-ECF7-4945-BEA3-DC01D2350F26}" destId="{9D843834-B07E-4EF7-B9BC-391CB042F3C7}" srcOrd="7" destOrd="0" presId="urn:microsoft.com/office/officeart/2005/8/layout/vList2"/>
    <dgm:cxn modelId="{2A1943A5-E41B-4B73-9EFB-D1DCF23CC92D}" type="presParOf" srcId="{D51BA7EF-ECF7-4945-BEA3-DC01D2350F26}" destId="{B1B6BCBA-525E-4CF3-B23D-A9E0D940EF33}" srcOrd="8" destOrd="0" presId="urn:microsoft.com/office/officeart/2005/8/layout/vList2"/>
    <dgm:cxn modelId="{9C12E1EF-437E-4171-97C4-0B62C4DF8FE5}" type="presParOf" srcId="{D51BA7EF-ECF7-4945-BEA3-DC01D2350F26}" destId="{FB34C3FC-1A93-46CB-B9C1-DDFB19FE4320}" srcOrd="9" destOrd="0" presId="urn:microsoft.com/office/officeart/2005/8/layout/vList2"/>
    <dgm:cxn modelId="{455D15BD-F120-45A1-8A81-C52B8F4B1E23}" type="presParOf" srcId="{D51BA7EF-ECF7-4945-BEA3-DC01D2350F26}" destId="{CED4CD3F-0185-4843-8565-4C1892C2432D}" srcOrd="10" destOrd="0" presId="urn:microsoft.com/office/officeart/2005/8/layout/vList2"/>
    <dgm:cxn modelId="{4E4CD50B-CAC9-4F9B-BEDB-3C4265C23850}" type="presParOf" srcId="{D51BA7EF-ECF7-4945-BEA3-DC01D2350F26}" destId="{1D046C9C-71E7-4621-AFD9-6F9F519C7FBA}" srcOrd="11" destOrd="0" presId="urn:microsoft.com/office/officeart/2005/8/layout/vList2"/>
    <dgm:cxn modelId="{9ECAFE24-2BAE-4EA4-B6A0-4FB3EBE9F6E5}" type="presParOf" srcId="{D51BA7EF-ECF7-4945-BEA3-DC01D2350F26}" destId="{FD5954D3-9449-4031-BCEA-A82DF7657DC9}" srcOrd="12"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7.xml><?xml version="1.0" encoding="utf-8"?>
<dgm:dataModel xmlns:dgm="http://schemas.openxmlformats.org/drawingml/2006/diagram" xmlns:a="http://schemas.openxmlformats.org/drawingml/2006/main">
  <dgm:ptLst>
    <dgm:pt modelId="{662DB6D9-BA9A-4128-A7C6-85AA801D8CE7}" type="doc">
      <dgm:prSet loTypeId="urn:microsoft.com/office/officeart/2005/8/layout/default" loCatId="list" qsTypeId="urn:microsoft.com/office/officeart/2005/8/quickstyle/simple4" qsCatId="simple" csTypeId="urn:microsoft.com/office/officeart/2005/8/colors/colorful5" csCatId="colorful"/>
      <dgm:spPr/>
      <dgm:t>
        <a:bodyPr/>
        <a:lstStyle/>
        <a:p>
          <a:endParaRPr lang="en-US"/>
        </a:p>
      </dgm:t>
    </dgm:pt>
    <dgm:pt modelId="{6EA775DF-93F1-45CA-900C-94F479CF6247}">
      <dgm:prSet/>
      <dgm:spPr/>
      <dgm:t>
        <a:bodyPr/>
        <a:lstStyle/>
        <a:p>
          <a:r>
            <a:rPr lang="en-US" b="1"/>
            <a:t>Soft Skills Development</a:t>
          </a:r>
          <a:endParaRPr lang="en-US"/>
        </a:p>
      </dgm:t>
    </dgm:pt>
    <dgm:pt modelId="{EF6F028E-5CD5-4B61-9668-5387C6C33DEC}" type="parTrans" cxnId="{DD921B74-BF80-4BDD-B9DD-1A77DBAC18E0}">
      <dgm:prSet/>
      <dgm:spPr/>
      <dgm:t>
        <a:bodyPr/>
        <a:lstStyle/>
        <a:p>
          <a:endParaRPr lang="en-US"/>
        </a:p>
      </dgm:t>
    </dgm:pt>
    <dgm:pt modelId="{4D113FF8-8987-42DF-AFF7-C5B3458E8EB8}" type="sibTrans" cxnId="{DD921B74-BF80-4BDD-B9DD-1A77DBAC18E0}">
      <dgm:prSet/>
      <dgm:spPr/>
      <dgm:t>
        <a:bodyPr/>
        <a:lstStyle/>
        <a:p>
          <a:endParaRPr lang="en-US"/>
        </a:p>
      </dgm:t>
    </dgm:pt>
    <dgm:pt modelId="{AB387D42-A270-4BD2-AEB9-6D21C7B80578}">
      <dgm:prSet/>
      <dgm:spPr/>
      <dgm:t>
        <a:bodyPr/>
        <a:lstStyle/>
        <a:p>
          <a:r>
            <a:rPr lang="en-US" b="1"/>
            <a:t>Technical Communication</a:t>
          </a:r>
          <a:r>
            <a:rPr lang="en-US"/>
            <a:t>  Presenting complex embedded system and SolidWorks concepts clearly to diverse audiences</a:t>
          </a:r>
        </a:p>
      </dgm:t>
    </dgm:pt>
    <dgm:pt modelId="{9CE1913D-5360-4763-888C-49EE1AD0B0D5}" type="parTrans" cxnId="{01FF200D-9A70-4AD2-ADB7-E48DD36E0224}">
      <dgm:prSet/>
      <dgm:spPr/>
      <dgm:t>
        <a:bodyPr/>
        <a:lstStyle/>
        <a:p>
          <a:endParaRPr lang="en-US"/>
        </a:p>
      </dgm:t>
    </dgm:pt>
    <dgm:pt modelId="{67B9EF0D-DC60-4BE5-A6B1-DD5833FA9AE3}" type="sibTrans" cxnId="{01FF200D-9A70-4AD2-ADB7-E48DD36E0224}">
      <dgm:prSet/>
      <dgm:spPr/>
      <dgm:t>
        <a:bodyPr/>
        <a:lstStyle/>
        <a:p>
          <a:endParaRPr lang="en-US"/>
        </a:p>
      </dgm:t>
    </dgm:pt>
    <dgm:pt modelId="{C2D005DE-7221-4E5A-8B14-A2C44663E939}">
      <dgm:prSet/>
      <dgm:spPr/>
      <dgm:t>
        <a:bodyPr/>
        <a:lstStyle/>
        <a:p>
          <a:r>
            <a:rPr lang="en-US" b="1"/>
            <a:t>Cross-functional Collaboration </a:t>
          </a:r>
          <a:r>
            <a:rPr lang="en-US"/>
            <a:t> Working effectively with hardware engineers, software developers, and project managers</a:t>
          </a:r>
        </a:p>
      </dgm:t>
    </dgm:pt>
    <dgm:pt modelId="{88AADD3E-7F2A-4809-A9D4-91DFE5495BE9}" type="parTrans" cxnId="{71F8B102-A61B-4542-A973-F2342A7E52DE}">
      <dgm:prSet/>
      <dgm:spPr/>
      <dgm:t>
        <a:bodyPr/>
        <a:lstStyle/>
        <a:p>
          <a:endParaRPr lang="en-US"/>
        </a:p>
      </dgm:t>
    </dgm:pt>
    <dgm:pt modelId="{4B8C4F01-3A02-405F-8345-14C96A47D3B3}" type="sibTrans" cxnId="{71F8B102-A61B-4542-A973-F2342A7E52DE}">
      <dgm:prSet/>
      <dgm:spPr/>
      <dgm:t>
        <a:bodyPr/>
        <a:lstStyle/>
        <a:p>
          <a:endParaRPr lang="en-US"/>
        </a:p>
      </dgm:t>
    </dgm:pt>
    <dgm:pt modelId="{81A6438F-7546-4DBA-A88A-8763A7996493}">
      <dgm:prSet/>
      <dgm:spPr/>
      <dgm:t>
        <a:bodyPr/>
        <a:lstStyle/>
        <a:p>
          <a:r>
            <a:rPr lang="en-US" b="1"/>
            <a:t>Project Management </a:t>
          </a:r>
          <a:r>
            <a:rPr lang="en-US"/>
            <a:t> Balancing multiple embedded projects while maintaining academic excellence</a:t>
          </a:r>
        </a:p>
      </dgm:t>
    </dgm:pt>
    <dgm:pt modelId="{48EECAC2-967B-47D2-867D-1EDE6657901C}" type="parTrans" cxnId="{EC9013A2-A575-4CCF-844F-F1BF9461ABF6}">
      <dgm:prSet/>
      <dgm:spPr/>
      <dgm:t>
        <a:bodyPr/>
        <a:lstStyle/>
        <a:p>
          <a:endParaRPr lang="en-US"/>
        </a:p>
      </dgm:t>
    </dgm:pt>
    <dgm:pt modelId="{20A6C250-9AAD-4EBD-A242-E9A5E6D7172D}" type="sibTrans" cxnId="{EC9013A2-A575-4CCF-844F-F1BF9461ABF6}">
      <dgm:prSet/>
      <dgm:spPr/>
      <dgm:t>
        <a:bodyPr/>
        <a:lstStyle/>
        <a:p>
          <a:endParaRPr lang="en-US"/>
        </a:p>
      </dgm:t>
    </dgm:pt>
    <dgm:pt modelId="{9550C56D-ABA0-4729-A021-0C23D152574C}">
      <dgm:prSet/>
      <dgm:spPr/>
      <dgm:t>
        <a:bodyPr/>
        <a:lstStyle/>
        <a:p>
          <a:r>
            <a:rPr lang="en-US" b="1"/>
            <a:t>Continuous Learning </a:t>
          </a:r>
          <a:r>
            <a:rPr lang="en-US"/>
            <a:t> Developing expertise in emerging IoT technologies and industry trends</a:t>
          </a:r>
        </a:p>
      </dgm:t>
    </dgm:pt>
    <dgm:pt modelId="{4E1BE255-58BD-4856-BB0F-20F08E9CCEAE}" type="parTrans" cxnId="{96E07A80-CA66-4CBB-A6D4-61404A43FB28}">
      <dgm:prSet/>
      <dgm:spPr/>
      <dgm:t>
        <a:bodyPr/>
        <a:lstStyle/>
        <a:p>
          <a:endParaRPr lang="en-US"/>
        </a:p>
      </dgm:t>
    </dgm:pt>
    <dgm:pt modelId="{BDAD6189-FC01-485F-B320-425E4E8F1404}" type="sibTrans" cxnId="{96E07A80-CA66-4CBB-A6D4-61404A43FB28}">
      <dgm:prSet/>
      <dgm:spPr/>
      <dgm:t>
        <a:bodyPr/>
        <a:lstStyle/>
        <a:p>
          <a:endParaRPr lang="en-US"/>
        </a:p>
      </dgm:t>
    </dgm:pt>
    <dgm:pt modelId="{A3B6A4DF-F95B-4A1C-8D2E-F3EECD78D069}">
      <dgm:prSet/>
      <dgm:spPr/>
      <dgm:t>
        <a:bodyPr/>
        <a:lstStyle/>
        <a:p>
          <a:r>
            <a:rPr lang="en-US" b="1"/>
            <a:t>Mentorship</a:t>
          </a:r>
          <a:r>
            <a:rPr lang="en-US"/>
            <a:t> Guiding colleagues on embedded programming concepts and best practices</a:t>
          </a:r>
        </a:p>
      </dgm:t>
    </dgm:pt>
    <dgm:pt modelId="{ABF61A3D-3C70-4B4B-B942-21E727103842}" type="parTrans" cxnId="{6A71E11B-7015-41BD-B7F0-30CC025F266D}">
      <dgm:prSet/>
      <dgm:spPr/>
      <dgm:t>
        <a:bodyPr/>
        <a:lstStyle/>
        <a:p>
          <a:endParaRPr lang="en-US"/>
        </a:p>
      </dgm:t>
    </dgm:pt>
    <dgm:pt modelId="{8AE47FCA-BD31-47A6-84A3-3A198B09A672}" type="sibTrans" cxnId="{6A71E11B-7015-41BD-B7F0-30CC025F266D}">
      <dgm:prSet/>
      <dgm:spPr/>
      <dgm:t>
        <a:bodyPr/>
        <a:lstStyle/>
        <a:p>
          <a:endParaRPr lang="en-US"/>
        </a:p>
      </dgm:t>
    </dgm:pt>
    <dgm:pt modelId="{D046AC30-A7C2-40E2-B343-5E26123A4474}" type="pres">
      <dgm:prSet presAssocID="{662DB6D9-BA9A-4128-A7C6-85AA801D8CE7}" presName="diagram" presStyleCnt="0">
        <dgm:presLayoutVars>
          <dgm:dir/>
          <dgm:resizeHandles val="exact"/>
        </dgm:presLayoutVars>
      </dgm:prSet>
      <dgm:spPr/>
    </dgm:pt>
    <dgm:pt modelId="{EC9F7AB1-33C6-46EE-BE35-420BDEB4E0B2}" type="pres">
      <dgm:prSet presAssocID="{6EA775DF-93F1-45CA-900C-94F479CF6247}" presName="node" presStyleLbl="node1" presStyleIdx="0" presStyleCnt="6">
        <dgm:presLayoutVars>
          <dgm:bulletEnabled val="1"/>
        </dgm:presLayoutVars>
      </dgm:prSet>
      <dgm:spPr/>
    </dgm:pt>
    <dgm:pt modelId="{6CEA7C5C-2CFB-4D1F-ACCA-49EF15AADB90}" type="pres">
      <dgm:prSet presAssocID="{4D113FF8-8987-42DF-AFF7-C5B3458E8EB8}" presName="sibTrans" presStyleCnt="0"/>
      <dgm:spPr/>
    </dgm:pt>
    <dgm:pt modelId="{01E1C559-703C-4FA2-8677-BCB57D643A95}" type="pres">
      <dgm:prSet presAssocID="{AB387D42-A270-4BD2-AEB9-6D21C7B80578}" presName="node" presStyleLbl="node1" presStyleIdx="1" presStyleCnt="6">
        <dgm:presLayoutVars>
          <dgm:bulletEnabled val="1"/>
        </dgm:presLayoutVars>
      </dgm:prSet>
      <dgm:spPr/>
    </dgm:pt>
    <dgm:pt modelId="{747D19DF-DBDB-4903-978C-501FD520BE43}" type="pres">
      <dgm:prSet presAssocID="{67B9EF0D-DC60-4BE5-A6B1-DD5833FA9AE3}" presName="sibTrans" presStyleCnt="0"/>
      <dgm:spPr/>
    </dgm:pt>
    <dgm:pt modelId="{5970B308-01E6-44CB-BF02-44C21CA2054D}" type="pres">
      <dgm:prSet presAssocID="{C2D005DE-7221-4E5A-8B14-A2C44663E939}" presName="node" presStyleLbl="node1" presStyleIdx="2" presStyleCnt="6">
        <dgm:presLayoutVars>
          <dgm:bulletEnabled val="1"/>
        </dgm:presLayoutVars>
      </dgm:prSet>
      <dgm:spPr/>
    </dgm:pt>
    <dgm:pt modelId="{F92F82F3-10C4-4AD3-B507-B3C28B1722F4}" type="pres">
      <dgm:prSet presAssocID="{4B8C4F01-3A02-405F-8345-14C96A47D3B3}" presName="sibTrans" presStyleCnt="0"/>
      <dgm:spPr/>
    </dgm:pt>
    <dgm:pt modelId="{8C2EE34B-6293-4DBF-828B-3AA46FC8F620}" type="pres">
      <dgm:prSet presAssocID="{81A6438F-7546-4DBA-A88A-8763A7996493}" presName="node" presStyleLbl="node1" presStyleIdx="3" presStyleCnt="6">
        <dgm:presLayoutVars>
          <dgm:bulletEnabled val="1"/>
        </dgm:presLayoutVars>
      </dgm:prSet>
      <dgm:spPr/>
    </dgm:pt>
    <dgm:pt modelId="{3694E50D-48CD-48E9-AED7-D7B0B77B81FA}" type="pres">
      <dgm:prSet presAssocID="{20A6C250-9AAD-4EBD-A242-E9A5E6D7172D}" presName="sibTrans" presStyleCnt="0"/>
      <dgm:spPr/>
    </dgm:pt>
    <dgm:pt modelId="{AEF7B91B-1EA5-4F25-807F-F0DFB33C39B2}" type="pres">
      <dgm:prSet presAssocID="{9550C56D-ABA0-4729-A021-0C23D152574C}" presName="node" presStyleLbl="node1" presStyleIdx="4" presStyleCnt="6">
        <dgm:presLayoutVars>
          <dgm:bulletEnabled val="1"/>
        </dgm:presLayoutVars>
      </dgm:prSet>
      <dgm:spPr/>
    </dgm:pt>
    <dgm:pt modelId="{4672F2D0-18B7-4FC0-BFB5-4E2BC84A1515}" type="pres">
      <dgm:prSet presAssocID="{BDAD6189-FC01-485F-B320-425E4E8F1404}" presName="sibTrans" presStyleCnt="0"/>
      <dgm:spPr/>
    </dgm:pt>
    <dgm:pt modelId="{CB913ED9-5CC4-4C9E-B248-E080D9CC6ED4}" type="pres">
      <dgm:prSet presAssocID="{A3B6A4DF-F95B-4A1C-8D2E-F3EECD78D069}" presName="node" presStyleLbl="node1" presStyleIdx="5" presStyleCnt="6">
        <dgm:presLayoutVars>
          <dgm:bulletEnabled val="1"/>
        </dgm:presLayoutVars>
      </dgm:prSet>
      <dgm:spPr/>
    </dgm:pt>
  </dgm:ptLst>
  <dgm:cxnLst>
    <dgm:cxn modelId="{71F8B102-A61B-4542-A973-F2342A7E52DE}" srcId="{662DB6D9-BA9A-4128-A7C6-85AA801D8CE7}" destId="{C2D005DE-7221-4E5A-8B14-A2C44663E939}" srcOrd="2" destOrd="0" parTransId="{88AADD3E-7F2A-4809-A9D4-91DFE5495BE9}" sibTransId="{4B8C4F01-3A02-405F-8345-14C96A47D3B3}"/>
    <dgm:cxn modelId="{01FF200D-9A70-4AD2-ADB7-E48DD36E0224}" srcId="{662DB6D9-BA9A-4128-A7C6-85AA801D8CE7}" destId="{AB387D42-A270-4BD2-AEB9-6D21C7B80578}" srcOrd="1" destOrd="0" parTransId="{9CE1913D-5360-4763-888C-49EE1AD0B0D5}" sibTransId="{67B9EF0D-DC60-4BE5-A6B1-DD5833FA9AE3}"/>
    <dgm:cxn modelId="{6A71E11B-7015-41BD-B7F0-30CC025F266D}" srcId="{662DB6D9-BA9A-4128-A7C6-85AA801D8CE7}" destId="{A3B6A4DF-F95B-4A1C-8D2E-F3EECD78D069}" srcOrd="5" destOrd="0" parTransId="{ABF61A3D-3C70-4B4B-B942-21E727103842}" sibTransId="{8AE47FCA-BD31-47A6-84A3-3A198B09A672}"/>
    <dgm:cxn modelId="{8904F430-1C50-4207-A043-84F8D853CE2B}" type="presOf" srcId="{A3B6A4DF-F95B-4A1C-8D2E-F3EECD78D069}" destId="{CB913ED9-5CC4-4C9E-B248-E080D9CC6ED4}" srcOrd="0" destOrd="0" presId="urn:microsoft.com/office/officeart/2005/8/layout/default"/>
    <dgm:cxn modelId="{DD921B74-BF80-4BDD-B9DD-1A77DBAC18E0}" srcId="{662DB6D9-BA9A-4128-A7C6-85AA801D8CE7}" destId="{6EA775DF-93F1-45CA-900C-94F479CF6247}" srcOrd="0" destOrd="0" parTransId="{EF6F028E-5CD5-4B61-9668-5387C6C33DEC}" sibTransId="{4D113FF8-8987-42DF-AFF7-C5B3458E8EB8}"/>
    <dgm:cxn modelId="{CC322A7F-E8D5-4757-94A3-422FD521FCFA}" type="presOf" srcId="{662DB6D9-BA9A-4128-A7C6-85AA801D8CE7}" destId="{D046AC30-A7C2-40E2-B343-5E26123A4474}" srcOrd="0" destOrd="0" presId="urn:microsoft.com/office/officeart/2005/8/layout/default"/>
    <dgm:cxn modelId="{96E07A80-CA66-4CBB-A6D4-61404A43FB28}" srcId="{662DB6D9-BA9A-4128-A7C6-85AA801D8CE7}" destId="{9550C56D-ABA0-4729-A021-0C23D152574C}" srcOrd="4" destOrd="0" parTransId="{4E1BE255-58BD-4856-BB0F-20F08E9CCEAE}" sibTransId="{BDAD6189-FC01-485F-B320-425E4E8F1404}"/>
    <dgm:cxn modelId="{54930198-596A-4DA2-85F1-9C30AFEAA733}" type="presOf" srcId="{81A6438F-7546-4DBA-A88A-8763A7996493}" destId="{8C2EE34B-6293-4DBF-828B-3AA46FC8F620}" srcOrd="0" destOrd="0" presId="urn:microsoft.com/office/officeart/2005/8/layout/default"/>
    <dgm:cxn modelId="{EC9013A2-A575-4CCF-844F-F1BF9461ABF6}" srcId="{662DB6D9-BA9A-4128-A7C6-85AA801D8CE7}" destId="{81A6438F-7546-4DBA-A88A-8763A7996493}" srcOrd="3" destOrd="0" parTransId="{48EECAC2-967B-47D2-867D-1EDE6657901C}" sibTransId="{20A6C250-9AAD-4EBD-A242-E9A5E6D7172D}"/>
    <dgm:cxn modelId="{151D97D1-70DD-4A06-B471-85B376133EA3}" type="presOf" srcId="{C2D005DE-7221-4E5A-8B14-A2C44663E939}" destId="{5970B308-01E6-44CB-BF02-44C21CA2054D}" srcOrd="0" destOrd="0" presId="urn:microsoft.com/office/officeart/2005/8/layout/default"/>
    <dgm:cxn modelId="{D2949DE1-59F9-40B1-A61D-7F2384E7CA2A}" type="presOf" srcId="{6EA775DF-93F1-45CA-900C-94F479CF6247}" destId="{EC9F7AB1-33C6-46EE-BE35-420BDEB4E0B2}" srcOrd="0" destOrd="0" presId="urn:microsoft.com/office/officeart/2005/8/layout/default"/>
    <dgm:cxn modelId="{F5906BEE-098B-47E8-ACA8-DFFA9189F4F1}" type="presOf" srcId="{AB387D42-A270-4BD2-AEB9-6D21C7B80578}" destId="{01E1C559-703C-4FA2-8677-BCB57D643A95}" srcOrd="0" destOrd="0" presId="urn:microsoft.com/office/officeart/2005/8/layout/default"/>
    <dgm:cxn modelId="{FBD32FF9-6022-4E33-AD60-4C0A689015E9}" type="presOf" srcId="{9550C56D-ABA0-4729-A021-0C23D152574C}" destId="{AEF7B91B-1EA5-4F25-807F-F0DFB33C39B2}" srcOrd="0" destOrd="0" presId="urn:microsoft.com/office/officeart/2005/8/layout/default"/>
    <dgm:cxn modelId="{0D204E5E-E39B-4242-B527-44D4201BB00C}" type="presParOf" srcId="{D046AC30-A7C2-40E2-B343-5E26123A4474}" destId="{EC9F7AB1-33C6-46EE-BE35-420BDEB4E0B2}" srcOrd="0" destOrd="0" presId="urn:microsoft.com/office/officeart/2005/8/layout/default"/>
    <dgm:cxn modelId="{3C78161E-8B8F-4A13-8FC4-569F73107E65}" type="presParOf" srcId="{D046AC30-A7C2-40E2-B343-5E26123A4474}" destId="{6CEA7C5C-2CFB-4D1F-ACCA-49EF15AADB90}" srcOrd="1" destOrd="0" presId="urn:microsoft.com/office/officeart/2005/8/layout/default"/>
    <dgm:cxn modelId="{308CB6C3-FE15-4F3E-92E9-EF535BFAC5BD}" type="presParOf" srcId="{D046AC30-A7C2-40E2-B343-5E26123A4474}" destId="{01E1C559-703C-4FA2-8677-BCB57D643A95}" srcOrd="2" destOrd="0" presId="urn:microsoft.com/office/officeart/2005/8/layout/default"/>
    <dgm:cxn modelId="{DE5C9E73-3C3C-4E32-AFD1-6200BDB41A9A}" type="presParOf" srcId="{D046AC30-A7C2-40E2-B343-5E26123A4474}" destId="{747D19DF-DBDB-4903-978C-501FD520BE43}" srcOrd="3" destOrd="0" presId="urn:microsoft.com/office/officeart/2005/8/layout/default"/>
    <dgm:cxn modelId="{8B9E917A-35B0-4EF1-BFF2-E1D356421CD5}" type="presParOf" srcId="{D046AC30-A7C2-40E2-B343-5E26123A4474}" destId="{5970B308-01E6-44CB-BF02-44C21CA2054D}" srcOrd="4" destOrd="0" presId="urn:microsoft.com/office/officeart/2005/8/layout/default"/>
    <dgm:cxn modelId="{64B92DB9-A448-4043-B6B8-7D1F051D60A8}" type="presParOf" srcId="{D046AC30-A7C2-40E2-B343-5E26123A4474}" destId="{F92F82F3-10C4-4AD3-B507-B3C28B1722F4}" srcOrd="5" destOrd="0" presId="urn:microsoft.com/office/officeart/2005/8/layout/default"/>
    <dgm:cxn modelId="{B6C1613B-5E16-4C2B-A7E7-67C88C4357C4}" type="presParOf" srcId="{D046AC30-A7C2-40E2-B343-5E26123A4474}" destId="{8C2EE34B-6293-4DBF-828B-3AA46FC8F620}" srcOrd="6" destOrd="0" presId="urn:microsoft.com/office/officeart/2005/8/layout/default"/>
    <dgm:cxn modelId="{0FC7CDE5-19CB-4CE7-A730-50B2080D5867}" type="presParOf" srcId="{D046AC30-A7C2-40E2-B343-5E26123A4474}" destId="{3694E50D-48CD-48E9-AED7-D7B0B77B81FA}" srcOrd="7" destOrd="0" presId="urn:microsoft.com/office/officeart/2005/8/layout/default"/>
    <dgm:cxn modelId="{95F7F283-DD1A-47BC-8706-FE940BC2BC98}" type="presParOf" srcId="{D046AC30-A7C2-40E2-B343-5E26123A4474}" destId="{AEF7B91B-1EA5-4F25-807F-F0DFB33C39B2}" srcOrd="8" destOrd="0" presId="urn:microsoft.com/office/officeart/2005/8/layout/default"/>
    <dgm:cxn modelId="{700837C9-7F01-4DBA-8F97-546BC357F7BF}" type="presParOf" srcId="{D046AC30-A7C2-40E2-B343-5E26123A4474}" destId="{4672F2D0-18B7-4FC0-BFB5-4E2BC84A1515}" srcOrd="9" destOrd="0" presId="urn:microsoft.com/office/officeart/2005/8/layout/default"/>
    <dgm:cxn modelId="{CAD0BB49-71BB-4FC9-97A4-412AB9AE0AC6}" type="presParOf" srcId="{D046AC30-A7C2-40E2-B343-5E26123A4474}" destId="{CB913ED9-5CC4-4C9E-B248-E080D9CC6ED4}" srcOrd="10"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8.xml><?xml version="1.0" encoding="utf-8"?>
<dgm:dataModel xmlns:dgm="http://schemas.openxmlformats.org/drawingml/2006/diagram" xmlns:a="http://schemas.openxmlformats.org/drawingml/2006/main">
  <dgm:ptLst>
    <dgm:pt modelId="{D815971B-5D98-4441-B9C8-561A7CB468F2}"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6FD285BA-C9DF-40A6-A701-74795B4DE950}">
      <dgm:prSet/>
      <dgm:spPr/>
      <dgm:t>
        <a:bodyPr/>
        <a:lstStyle/>
        <a:p>
          <a:r>
            <a:rPr lang="en-US" b="1"/>
            <a:t>Industry Insights</a:t>
          </a:r>
          <a:endParaRPr lang="en-US"/>
        </a:p>
      </dgm:t>
    </dgm:pt>
    <dgm:pt modelId="{4179E201-7C5E-444E-947F-FBE87AACE18A}" type="parTrans" cxnId="{7B40E95D-1A8E-4260-9C15-5A58BEE9BE63}">
      <dgm:prSet/>
      <dgm:spPr/>
      <dgm:t>
        <a:bodyPr/>
        <a:lstStyle/>
        <a:p>
          <a:endParaRPr lang="en-US"/>
        </a:p>
      </dgm:t>
    </dgm:pt>
    <dgm:pt modelId="{4C2126CD-57ED-42E3-A1E7-02B925F5FADB}" type="sibTrans" cxnId="{7B40E95D-1A8E-4260-9C15-5A58BEE9BE63}">
      <dgm:prSet/>
      <dgm:spPr/>
      <dgm:t>
        <a:bodyPr/>
        <a:lstStyle/>
        <a:p>
          <a:endParaRPr lang="en-US"/>
        </a:p>
      </dgm:t>
    </dgm:pt>
    <dgm:pt modelId="{92C03903-5C7A-4E6E-A174-DACE082DC6F3}">
      <dgm:prSet/>
      <dgm:spPr/>
      <dgm:t>
        <a:bodyPr/>
        <a:lstStyle/>
        <a:p>
          <a:r>
            <a:rPr lang="en-US"/>
            <a:t>Understanding of IoT product development lifecycle from concept to deployment.</a:t>
          </a:r>
        </a:p>
      </dgm:t>
    </dgm:pt>
    <dgm:pt modelId="{EF291813-1E85-4DE4-B066-7875F81D994C}" type="parTrans" cxnId="{DF9FE254-D4D9-4F68-9F98-A792E0CD73DD}">
      <dgm:prSet/>
      <dgm:spPr/>
      <dgm:t>
        <a:bodyPr/>
        <a:lstStyle/>
        <a:p>
          <a:endParaRPr lang="en-US"/>
        </a:p>
      </dgm:t>
    </dgm:pt>
    <dgm:pt modelId="{362D92B6-A9B9-48D8-82C2-703FF7C9D33B}" type="sibTrans" cxnId="{DF9FE254-D4D9-4F68-9F98-A792E0CD73DD}">
      <dgm:prSet/>
      <dgm:spPr/>
      <dgm:t>
        <a:bodyPr/>
        <a:lstStyle/>
        <a:p>
          <a:endParaRPr lang="en-US"/>
        </a:p>
      </dgm:t>
    </dgm:pt>
    <dgm:pt modelId="{6909B6BA-A36A-48F1-96B7-6558EF16B0C9}">
      <dgm:prSet/>
      <dgm:spPr/>
      <dgm:t>
        <a:bodyPr/>
        <a:lstStyle/>
        <a:p>
          <a:r>
            <a:rPr lang="en-US"/>
            <a:t>Experience with real-world embedded system constraints including power management, memory optimization, and performance requirements</a:t>
          </a:r>
        </a:p>
      </dgm:t>
    </dgm:pt>
    <dgm:pt modelId="{4DA5E219-0207-47B0-A50F-4F704C34028C}" type="parTrans" cxnId="{CC40FF68-83D9-4D9C-B81D-F7F0F60E7497}">
      <dgm:prSet/>
      <dgm:spPr/>
      <dgm:t>
        <a:bodyPr/>
        <a:lstStyle/>
        <a:p>
          <a:endParaRPr lang="en-US"/>
        </a:p>
      </dgm:t>
    </dgm:pt>
    <dgm:pt modelId="{A869955D-3DF6-45DF-9989-681842AC4F2E}" type="sibTrans" cxnId="{CC40FF68-83D9-4D9C-B81D-F7F0F60E7497}">
      <dgm:prSet/>
      <dgm:spPr/>
      <dgm:t>
        <a:bodyPr/>
        <a:lstStyle/>
        <a:p>
          <a:endParaRPr lang="en-US"/>
        </a:p>
      </dgm:t>
    </dgm:pt>
    <dgm:pt modelId="{128458BA-2542-4A6B-AE46-B65CFFB4F548}">
      <dgm:prSet/>
      <dgm:spPr/>
      <dgm:t>
        <a:bodyPr/>
        <a:lstStyle/>
        <a:p>
          <a:r>
            <a:rPr lang="en-US"/>
            <a:t>Appreciation for the importance of scalable IoT architectures and robust firmware design.</a:t>
          </a:r>
        </a:p>
      </dgm:t>
    </dgm:pt>
    <dgm:pt modelId="{2398D909-D67F-49B6-A9CF-64FEB1250FBF}" type="parTrans" cxnId="{7D34C52C-91EB-4711-9303-66D6D3D662A2}">
      <dgm:prSet/>
      <dgm:spPr/>
      <dgm:t>
        <a:bodyPr/>
        <a:lstStyle/>
        <a:p>
          <a:endParaRPr lang="en-US"/>
        </a:p>
      </dgm:t>
    </dgm:pt>
    <dgm:pt modelId="{D3B588DC-CFDE-4686-BCCB-B0C17477CD1A}" type="sibTrans" cxnId="{7D34C52C-91EB-4711-9303-66D6D3D662A2}">
      <dgm:prSet/>
      <dgm:spPr/>
      <dgm:t>
        <a:bodyPr/>
        <a:lstStyle/>
        <a:p>
          <a:endParaRPr lang="en-US"/>
        </a:p>
      </dgm:t>
    </dgm:pt>
    <dgm:pt modelId="{3A8222B8-B2FD-42A2-9A66-3042E0541488}">
      <dgm:prSet/>
      <dgm:spPr/>
      <dgm:t>
        <a:bodyPr/>
        <a:lstStyle/>
        <a:p>
          <a:r>
            <a:rPr lang="en-US"/>
            <a:t>Insight into professional embedded development tools and industry-standard practices</a:t>
          </a:r>
        </a:p>
      </dgm:t>
    </dgm:pt>
    <dgm:pt modelId="{272A6EFA-893A-4759-8891-B60738AA24E3}" type="parTrans" cxnId="{342449B0-292E-45D0-AE72-17CB5A7C9FF9}">
      <dgm:prSet/>
      <dgm:spPr/>
      <dgm:t>
        <a:bodyPr/>
        <a:lstStyle/>
        <a:p>
          <a:endParaRPr lang="en-US"/>
        </a:p>
      </dgm:t>
    </dgm:pt>
    <dgm:pt modelId="{84B3F51C-B48A-4247-84DC-9B288F07C3C4}" type="sibTrans" cxnId="{342449B0-292E-45D0-AE72-17CB5A7C9FF9}">
      <dgm:prSet/>
      <dgm:spPr/>
      <dgm:t>
        <a:bodyPr/>
        <a:lstStyle/>
        <a:p>
          <a:endParaRPr lang="en-US"/>
        </a:p>
      </dgm:t>
    </dgm:pt>
    <dgm:pt modelId="{247DF878-0B4E-43BE-919D-32FD5678ABB5}" type="pres">
      <dgm:prSet presAssocID="{D815971B-5D98-4441-B9C8-561A7CB468F2}" presName="linear" presStyleCnt="0">
        <dgm:presLayoutVars>
          <dgm:animLvl val="lvl"/>
          <dgm:resizeHandles val="exact"/>
        </dgm:presLayoutVars>
      </dgm:prSet>
      <dgm:spPr/>
    </dgm:pt>
    <dgm:pt modelId="{442CD214-6776-424C-95EF-93A45625A690}" type="pres">
      <dgm:prSet presAssocID="{6FD285BA-C9DF-40A6-A701-74795B4DE950}" presName="parentText" presStyleLbl="node1" presStyleIdx="0" presStyleCnt="5">
        <dgm:presLayoutVars>
          <dgm:chMax val="0"/>
          <dgm:bulletEnabled val="1"/>
        </dgm:presLayoutVars>
      </dgm:prSet>
      <dgm:spPr/>
    </dgm:pt>
    <dgm:pt modelId="{3C7D8219-764F-4074-908F-3531B73D3CFA}" type="pres">
      <dgm:prSet presAssocID="{4C2126CD-57ED-42E3-A1E7-02B925F5FADB}" presName="spacer" presStyleCnt="0"/>
      <dgm:spPr/>
    </dgm:pt>
    <dgm:pt modelId="{165047AA-341F-4BD6-8C1E-F0A6831021BA}" type="pres">
      <dgm:prSet presAssocID="{92C03903-5C7A-4E6E-A174-DACE082DC6F3}" presName="parentText" presStyleLbl="node1" presStyleIdx="1" presStyleCnt="5">
        <dgm:presLayoutVars>
          <dgm:chMax val="0"/>
          <dgm:bulletEnabled val="1"/>
        </dgm:presLayoutVars>
      </dgm:prSet>
      <dgm:spPr/>
    </dgm:pt>
    <dgm:pt modelId="{984FEF26-9C72-42BD-9EAC-5D33CBF92389}" type="pres">
      <dgm:prSet presAssocID="{362D92B6-A9B9-48D8-82C2-703FF7C9D33B}" presName="spacer" presStyleCnt="0"/>
      <dgm:spPr/>
    </dgm:pt>
    <dgm:pt modelId="{CEF68F07-00E9-408F-BC89-39F909836700}" type="pres">
      <dgm:prSet presAssocID="{6909B6BA-A36A-48F1-96B7-6558EF16B0C9}" presName="parentText" presStyleLbl="node1" presStyleIdx="2" presStyleCnt="5">
        <dgm:presLayoutVars>
          <dgm:chMax val="0"/>
          <dgm:bulletEnabled val="1"/>
        </dgm:presLayoutVars>
      </dgm:prSet>
      <dgm:spPr/>
    </dgm:pt>
    <dgm:pt modelId="{2F2E91DF-89EB-4A8C-B4B4-9E9A210E93C9}" type="pres">
      <dgm:prSet presAssocID="{A869955D-3DF6-45DF-9989-681842AC4F2E}" presName="spacer" presStyleCnt="0"/>
      <dgm:spPr/>
    </dgm:pt>
    <dgm:pt modelId="{DE2FF4DA-58D6-4EB4-A166-34D6B6CD0665}" type="pres">
      <dgm:prSet presAssocID="{128458BA-2542-4A6B-AE46-B65CFFB4F548}" presName="parentText" presStyleLbl="node1" presStyleIdx="3" presStyleCnt="5">
        <dgm:presLayoutVars>
          <dgm:chMax val="0"/>
          <dgm:bulletEnabled val="1"/>
        </dgm:presLayoutVars>
      </dgm:prSet>
      <dgm:spPr/>
    </dgm:pt>
    <dgm:pt modelId="{03F56EA3-8E57-4E79-97B5-865352670784}" type="pres">
      <dgm:prSet presAssocID="{D3B588DC-CFDE-4686-BCCB-B0C17477CD1A}" presName="spacer" presStyleCnt="0"/>
      <dgm:spPr/>
    </dgm:pt>
    <dgm:pt modelId="{48A68489-3C40-49FD-B467-52F49A9BA217}" type="pres">
      <dgm:prSet presAssocID="{3A8222B8-B2FD-42A2-9A66-3042E0541488}" presName="parentText" presStyleLbl="node1" presStyleIdx="4" presStyleCnt="5">
        <dgm:presLayoutVars>
          <dgm:chMax val="0"/>
          <dgm:bulletEnabled val="1"/>
        </dgm:presLayoutVars>
      </dgm:prSet>
      <dgm:spPr/>
    </dgm:pt>
  </dgm:ptLst>
  <dgm:cxnLst>
    <dgm:cxn modelId="{7D34C52C-91EB-4711-9303-66D6D3D662A2}" srcId="{D815971B-5D98-4441-B9C8-561A7CB468F2}" destId="{128458BA-2542-4A6B-AE46-B65CFFB4F548}" srcOrd="3" destOrd="0" parTransId="{2398D909-D67F-49B6-A9CF-64FEB1250FBF}" sibTransId="{D3B588DC-CFDE-4686-BCCB-B0C17477CD1A}"/>
    <dgm:cxn modelId="{7B40E95D-1A8E-4260-9C15-5A58BEE9BE63}" srcId="{D815971B-5D98-4441-B9C8-561A7CB468F2}" destId="{6FD285BA-C9DF-40A6-A701-74795B4DE950}" srcOrd="0" destOrd="0" parTransId="{4179E201-7C5E-444E-947F-FBE87AACE18A}" sibTransId="{4C2126CD-57ED-42E3-A1E7-02B925F5FADB}"/>
    <dgm:cxn modelId="{CC40FF68-83D9-4D9C-B81D-F7F0F60E7497}" srcId="{D815971B-5D98-4441-B9C8-561A7CB468F2}" destId="{6909B6BA-A36A-48F1-96B7-6558EF16B0C9}" srcOrd="2" destOrd="0" parTransId="{4DA5E219-0207-47B0-A50F-4F704C34028C}" sibTransId="{A869955D-3DF6-45DF-9989-681842AC4F2E}"/>
    <dgm:cxn modelId="{DF9FE254-D4D9-4F68-9F98-A792E0CD73DD}" srcId="{D815971B-5D98-4441-B9C8-561A7CB468F2}" destId="{92C03903-5C7A-4E6E-A174-DACE082DC6F3}" srcOrd="1" destOrd="0" parTransId="{EF291813-1E85-4DE4-B066-7875F81D994C}" sibTransId="{362D92B6-A9B9-48D8-82C2-703FF7C9D33B}"/>
    <dgm:cxn modelId="{7899DC82-4B03-45A7-AD6A-01D661F59D8E}" type="presOf" srcId="{3A8222B8-B2FD-42A2-9A66-3042E0541488}" destId="{48A68489-3C40-49FD-B467-52F49A9BA217}" srcOrd="0" destOrd="0" presId="urn:microsoft.com/office/officeart/2005/8/layout/vList2"/>
    <dgm:cxn modelId="{4AD73A98-40C5-41AD-AA1A-FEB1F9092E37}" type="presOf" srcId="{6FD285BA-C9DF-40A6-A701-74795B4DE950}" destId="{442CD214-6776-424C-95EF-93A45625A690}" srcOrd="0" destOrd="0" presId="urn:microsoft.com/office/officeart/2005/8/layout/vList2"/>
    <dgm:cxn modelId="{2BCFD59F-9F92-432C-BB70-B7C474D9B2F2}" type="presOf" srcId="{128458BA-2542-4A6B-AE46-B65CFFB4F548}" destId="{DE2FF4DA-58D6-4EB4-A166-34D6B6CD0665}" srcOrd="0" destOrd="0" presId="urn:microsoft.com/office/officeart/2005/8/layout/vList2"/>
    <dgm:cxn modelId="{65F952AF-A119-4719-A307-BB1D43F888A1}" type="presOf" srcId="{6909B6BA-A36A-48F1-96B7-6558EF16B0C9}" destId="{CEF68F07-00E9-408F-BC89-39F909836700}" srcOrd="0" destOrd="0" presId="urn:microsoft.com/office/officeart/2005/8/layout/vList2"/>
    <dgm:cxn modelId="{342449B0-292E-45D0-AE72-17CB5A7C9FF9}" srcId="{D815971B-5D98-4441-B9C8-561A7CB468F2}" destId="{3A8222B8-B2FD-42A2-9A66-3042E0541488}" srcOrd="4" destOrd="0" parTransId="{272A6EFA-893A-4759-8891-B60738AA24E3}" sibTransId="{84B3F51C-B48A-4247-84DC-9B288F07C3C4}"/>
    <dgm:cxn modelId="{F12791E3-94DD-4D52-BE8C-DBB91C951FA5}" type="presOf" srcId="{92C03903-5C7A-4E6E-A174-DACE082DC6F3}" destId="{165047AA-341F-4BD6-8C1E-F0A6831021BA}" srcOrd="0" destOrd="0" presId="urn:microsoft.com/office/officeart/2005/8/layout/vList2"/>
    <dgm:cxn modelId="{7F313FFD-5F16-4E79-B4B7-B401D590D0E6}" type="presOf" srcId="{D815971B-5D98-4441-B9C8-561A7CB468F2}" destId="{247DF878-0B4E-43BE-919D-32FD5678ABB5}" srcOrd="0" destOrd="0" presId="urn:microsoft.com/office/officeart/2005/8/layout/vList2"/>
    <dgm:cxn modelId="{10AD7B77-725A-4B6E-A41A-E8387C607998}" type="presParOf" srcId="{247DF878-0B4E-43BE-919D-32FD5678ABB5}" destId="{442CD214-6776-424C-95EF-93A45625A690}" srcOrd="0" destOrd="0" presId="urn:microsoft.com/office/officeart/2005/8/layout/vList2"/>
    <dgm:cxn modelId="{140A1E37-CA43-41B2-8227-F9A1EA5A5075}" type="presParOf" srcId="{247DF878-0B4E-43BE-919D-32FD5678ABB5}" destId="{3C7D8219-764F-4074-908F-3531B73D3CFA}" srcOrd="1" destOrd="0" presId="urn:microsoft.com/office/officeart/2005/8/layout/vList2"/>
    <dgm:cxn modelId="{9C470A93-3C33-4715-90D0-C32BFAE6B4E6}" type="presParOf" srcId="{247DF878-0B4E-43BE-919D-32FD5678ABB5}" destId="{165047AA-341F-4BD6-8C1E-F0A6831021BA}" srcOrd="2" destOrd="0" presId="urn:microsoft.com/office/officeart/2005/8/layout/vList2"/>
    <dgm:cxn modelId="{F640518E-35A1-48C5-B01C-DAB1ED39FBE5}" type="presParOf" srcId="{247DF878-0B4E-43BE-919D-32FD5678ABB5}" destId="{984FEF26-9C72-42BD-9EAC-5D33CBF92389}" srcOrd="3" destOrd="0" presId="urn:microsoft.com/office/officeart/2005/8/layout/vList2"/>
    <dgm:cxn modelId="{5C34ECDC-883C-4DDE-B2D0-ACAAE68EFCA9}" type="presParOf" srcId="{247DF878-0B4E-43BE-919D-32FD5678ABB5}" destId="{CEF68F07-00E9-408F-BC89-39F909836700}" srcOrd="4" destOrd="0" presId="urn:microsoft.com/office/officeart/2005/8/layout/vList2"/>
    <dgm:cxn modelId="{429EB01C-F686-43FC-9D07-B31371BCE92F}" type="presParOf" srcId="{247DF878-0B4E-43BE-919D-32FD5678ABB5}" destId="{2F2E91DF-89EB-4A8C-B4B4-9E9A210E93C9}" srcOrd="5" destOrd="0" presId="urn:microsoft.com/office/officeart/2005/8/layout/vList2"/>
    <dgm:cxn modelId="{9A30CA91-B7E9-45DA-95CD-11D621DF3520}" type="presParOf" srcId="{247DF878-0B4E-43BE-919D-32FD5678ABB5}" destId="{DE2FF4DA-58D6-4EB4-A166-34D6B6CD0665}" srcOrd="6" destOrd="0" presId="urn:microsoft.com/office/officeart/2005/8/layout/vList2"/>
    <dgm:cxn modelId="{7EBAA363-DA35-4AF1-A056-8962559CB201}" type="presParOf" srcId="{247DF878-0B4E-43BE-919D-32FD5678ABB5}" destId="{03F56EA3-8E57-4E79-97B5-865352670784}" srcOrd="7" destOrd="0" presId="urn:microsoft.com/office/officeart/2005/8/layout/vList2"/>
    <dgm:cxn modelId="{68312EEB-C05C-4AC6-B0F8-1253089D6784}" type="presParOf" srcId="{247DF878-0B4E-43BE-919D-32FD5678ABB5}" destId="{48A68489-3C40-49FD-B467-52F49A9BA217}" srcOrd="8"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9.xml><?xml version="1.0" encoding="utf-8"?>
<dgm:dataModel xmlns:dgm="http://schemas.openxmlformats.org/drawingml/2006/diagram" xmlns:a="http://schemas.openxmlformats.org/drawingml/2006/main">
  <dgm:ptLst>
    <dgm:pt modelId="{46F90C40-EFD1-4ACE-B877-C706BCE731E3}"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FCA25DEC-40A9-4152-9287-CF3A37DC08F4}">
      <dgm:prSet/>
      <dgm:spPr/>
      <dgm:t>
        <a:bodyPr/>
        <a:lstStyle/>
        <a:p>
          <a:pPr>
            <a:lnSpc>
              <a:spcPct val="100000"/>
            </a:lnSpc>
          </a:pPr>
          <a:r>
            <a:rPr lang="en-US" b="1"/>
            <a:t>Academic-Industry Connection</a:t>
          </a:r>
          <a:endParaRPr lang="en-US"/>
        </a:p>
      </dgm:t>
    </dgm:pt>
    <dgm:pt modelId="{3454A8D0-446D-40DE-A4E3-2307662C183B}" type="parTrans" cxnId="{6C88BCE7-15EA-4999-9C53-115C9B24430B}">
      <dgm:prSet/>
      <dgm:spPr/>
      <dgm:t>
        <a:bodyPr/>
        <a:lstStyle/>
        <a:p>
          <a:endParaRPr lang="en-US"/>
        </a:p>
      </dgm:t>
    </dgm:pt>
    <dgm:pt modelId="{8320405A-7B0C-414F-BBA1-662F09E0CAEE}" type="sibTrans" cxnId="{6C88BCE7-15EA-4999-9C53-115C9B24430B}">
      <dgm:prSet/>
      <dgm:spPr/>
      <dgm:t>
        <a:bodyPr/>
        <a:lstStyle/>
        <a:p>
          <a:endParaRPr lang="en-US"/>
        </a:p>
      </dgm:t>
    </dgm:pt>
    <dgm:pt modelId="{AA06EA82-09CB-478B-9217-9F7912F19C02}">
      <dgm:prSet/>
      <dgm:spPr/>
      <dgm:t>
        <a:bodyPr/>
        <a:lstStyle/>
        <a:p>
          <a:pPr>
            <a:lnSpc>
              <a:spcPct val="100000"/>
            </a:lnSpc>
          </a:pPr>
          <a:r>
            <a:rPr lang="en-US"/>
            <a:t>Applied Digital Signal Processing knowledge to practical IoT sensor data processing.</a:t>
          </a:r>
        </a:p>
      </dgm:t>
    </dgm:pt>
    <dgm:pt modelId="{475A5019-990C-4F50-A3C6-5CD021C3A739}" type="parTrans" cxnId="{89397500-6C7E-4410-BCDD-932776F3E3E3}">
      <dgm:prSet/>
      <dgm:spPr/>
      <dgm:t>
        <a:bodyPr/>
        <a:lstStyle/>
        <a:p>
          <a:endParaRPr lang="en-US"/>
        </a:p>
      </dgm:t>
    </dgm:pt>
    <dgm:pt modelId="{772005F2-FF27-4DFD-92CF-170BDCCA1A6A}" type="sibTrans" cxnId="{89397500-6C7E-4410-BCDD-932776F3E3E3}">
      <dgm:prSet/>
      <dgm:spPr/>
      <dgm:t>
        <a:bodyPr/>
        <a:lstStyle/>
        <a:p>
          <a:endParaRPr lang="en-US"/>
        </a:p>
      </dgm:t>
    </dgm:pt>
    <dgm:pt modelId="{C9FA64CF-8F9B-49BF-82B5-3C70970D9C7E}">
      <dgm:prSet/>
      <dgm:spPr/>
      <dgm:t>
        <a:bodyPr/>
        <a:lstStyle/>
        <a:p>
          <a:pPr>
            <a:lnSpc>
              <a:spcPct val="100000"/>
            </a:lnSpc>
          </a:pPr>
          <a:r>
            <a:rPr lang="en-US"/>
            <a:t>Utilized Database Management skills for IoT data logging and analytics.</a:t>
          </a:r>
        </a:p>
      </dgm:t>
    </dgm:pt>
    <dgm:pt modelId="{724EA90E-B678-4503-B7D6-4C406BF25FE9}" type="parTrans" cxnId="{9D5122C4-B528-4BC6-8DA9-CDB509D11C64}">
      <dgm:prSet/>
      <dgm:spPr/>
      <dgm:t>
        <a:bodyPr/>
        <a:lstStyle/>
        <a:p>
          <a:endParaRPr lang="en-US"/>
        </a:p>
      </dgm:t>
    </dgm:pt>
    <dgm:pt modelId="{D5AFAB28-DE45-47B1-ABDC-D84AABF03C17}" type="sibTrans" cxnId="{9D5122C4-B528-4BC6-8DA9-CDB509D11C64}">
      <dgm:prSet/>
      <dgm:spPr/>
      <dgm:t>
        <a:bodyPr/>
        <a:lstStyle/>
        <a:p>
          <a:endParaRPr lang="en-US"/>
        </a:p>
      </dgm:t>
    </dgm:pt>
    <dgm:pt modelId="{1ED25755-AC0B-4E30-9070-E3E17DF69FE8}">
      <dgm:prSet/>
      <dgm:spPr/>
      <dgm:t>
        <a:bodyPr/>
        <a:lstStyle/>
        <a:p>
          <a:pPr>
            <a:lnSpc>
              <a:spcPct val="100000"/>
            </a:lnSpc>
          </a:pPr>
          <a:r>
            <a:rPr lang="en-US"/>
            <a:t>Implemented Circuit Design &amp; Analysis principles in real embedded hardware projects.</a:t>
          </a:r>
        </a:p>
      </dgm:t>
    </dgm:pt>
    <dgm:pt modelId="{B480E3A0-12B8-482D-A5D3-F7C0166D0DC4}" type="parTrans" cxnId="{8302D239-7016-4F07-9072-5D31632DA2DE}">
      <dgm:prSet/>
      <dgm:spPr/>
      <dgm:t>
        <a:bodyPr/>
        <a:lstStyle/>
        <a:p>
          <a:endParaRPr lang="en-US"/>
        </a:p>
      </dgm:t>
    </dgm:pt>
    <dgm:pt modelId="{3699A057-F254-4A84-9C5E-4C8BD4D451F6}" type="sibTrans" cxnId="{8302D239-7016-4F07-9072-5D31632DA2DE}">
      <dgm:prSet/>
      <dgm:spPr/>
      <dgm:t>
        <a:bodyPr/>
        <a:lstStyle/>
        <a:p>
          <a:endParaRPr lang="en-US"/>
        </a:p>
      </dgm:t>
    </dgm:pt>
    <dgm:pt modelId="{AD643E42-FD1C-4B1C-824C-780C806B472A}" type="pres">
      <dgm:prSet presAssocID="{46F90C40-EFD1-4ACE-B877-C706BCE731E3}" presName="root" presStyleCnt="0">
        <dgm:presLayoutVars>
          <dgm:dir/>
          <dgm:resizeHandles val="exact"/>
        </dgm:presLayoutVars>
      </dgm:prSet>
      <dgm:spPr/>
    </dgm:pt>
    <dgm:pt modelId="{1FF416EA-FA7E-40E1-AF70-748C18F69C72}" type="pres">
      <dgm:prSet presAssocID="{FCA25DEC-40A9-4152-9287-CF3A37DC08F4}" presName="compNode" presStyleCnt="0"/>
      <dgm:spPr/>
    </dgm:pt>
    <dgm:pt modelId="{2D380201-A2A6-41C7-B0BE-7ABB3567C298}" type="pres">
      <dgm:prSet presAssocID="{FCA25DEC-40A9-4152-9287-CF3A37DC08F4}" presName="bgRect" presStyleLbl="bgShp" presStyleIdx="0" presStyleCnt="4"/>
      <dgm:spPr/>
    </dgm:pt>
    <dgm:pt modelId="{F8F9C12F-AF6F-4BCF-A124-F71A1571207B}" type="pres">
      <dgm:prSet presAssocID="{FCA25DEC-40A9-4152-9287-CF3A37DC08F4}"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Atom"/>
        </a:ext>
      </dgm:extLst>
    </dgm:pt>
    <dgm:pt modelId="{D46D538E-7C9E-42E8-850D-0CD459D34FDA}" type="pres">
      <dgm:prSet presAssocID="{FCA25DEC-40A9-4152-9287-CF3A37DC08F4}" presName="spaceRect" presStyleCnt="0"/>
      <dgm:spPr/>
    </dgm:pt>
    <dgm:pt modelId="{EF330D9A-69B8-4856-AB85-1026BDC831E4}" type="pres">
      <dgm:prSet presAssocID="{FCA25DEC-40A9-4152-9287-CF3A37DC08F4}" presName="parTx" presStyleLbl="revTx" presStyleIdx="0" presStyleCnt="4">
        <dgm:presLayoutVars>
          <dgm:chMax val="0"/>
          <dgm:chPref val="0"/>
        </dgm:presLayoutVars>
      </dgm:prSet>
      <dgm:spPr/>
    </dgm:pt>
    <dgm:pt modelId="{474CB45F-D9DC-43C5-AE46-A16F3FCC0B77}" type="pres">
      <dgm:prSet presAssocID="{8320405A-7B0C-414F-BBA1-662F09E0CAEE}" presName="sibTrans" presStyleCnt="0"/>
      <dgm:spPr/>
    </dgm:pt>
    <dgm:pt modelId="{0D3578EE-28D3-4F62-9227-75E05D09C25F}" type="pres">
      <dgm:prSet presAssocID="{AA06EA82-09CB-478B-9217-9F7912F19C02}" presName="compNode" presStyleCnt="0"/>
      <dgm:spPr/>
    </dgm:pt>
    <dgm:pt modelId="{99341226-E343-4C6D-BD28-734A54643785}" type="pres">
      <dgm:prSet presAssocID="{AA06EA82-09CB-478B-9217-9F7912F19C02}" presName="bgRect" presStyleLbl="bgShp" presStyleIdx="1" presStyleCnt="4"/>
      <dgm:spPr/>
    </dgm:pt>
    <dgm:pt modelId="{8FA4C66E-E513-42A9-8DB8-BBE49113DF1A}" type="pres">
      <dgm:prSet presAssocID="{AA06EA82-09CB-478B-9217-9F7912F19C02}"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Wireless router"/>
        </a:ext>
      </dgm:extLst>
    </dgm:pt>
    <dgm:pt modelId="{58D2F9F3-892E-4439-950F-9F06A0241687}" type="pres">
      <dgm:prSet presAssocID="{AA06EA82-09CB-478B-9217-9F7912F19C02}" presName="spaceRect" presStyleCnt="0"/>
      <dgm:spPr/>
    </dgm:pt>
    <dgm:pt modelId="{CF94D82E-E0B3-43B2-BED6-81179A22135E}" type="pres">
      <dgm:prSet presAssocID="{AA06EA82-09CB-478B-9217-9F7912F19C02}" presName="parTx" presStyleLbl="revTx" presStyleIdx="1" presStyleCnt="4">
        <dgm:presLayoutVars>
          <dgm:chMax val="0"/>
          <dgm:chPref val="0"/>
        </dgm:presLayoutVars>
      </dgm:prSet>
      <dgm:spPr/>
    </dgm:pt>
    <dgm:pt modelId="{325FE328-F624-402C-8645-20AD221B7421}" type="pres">
      <dgm:prSet presAssocID="{772005F2-FF27-4DFD-92CF-170BDCCA1A6A}" presName="sibTrans" presStyleCnt="0"/>
      <dgm:spPr/>
    </dgm:pt>
    <dgm:pt modelId="{87A052F3-D63C-4B31-B392-780BD33F4133}" type="pres">
      <dgm:prSet presAssocID="{C9FA64CF-8F9B-49BF-82B5-3C70970D9C7E}" presName="compNode" presStyleCnt="0"/>
      <dgm:spPr/>
    </dgm:pt>
    <dgm:pt modelId="{1A8DF598-B385-46D9-BD8C-0A2AB80BD646}" type="pres">
      <dgm:prSet presAssocID="{C9FA64CF-8F9B-49BF-82B5-3C70970D9C7E}" presName="bgRect" presStyleLbl="bgShp" presStyleIdx="2" presStyleCnt="4"/>
      <dgm:spPr/>
    </dgm:pt>
    <dgm:pt modelId="{934B0C43-7B31-4246-9B24-FBBDAA5A29F7}" type="pres">
      <dgm:prSet presAssocID="{C9FA64CF-8F9B-49BF-82B5-3C70970D9C7E}"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Robot"/>
        </a:ext>
      </dgm:extLst>
    </dgm:pt>
    <dgm:pt modelId="{29B4AE0D-419E-4490-9AB7-DEDCD2BA7E81}" type="pres">
      <dgm:prSet presAssocID="{C9FA64CF-8F9B-49BF-82B5-3C70970D9C7E}" presName="spaceRect" presStyleCnt="0"/>
      <dgm:spPr/>
    </dgm:pt>
    <dgm:pt modelId="{0E835461-0D48-4469-98B5-9FB43006C4BC}" type="pres">
      <dgm:prSet presAssocID="{C9FA64CF-8F9B-49BF-82B5-3C70970D9C7E}" presName="parTx" presStyleLbl="revTx" presStyleIdx="2" presStyleCnt="4">
        <dgm:presLayoutVars>
          <dgm:chMax val="0"/>
          <dgm:chPref val="0"/>
        </dgm:presLayoutVars>
      </dgm:prSet>
      <dgm:spPr/>
    </dgm:pt>
    <dgm:pt modelId="{80FFBFC7-6CE5-439D-B163-A03C6D529991}" type="pres">
      <dgm:prSet presAssocID="{D5AFAB28-DE45-47B1-ABDC-D84AABF03C17}" presName="sibTrans" presStyleCnt="0"/>
      <dgm:spPr/>
    </dgm:pt>
    <dgm:pt modelId="{D06F765A-7C15-42E9-B184-A18EAB08DA4E}" type="pres">
      <dgm:prSet presAssocID="{1ED25755-AC0B-4E30-9070-E3E17DF69FE8}" presName="compNode" presStyleCnt="0"/>
      <dgm:spPr/>
    </dgm:pt>
    <dgm:pt modelId="{934286DA-8C0F-45A1-BF13-8F2529E1EF3E}" type="pres">
      <dgm:prSet presAssocID="{1ED25755-AC0B-4E30-9070-E3E17DF69FE8}" presName="bgRect" presStyleLbl="bgShp" presStyleIdx="3" presStyleCnt="4"/>
      <dgm:spPr/>
    </dgm:pt>
    <dgm:pt modelId="{560728C5-A1D9-4691-ABD7-F1E502D992A9}" type="pres">
      <dgm:prSet presAssocID="{1ED25755-AC0B-4E30-9070-E3E17DF69FE8}"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Processor"/>
        </a:ext>
      </dgm:extLst>
    </dgm:pt>
    <dgm:pt modelId="{0DA5CB13-D621-4E5E-BF5B-44125A4FED8A}" type="pres">
      <dgm:prSet presAssocID="{1ED25755-AC0B-4E30-9070-E3E17DF69FE8}" presName="spaceRect" presStyleCnt="0"/>
      <dgm:spPr/>
    </dgm:pt>
    <dgm:pt modelId="{5D8811C7-220F-4309-B3A2-8521A4DE632B}" type="pres">
      <dgm:prSet presAssocID="{1ED25755-AC0B-4E30-9070-E3E17DF69FE8}" presName="parTx" presStyleLbl="revTx" presStyleIdx="3" presStyleCnt="4">
        <dgm:presLayoutVars>
          <dgm:chMax val="0"/>
          <dgm:chPref val="0"/>
        </dgm:presLayoutVars>
      </dgm:prSet>
      <dgm:spPr/>
    </dgm:pt>
  </dgm:ptLst>
  <dgm:cxnLst>
    <dgm:cxn modelId="{89397500-6C7E-4410-BCDD-932776F3E3E3}" srcId="{46F90C40-EFD1-4ACE-B877-C706BCE731E3}" destId="{AA06EA82-09CB-478B-9217-9F7912F19C02}" srcOrd="1" destOrd="0" parTransId="{475A5019-990C-4F50-A3C6-5CD021C3A739}" sibTransId="{772005F2-FF27-4DFD-92CF-170BDCCA1A6A}"/>
    <dgm:cxn modelId="{59A27316-5500-49AB-8427-2303D9F95DB3}" type="presOf" srcId="{FCA25DEC-40A9-4152-9287-CF3A37DC08F4}" destId="{EF330D9A-69B8-4856-AB85-1026BDC831E4}" srcOrd="0" destOrd="0" presId="urn:microsoft.com/office/officeart/2018/2/layout/IconVerticalSolidList"/>
    <dgm:cxn modelId="{62CC5A30-9B83-4858-A5F6-CBBDCA3A7A4F}" type="presOf" srcId="{46F90C40-EFD1-4ACE-B877-C706BCE731E3}" destId="{AD643E42-FD1C-4B1C-824C-780C806B472A}" srcOrd="0" destOrd="0" presId="urn:microsoft.com/office/officeart/2018/2/layout/IconVerticalSolidList"/>
    <dgm:cxn modelId="{8302D239-7016-4F07-9072-5D31632DA2DE}" srcId="{46F90C40-EFD1-4ACE-B877-C706BCE731E3}" destId="{1ED25755-AC0B-4E30-9070-E3E17DF69FE8}" srcOrd="3" destOrd="0" parTransId="{B480E3A0-12B8-482D-A5D3-F7C0166D0DC4}" sibTransId="{3699A057-F254-4A84-9C5E-4C8BD4D451F6}"/>
    <dgm:cxn modelId="{3C7E3544-D803-4A07-B77E-D15FD2B6FDC6}" type="presOf" srcId="{AA06EA82-09CB-478B-9217-9F7912F19C02}" destId="{CF94D82E-E0B3-43B2-BED6-81179A22135E}" srcOrd="0" destOrd="0" presId="urn:microsoft.com/office/officeart/2018/2/layout/IconVerticalSolidList"/>
    <dgm:cxn modelId="{CA74C782-9537-4AF2-98BB-0D3A158E1A7C}" type="presOf" srcId="{C9FA64CF-8F9B-49BF-82B5-3C70970D9C7E}" destId="{0E835461-0D48-4469-98B5-9FB43006C4BC}" srcOrd="0" destOrd="0" presId="urn:microsoft.com/office/officeart/2018/2/layout/IconVerticalSolidList"/>
    <dgm:cxn modelId="{9F858F93-740C-453B-B8BF-4814B4CF06D5}" type="presOf" srcId="{1ED25755-AC0B-4E30-9070-E3E17DF69FE8}" destId="{5D8811C7-220F-4309-B3A2-8521A4DE632B}" srcOrd="0" destOrd="0" presId="urn:microsoft.com/office/officeart/2018/2/layout/IconVerticalSolidList"/>
    <dgm:cxn modelId="{9D5122C4-B528-4BC6-8DA9-CDB509D11C64}" srcId="{46F90C40-EFD1-4ACE-B877-C706BCE731E3}" destId="{C9FA64CF-8F9B-49BF-82B5-3C70970D9C7E}" srcOrd="2" destOrd="0" parTransId="{724EA90E-B678-4503-B7D6-4C406BF25FE9}" sibTransId="{D5AFAB28-DE45-47B1-ABDC-D84AABF03C17}"/>
    <dgm:cxn modelId="{6C88BCE7-15EA-4999-9C53-115C9B24430B}" srcId="{46F90C40-EFD1-4ACE-B877-C706BCE731E3}" destId="{FCA25DEC-40A9-4152-9287-CF3A37DC08F4}" srcOrd="0" destOrd="0" parTransId="{3454A8D0-446D-40DE-A4E3-2307662C183B}" sibTransId="{8320405A-7B0C-414F-BBA1-662F09E0CAEE}"/>
    <dgm:cxn modelId="{B75FB5A9-EF57-4320-A45C-F67C402D2FAA}" type="presParOf" srcId="{AD643E42-FD1C-4B1C-824C-780C806B472A}" destId="{1FF416EA-FA7E-40E1-AF70-748C18F69C72}" srcOrd="0" destOrd="0" presId="urn:microsoft.com/office/officeart/2018/2/layout/IconVerticalSolidList"/>
    <dgm:cxn modelId="{42E5E9E6-E3A7-422F-AFBC-464255C9AAD2}" type="presParOf" srcId="{1FF416EA-FA7E-40E1-AF70-748C18F69C72}" destId="{2D380201-A2A6-41C7-B0BE-7ABB3567C298}" srcOrd="0" destOrd="0" presId="urn:microsoft.com/office/officeart/2018/2/layout/IconVerticalSolidList"/>
    <dgm:cxn modelId="{F3B792B9-A584-46E6-972E-5151F8F246FD}" type="presParOf" srcId="{1FF416EA-FA7E-40E1-AF70-748C18F69C72}" destId="{F8F9C12F-AF6F-4BCF-A124-F71A1571207B}" srcOrd="1" destOrd="0" presId="urn:microsoft.com/office/officeart/2018/2/layout/IconVerticalSolidList"/>
    <dgm:cxn modelId="{43393D8E-857E-4540-AAB6-B9BC1993C483}" type="presParOf" srcId="{1FF416EA-FA7E-40E1-AF70-748C18F69C72}" destId="{D46D538E-7C9E-42E8-850D-0CD459D34FDA}" srcOrd="2" destOrd="0" presId="urn:microsoft.com/office/officeart/2018/2/layout/IconVerticalSolidList"/>
    <dgm:cxn modelId="{058A6410-B97A-4303-ACDD-972B572F82C4}" type="presParOf" srcId="{1FF416EA-FA7E-40E1-AF70-748C18F69C72}" destId="{EF330D9A-69B8-4856-AB85-1026BDC831E4}" srcOrd="3" destOrd="0" presId="urn:microsoft.com/office/officeart/2018/2/layout/IconVerticalSolidList"/>
    <dgm:cxn modelId="{B7FE058B-5344-4F72-AD69-1DE0E172BC4E}" type="presParOf" srcId="{AD643E42-FD1C-4B1C-824C-780C806B472A}" destId="{474CB45F-D9DC-43C5-AE46-A16F3FCC0B77}" srcOrd="1" destOrd="0" presId="urn:microsoft.com/office/officeart/2018/2/layout/IconVerticalSolidList"/>
    <dgm:cxn modelId="{2FB5A8A2-52ED-42F7-BB41-93750CE274A1}" type="presParOf" srcId="{AD643E42-FD1C-4B1C-824C-780C806B472A}" destId="{0D3578EE-28D3-4F62-9227-75E05D09C25F}" srcOrd="2" destOrd="0" presId="urn:microsoft.com/office/officeart/2018/2/layout/IconVerticalSolidList"/>
    <dgm:cxn modelId="{11328C6B-CDA3-412E-9881-0693898A09A9}" type="presParOf" srcId="{0D3578EE-28D3-4F62-9227-75E05D09C25F}" destId="{99341226-E343-4C6D-BD28-734A54643785}" srcOrd="0" destOrd="0" presId="urn:microsoft.com/office/officeart/2018/2/layout/IconVerticalSolidList"/>
    <dgm:cxn modelId="{0787CB0A-C36A-4057-9B85-F7044A607DD8}" type="presParOf" srcId="{0D3578EE-28D3-4F62-9227-75E05D09C25F}" destId="{8FA4C66E-E513-42A9-8DB8-BBE49113DF1A}" srcOrd="1" destOrd="0" presId="urn:microsoft.com/office/officeart/2018/2/layout/IconVerticalSolidList"/>
    <dgm:cxn modelId="{B7227834-5DC7-4B5D-B9D3-D7301B211938}" type="presParOf" srcId="{0D3578EE-28D3-4F62-9227-75E05D09C25F}" destId="{58D2F9F3-892E-4439-950F-9F06A0241687}" srcOrd="2" destOrd="0" presId="urn:microsoft.com/office/officeart/2018/2/layout/IconVerticalSolidList"/>
    <dgm:cxn modelId="{E36AC973-3B89-4C82-8FD9-D88D796EE1B1}" type="presParOf" srcId="{0D3578EE-28D3-4F62-9227-75E05D09C25F}" destId="{CF94D82E-E0B3-43B2-BED6-81179A22135E}" srcOrd="3" destOrd="0" presId="urn:microsoft.com/office/officeart/2018/2/layout/IconVerticalSolidList"/>
    <dgm:cxn modelId="{7D07B0E7-1A98-48DB-A516-865B91E00D56}" type="presParOf" srcId="{AD643E42-FD1C-4B1C-824C-780C806B472A}" destId="{325FE328-F624-402C-8645-20AD221B7421}" srcOrd="3" destOrd="0" presId="urn:microsoft.com/office/officeart/2018/2/layout/IconVerticalSolidList"/>
    <dgm:cxn modelId="{A90274E0-C80F-4DCC-A610-B7BDD0010D8C}" type="presParOf" srcId="{AD643E42-FD1C-4B1C-824C-780C806B472A}" destId="{87A052F3-D63C-4B31-B392-780BD33F4133}" srcOrd="4" destOrd="0" presId="urn:microsoft.com/office/officeart/2018/2/layout/IconVerticalSolidList"/>
    <dgm:cxn modelId="{9FA8915D-8526-401B-B069-B299A9991485}" type="presParOf" srcId="{87A052F3-D63C-4B31-B392-780BD33F4133}" destId="{1A8DF598-B385-46D9-BD8C-0A2AB80BD646}" srcOrd="0" destOrd="0" presId="urn:microsoft.com/office/officeart/2018/2/layout/IconVerticalSolidList"/>
    <dgm:cxn modelId="{89E75E37-1CE6-4690-BA2E-9B39AD717F74}" type="presParOf" srcId="{87A052F3-D63C-4B31-B392-780BD33F4133}" destId="{934B0C43-7B31-4246-9B24-FBBDAA5A29F7}" srcOrd="1" destOrd="0" presId="urn:microsoft.com/office/officeart/2018/2/layout/IconVerticalSolidList"/>
    <dgm:cxn modelId="{536DE77B-896B-423C-8A0A-A3AA09115D2E}" type="presParOf" srcId="{87A052F3-D63C-4B31-B392-780BD33F4133}" destId="{29B4AE0D-419E-4490-9AB7-DEDCD2BA7E81}" srcOrd="2" destOrd="0" presId="urn:microsoft.com/office/officeart/2018/2/layout/IconVerticalSolidList"/>
    <dgm:cxn modelId="{31B1F5FC-E417-4EEA-B0DE-7F96EB1ED8D1}" type="presParOf" srcId="{87A052F3-D63C-4B31-B392-780BD33F4133}" destId="{0E835461-0D48-4469-98B5-9FB43006C4BC}" srcOrd="3" destOrd="0" presId="urn:microsoft.com/office/officeart/2018/2/layout/IconVerticalSolidList"/>
    <dgm:cxn modelId="{356BF6B8-2EFB-414A-91CC-37993CBFC8B0}" type="presParOf" srcId="{AD643E42-FD1C-4B1C-824C-780C806B472A}" destId="{80FFBFC7-6CE5-439D-B163-A03C6D529991}" srcOrd="5" destOrd="0" presId="urn:microsoft.com/office/officeart/2018/2/layout/IconVerticalSolidList"/>
    <dgm:cxn modelId="{A755031C-3F0B-4261-A04D-C897EF0DB564}" type="presParOf" srcId="{AD643E42-FD1C-4B1C-824C-780C806B472A}" destId="{D06F765A-7C15-42E9-B184-A18EAB08DA4E}" srcOrd="6" destOrd="0" presId="urn:microsoft.com/office/officeart/2018/2/layout/IconVerticalSolidList"/>
    <dgm:cxn modelId="{DC4E00DC-B2C6-4150-9F55-7F6E5CAB50B6}" type="presParOf" srcId="{D06F765A-7C15-42E9-B184-A18EAB08DA4E}" destId="{934286DA-8C0F-45A1-BF13-8F2529E1EF3E}" srcOrd="0" destOrd="0" presId="urn:microsoft.com/office/officeart/2018/2/layout/IconVerticalSolidList"/>
    <dgm:cxn modelId="{949AB9A8-6B5C-4200-9E56-BEB268DE80CB}" type="presParOf" srcId="{D06F765A-7C15-42E9-B184-A18EAB08DA4E}" destId="{560728C5-A1D9-4691-ABD7-F1E502D992A9}" srcOrd="1" destOrd="0" presId="urn:microsoft.com/office/officeart/2018/2/layout/IconVerticalSolidList"/>
    <dgm:cxn modelId="{7DAE084E-8E79-435B-BD82-E1772185F9E3}" type="presParOf" srcId="{D06F765A-7C15-42E9-B184-A18EAB08DA4E}" destId="{0DA5CB13-D621-4E5E-BF5B-44125A4FED8A}" srcOrd="2" destOrd="0" presId="urn:microsoft.com/office/officeart/2018/2/layout/IconVerticalSolidList"/>
    <dgm:cxn modelId="{F8475747-B6B5-4192-8ECD-4CBA6467F8D7}" type="presParOf" srcId="{D06F765A-7C15-42E9-B184-A18EAB08DA4E}" destId="{5D8811C7-220F-4309-B3A2-8521A4DE632B}"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0.xml><?xml version="1.0" encoding="utf-8"?>
<dgm:dataModel xmlns:dgm="http://schemas.openxmlformats.org/drawingml/2006/diagram" xmlns:a="http://schemas.openxmlformats.org/drawingml/2006/main">
  <dgm:ptLst>
    <dgm:pt modelId="{A37B063C-291B-43DD-BA2A-3A8276622F0F}"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768D70FF-8DEF-4721-86DE-79F01B1A5CFA}">
      <dgm:prSet/>
      <dgm:spPr/>
      <dgm:t>
        <a:bodyPr/>
        <a:lstStyle/>
        <a:p>
          <a:pPr>
            <a:lnSpc>
              <a:spcPct val="100000"/>
            </a:lnSpc>
          </a:pPr>
          <a:r>
            <a:rPr lang="en-US"/>
            <a:t>Lessons That Will Shape My Future</a:t>
          </a:r>
        </a:p>
      </dgm:t>
    </dgm:pt>
    <dgm:pt modelId="{143E778E-6C27-4706-BE65-CB047CD0FE8B}" type="parTrans" cxnId="{3259A615-44E2-4F0A-9EC5-53FF6576BC39}">
      <dgm:prSet/>
      <dgm:spPr/>
      <dgm:t>
        <a:bodyPr/>
        <a:lstStyle/>
        <a:p>
          <a:endParaRPr lang="en-US"/>
        </a:p>
      </dgm:t>
    </dgm:pt>
    <dgm:pt modelId="{167F9029-1487-4AC2-B30A-C97BEF63813B}" type="sibTrans" cxnId="{3259A615-44E2-4F0A-9EC5-53FF6576BC39}">
      <dgm:prSet/>
      <dgm:spPr/>
      <dgm:t>
        <a:bodyPr/>
        <a:lstStyle/>
        <a:p>
          <a:endParaRPr lang="en-US"/>
        </a:p>
      </dgm:t>
    </dgm:pt>
    <dgm:pt modelId="{A694FA14-40A7-44D8-8DE0-6F5DD47B9174}">
      <dgm:prSet/>
      <dgm:spPr/>
      <dgm:t>
        <a:bodyPr/>
        <a:lstStyle/>
        <a:p>
          <a:pPr>
            <a:lnSpc>
              <a:spcPct val="100000"/>
            </a:lnSpc>
          </a:pPr>
          <a:r>
            <a:rPr lang="en-US" b="1"/>
            <a:t>The importance of asking questions</a:t>
          </a:r>
          <a:r>
            <a:rPr lang="en-US"/>
            <a:t> - No question is too small when it comes to delivering quality work</a:t>
          </a:r>
        </a:p>
      </dgm:t>
    </dgm:pt>
    <dgm:pt modelId="{3CC1BE89-8A10-4ACB-9042-3175D231EB0F}" type="parTrans" cxnId="{07C38538-D749-463E-BDB6-D8302CA8090A}">
      <dgm:prSet/>
      <dgm:spPr/>
      <dgm:t>
        <a:bodyPr/>
        <a:lstStyle/>
        <a:p>
          <a:endParaRPr lang="en-US"/>
        </a:p>
      </dgm:t>
    </dgm:pt>
    <dgm:pt modelId="{CBF96DB6-08D2-4B16-BE92-2BEA38559226}" type="sibTrans" cxnId="{07C38538-D749-463E-BDB6-D8302CA8090A}">
      <dgm:prSet/>
      <dgm:spPr/>
      <dgm:t>
        <a:bodyPr/>
        <a:lstStyle/>
        <a:p>
          <a:endParaRPr lang="en-US"/>
        </a:p>
      </dgm:t>
    </dgm:pt>
    <dgm:pt modelId="{272E2FF0-30AD-4346-9301-98D097712255}">
      <dgm:prSet/>
      <dgm:spPr/>
      <dgm:t>
        <a:bodyPr/>
        <a:lstStyle/>
        <a:p>
          <a:pPr>
            <a:lnSpc>
              <a:spcPct val="100000"/>
            </a:lnSpc>
          </a:pPr>
          <a:r>
            <a:rPr lang="en-US" b="1"/>
            <a:t>Code is read more than it's written</a:t>
          </a:r>
          <a:r>
            <a:rPr lang="en-US"/>
            <a:t> - Writing clean, maintainable code is crucial</a:t>
          </a:r>
        </a:p>
      </dgm:t>
    </dgm:pt>
    <dgm:pt modelId="{2BEB57B0-7787-49F1-A0AB-3C66F6FEB0F5}" type="parTrans" cxnId="{65762AD5-BCE0-4220-9E46-93E70CA161DA}">
      <dgm:prSet/>
      <dgm:spPr/>
      <dgm:t>
        <a:bodyPr/>
        <a:lstStyle/>
        <a:p>
          <a:endParaRPr lang="en-US"/>
        </a:p>
      </dgm:t>
    </dgm:pt>
    <dgm:pt modelId="{76B0EAE8-DE2D-4DCF-9B47-AEBDB9D05E39}" type="sibTrans" cxnId="{65762AD5-BCE0-4220-9E46-93E70CA161DA}">
      <dgm:prSet/>
      <dgm:spPr/>
      <dgm:t>
        <a:bodyPr/>
        <a:lstStyle/>
        <a:p>
          <a:endParaRPr lang="en-US"/>
        </a:p>
      </dgm:t>
    </dgm:pt>
    <dgm:pt modelId="{8E389803-2EBF-4405-96C8-ACD198FDDF7C}">
      <dgm:prSet/>
      <dgm:spPr/>
      <dgm:t>
        <a:bodyPr/>
        <a:lstStyle/>
        <a:p>
          <a:pPr>
            <a:lnSpc>
              <a:spcPct val="100000"/>
            </a:lnSpc>
          </a:pPr>
          <a:r>
            <a:rPr lang="en-US" b="1"/>
            <a:t>Continuous learning is essential</a:t>
          </a:r>
          <a:r>
            <a:rPr lang="en-US"/>
            <a:t> - Technology evolves rapidly, and staying curious is key</a:t>
          </a:r>
        </a:p>
      </dgm:t>
    </dgm:pt>
    <dgm:pt modelId="{281A9570-6C45-4290-9DB4-09B9EA1E5E6A}" type="parTrans" cxnId="{98787592-A030-48C1-A656-026FEAEEBF59}">
      <dgm:prSet/>
      <dgm:spPr/>
      <dgm:t>
        <a:bodyPr/>
        <a:lstStyle/>
        <a:p>
          <a:endParaRPr lang="en-US"/>
        </a:p>
      </dgm:t>
    </dgm:pt>
    <dgm:pt modelId="{A15528C1-B26D-43DC-9C50-D1582EB62A7F}" type="sibTrans" cxnId="{98787592-A030-48C1-A656-026FEAEEBF59}">
      <dgm:prSet/>
      <dgm:spPr/>
      <dgm:t>
        <a:bodyPr/>
        <a:lstStyle/>
        <a:p>
          <a:endParaRPr lang="en-US"/>
        </a:p>
      </dgm:t>
    </dgm:pt>
    <dgm:pt modelId="{AB2F998D-AF7E-4FF1-A327-73D9996CE419}">
      <dgm:prSet/>
      <dgm:spPr/>
      <dgm:t>
        <a:bodyPr/>
        <a:lstStyle/>
        <a:p>
          <a:pPr>
            <a:lnSpc>
              <a:spcPct val="100000"/>
            </a:lnSpc>
          </a:pPr>
          <a:r>
            <a:rPr lang="en-US" b="1"/>
            <a:t>Team collaboration makes everything better</a:t>
          </a:r>
          <a:r>
            <a:rPr lang="en-US"/>
            <a:t> - Different perspectives lead to better solutions</a:t>
          </a:r>
        </a:p>
      </dgm:t>
    </dgm:pt>
    <dgm:pt modelId="{7FBB5B65-4FF8-4A8E-876D-AFC9450C642E}" type="parTrans" cxnId="{CCCA0C2D-E987-4FEA-8ED5-5D87DCC79F29}">
      <dgm:prSet/>
      <dgm:spPr/>
      <dgm:t>
        <a:bodyPr/>
        <a:lstStyle/>
        <a:p>
          <a:endParaRPr lang="en-US"/>
        </a:p>
      </dgm:t>
    </dgm:pt>
    <dgm:pt modelId="{4CA46B10-18DC-495C-8883-70691C93CB2B}" type="sibTrans" cxnId="{CCCA0C2D-E987-4FEA-8ED5-5D87DCC79F29}">
      <dgm:prSet/>
      <dgm:spPr/>
      <dgm:t>
        <a:bodyPr/>
        <a:lstStyle/>
        <a:p>
          <a:endParaRPr lang="en-US"/>
        </a:p>
      </dgm:t>
    </dgm:pt>
    <dgm:pt modelId="{8D165E47-22CA-4F83-964A-FB5A255529A0}" type="pres">
      <dgm:prSet presAssocID="{A37B063C-291B-43DD-BA2A-3A8276622F0F}" presName="root" presStyleCnt="0">
        <dgm:presLayoutVars>
          <dgm:dir/>
          <dgm:resizeHandles val="exact"/>
        </dgm:presLayoutVars>
      </dgm:prSet>
      <dgm:spPr/>
    </dgm:pt>
    <dgm:pt modelId="{BFE713B6-17F9-40B9-B42E-C4FCACC81DF0}" type="pres">
      <dgm:prSet presAssocID="{768D70FF-8DEF-4721-86DE-79F01B1A5CFA}" presName="compNode" presStyleCnt="0"/>
      <dgm:spPr/>
    </dgm:pt>
    <dgm:pt modelId="{A311036E-4D4F-41A3-9C60-4DF1453F0353}" type="pres">
      <dgm:prSet presAssocID="{768D70FF-8DEF-4721-86DE-79F01B1A5CFA}" presName="bgRect" presStyleLbl="bgShp" presStyleIdx="0" presStyleCnt="5"/>
      <dgm:spPr/>
    </dgm:pt>
    <dgm:pt modelId="{3CA26DF3-0F5D-4BE8-998A-CFD3EF11E653}" type="pres">
      <dgm:prSet presAssocID="{768D70FF-8DEF-4721-86DE-79F01B1A5CFA}"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Head with Gears"/>
        </a:ext>
      </dgm:extLst>
    </dgm:pt>
    <dgm:pt modelId="{AE822D14-D7D9-4EB9-B8AF-B5432949CEC4}" type="pres">
      <dgm:prSet presAssocID="{768D70FF-8DEF-4721-86DE-79F01B1A5CFA}" presName="spaceRect" presStyleCnt="0"/>
      <dgm:spPr/>
    </dgm:pt>
    <dgm:pt modelId="{A2D134BB-890A-483B-BBC1-48D20A65324E}" type="pres">
      <dgm:prSet presAssocID="{768D70FF-8DEF-4721-86DE-79F01B1A5CFA}" presName="parTx" presStyleLbl="revTx" presStyleIdx="0" presStyleCnt="5">
        <dgm:presLayoutVars>
          <dgm:chMax val="0"/>
          <dgm:chPref val="0"/>
        </dgm:presLayoutVars>
      </dgm:prSet>
      <dgm:spPr/>
    </dgm:pt>
    <dgm:pt modelId="{6DF4944B-ED56-4F2C-A75B-8D95C841237E}" type="pres">
      <dgm:prSet presAssocID="{167F9029-1487-4AC2-B30A-C97BEF63813B}" presName="sibTrans" presStyleCnt="0"/>
      <dgm:spPr/>
    </dgm:pt>
    <dgm:pt modelId="{27757527-B5C7-4FD6-927B-829C4A039010}" type="pres">
      <dgm:prSet presAssocID="{A694FA14-40A7-44D8-8DE0-6F5DD47B9174}" presName="compNode" presStyleCnt="0"/>
      <dgm:spPr/>
    </dgm:pt>
    <dgm:pt modelId="{E804223F-CCCC-4BA0-96DA-FDFE30A8BAA6}" type="pres">
      <dgm:prSet presAssocID="{A694FA14-40A7-44D8-8DE0-6F5DD47B9174}" presName="bgRect" presStyleLbl="bgShp" presStyleIdx="1" presStyleCnt="5"/>
      <dgm:spPr/>
    </dgm:pt>
    <dgm:pt modelId="{12C50144-25EB-497C-BBD1-9BC1EE5C4016}" type="pres">
      <dgm:prSet presAssocID="{A694FA14-40A7-44D8-8DE0-6F5DD47B9174}"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Question mark"/>
        </a:ext>
      </dgm:extLst>
    </dgm:pt>
    <dgm:pt modelId="{FE8D4099-C9D7-4C69-89E7-F382AA6F7AC1}" type="pres">
      <dgm:prSet presAssocID="{A694FA14-40A7-44D8-8DE0-6F5DD47B9174}" presName="spaceRect" presStyleCnt="0"/>
      <dgm:spPr/>
    </dgm:pt>
    <dgm:pt modelId="{9917DAF4-D45E-43D5-AB8E-D2B86248C904}" type="pres">
      <dgm:prSet presAssocID="{A694FA14-40A7-44D8-8DE0-6F5DD47B9174}" presName="parTx" presStyleLbl="revTx" presStyleIdx="1" presStyleCnt="5">
        <dgm:presLayoutVars>
          <dgm:chMax val="0"/>
          <dgm:chPref val="0"/>
        </dgm:presLayoutVars>
      </dgm:prSet>
      <dgm:spPr/>
    </dgm:pt>
    <dgm:pt modelId="{36C15957-AB46-42B2-9750-C331F3C41E6A}" type="pres">
      <dgm:prSet presAssocID="{CBF96DB6-08D2-4B16-BE92-2BEA38559226}" presName="sibTrans" presStyleCnt="0"/>
      <dgm:spPr/>
    </dgm:pt>
    <dgm:pt modelId="{40A393C6-94A9-467E-987E-856DDFF76E0B}" type="pres">
      <dgm:prSet presAssocID="{272E2FF0-30AD-4346-9301-98D097712255}" presName="compNode" presStyleCnt="0"/>
      <dgm:spPr/>
    </dgm:pt>
    <dgm:pt modelId="{5AF62D3C-C69F-4117-A3C6-D1295B87AB70}" type="pres">
      <dgm:prSet presAssocID="{272E2FF0-30AD-4346-9301-98D097712255}" presName="bgRect" presStyleLbl="bgShp" presStyleIdx="2" presStyleCnt="5"/>
      <dgm:spPr/>
    </dgm:pt>
    <dgm:pt modelId="{C65B9EB0-D125-448C-BB37-001672DBA678}" type="pres">
      <dgm:prSet presAssocID="{272E2FF0-30AD-4346-9301-98D097712255}"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Programmer"/>
        </a:ext>
      </dgm:extLst>
    </dgm:pt>
    <dgm:pt modelId="{DE665A79-E4B0-43A6-8306-A6925D5F1645}" type="pres">
      <dgm:prSet presAssocID="{272E2FF0-30AD-4346-9301-98D097712255}" presName="spaceRect" presStyleCnt="0"/>
      <dgm:spPr/>
    </dgm:pt>
    <dgm:pt modelId="{033A28D0-110B-4649-AB42-D67575DA34C1}" type="pres">
      <dgm:prSet presAssocID="{272E2FF0-30AD-4346-9301-98D097712255}" presName="parTx" presStyleLbl="revTx" presStyleIdx="2" presStyleCnt="5">
        <dgm:presLayoutVars>
          <dgm:chMax val="0"/>
          <dgm:chPref val="0"/>
        </dgm:presLayoutVars>
      </dgm:prSet>
      <dgm:spPr/>
    </dgm:pt>
    <dgm:pt modelId="{5A95B961-7626-498D-A427-82F58B1CCF01}" type="pres">
      <dgm:prSet presAssocID="{76B0EAE8-DE2D-4DCF-9B47-AEBDB9D05E39}" presName="sibTrans" presStyleCnt="0"/>
      <dgm:spPr/>
    </dgm:pt>
    <dgm:pt modelId="{50EE616C-4553-42D4-A3D8-99A8277D150F}" type="pres">
      <dgm:prSet presAssocID="{8E389803-2EBF-4405-96C8-ACD198FDDF7C}" presName="compNode" presStyleCnt="0"/>
      <dgm:spPr/>
    </dgm:pt>
    <dgm:pt modelId="{14A0A4E0-541B-4ED6-9789-955498D155BF}" type="pres">
      <dgm:prSet presAssocID="{8E389803-2EBF-4405-96C8-ACD198FDDF7C}" presName="bgRect" presStyleLbl="bgShp" presStyleIdx="3" presStyleCnt="5"/>
      <dgm:spPr/>
    </dgm:pt>
    <dgm:pt modelId="{3076776E-F3ED-4C54-B769-AA9F99628276}" type="pres">
      <dgm:prSet presAssocID="{8E389803-2EBF-4405-96C8-ACD198FDDF7C}"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Classroom"/>
        </a:ext>
      </dgm:extLst>
    </dgm:pt>
    <dgm:pt modelId="{972B49FA-9AB1-4B95-8071-784E75D9B303}" type="pres">
      <dgm:prSet presAssocID="{8E389803-2EBF-4405-96C8-ACD198FDDF7C}" presName="spaceRect" presStyleCnt="0"/>
      <dgm:spPr/>
    </dgm:pt>
    <dgm:pt modelId="{DDEF7AD4-337B-4F23-A7C4-73E254713E64}" type="pres">
      <dgm:prSet presAssocID="{8E389803-2EBF-4405-96C8-ACD198FDDF7C}" presName="parTx" presStyleLbl="revTx" presStyleIdx="3" presStyleCnt="5">
        <dgm:presLayoutVars>
          <dgm:chMax val="0"/>
          <dgm:chPref val="0"/>
        </dgm:presLayoutVars>
      </dgm:prSet>
      <dgm:spPr/>
    </dgm:pt>
    <dgm:pt modelId="{3FFA0FE8-9914-431A-9EE3-31A887FB7743}" type="pres">
      <dgm:prSet presAssocID="{A15528C1-B26D-43DC-9C50-D1582EB62A7F}" presName="sibTrans" presStyleCnt="0"/>
      <dgm:spPr/>
    </dgm:pt>
    <dgm:pt modelId="{932D6D9D-E9DA-4CBC-B5D7-E37B65F1FA5B}" type="pres">
      <dgm:prSet presAssocID="{AB2F998D-AF7E-4FF1-A327-73D9996CE419}" presName="compNode" presStyleCnt="0"/>
      <dgm:spPr/>
    </dgm:pt>
    <dgm:pt modelId="{09476493-3935-4AA6-B22C-08B3254CC99B}" type="pres">
      <dgm:prSet presAssocID="{AB2F998D-AF7E-4FF1-A327-73D9996CE419}" presName="bgRect" presStyleLbl="bgShp" presStyleIdx="4" presStyleCnt="5"/>
      <dgm:spPr/>
    </dgm:pt>
    <dgm:pt modelId="{D7DD5D22-8816-417E-8A88-1AB3F7DA9451}" type="pres">
      <dgm:prSet presAssocID="{AB2F998D-AF7E-4FF1-A327-73D9996CE419}"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dgm:spPr>
      <dgm:extLst>
        <a:ext uri="{E40237B7-FDA0-4F09-8148-C483321AD2D9}">
          <dgm14:cNvPr xmlns:dgm14="http://schemas.microsoft.com/office/drawing/2010/diagram" id="0" name="" descr="Users"/>
        </a:ext>
      </dgm:extLst>
    </dgm:pt>
    <dgm:pt modelId="{FDC16320-C108-4AE0-9069-3C4BD8536DF5}" type="pres">
      <dgm:prSet presAssocID="{AB2F998D-AF7E-4FF1-A327-73D9996CE419}" presName="spaceRect" presStyleCnt="0"/>
      <dgm:spPr/>
    </dgm:pt>
    <dgm:pt modelId="{6CB31D47-20A4-4FCE-BCBD-F02C8398EE42}" type="pres">
      <dgm:prSet presAssocID="{AB2F998D-AF7E-4FF1-A327-73D9996CE419}" presName="parTx" presStyleLbl="revTx" presStyleIdx="4" presStyleCnt="5">
        <dgm:presLayoutVars>
          <dgm:chMax val="0"/>
          <dgm:chPref val="0"/>
        </dgm:presLayoutVars>
      </dgm:prSet>
      <dgm:spPr/>
    </dgm:pt>
  </dgm:ptLst>
  <dgm:cxnLst>
    <dgm:cxn modelId="{13B1910B-66F5-4964-92A4-44DF69BD2A0C}" type="presOf" srcId="{272E2FF0-30AD-4346-9301-98D097712255}" destId="{033A28D0-110B-4649-AB42-D67575DA34C1}" srcOrd="0" destOrd="0" presId="urn:microsoft.com/office/officeart/2018/2/layout/IconVerticalSolidList"/>
    <dgm:cxn modelId="{4A7A6313-682D-48F5-A7C1-27A6ECC22DE3}" type="presOf" srcId="{AB2F998D-AF7E-4FF1-A327-73D9996CE419}" destId="{6CB31D47-20A4-4FCE-BCBD-F02C8398EE42}" srcOrd="0" destOrd="0" presId="urn:microsoft.com/office/officeart/2018/2/layout/IconVerticalSolidList"/>
    <dgm:cxn modelId="{3259A615-44E2-4F0A-9EC5-53FF6576BC39}" srcId="{A37B063C-291B-43DD-BA2A-3A8276622F0F}" destId="{768D70FF-8DEF-4721-86DE-79F01B1A5CFA}" srcOrd="0" destOrd="0" parTransId="{143E778E-6C27-4706-BE65-CB047CD0FE8B}" sibTransId="{167F9029-1487-4AC2-B30A-C97BEF63813B}"/>
    <dgm:cxn modelId="{CCCA0C2D-E987-4FEA-8ED5-5D87DCC79F29}" srcId="{A37B063C-291B-43DD-BA2A-3A8276622F0F}" destId="{AB2F998D-AF7E-4FF1-A327-73D9996CE419}" srcOrd="4" destOrd="0" parTransId="{7FBB5B65-4FF8-4A8E-876D-AFC9450C642E}" sibTransId="{4CA46B10-18DC-495C-8883-70691C93CB2B}"/>
    <dgm:cxn modelId="{07C38538-D749-463E-BDB6-D8302CA8090A}" srcId="{A37B063C-291B-43DD-BA2A-3A8276622F0F}" destId="{A694FA14-40A7-44D8-8DE0-6F5DD47B9174}" srcOrd="1" destOrd="0" parTransId="{3CC1BE89-8A10-4ACB-9042-3175D231EB0F}" sibTransId="{CBF96DB6-08D2-4B16-BE92-2BEA38559226}"/>
    <dgm:cxn modelId="{98787592-A030-48C1-A656-026FEAEEBF59}" srcId="{A37B063C-291B-43DD-BA2A-3A8276622F0F}" destId="{8E389803-2EBF-4405-96C8-ACD198FDDF7C}" srcOrd="3" destOrd="0" parTransId="{281A9570-6C45-4290-9DB4-09B9EA1E5E6A}" sibTransId="{A15528C1-B26D-43DC-9C50-D1582EB62A7F}"/>
    <dgm:cxn modelId="{04F36E9B-A5C6-4615-BEC3-099D81F2B793}" type="presOf" srcId="{A694FA14-40A7-44D8-8DE0-6F5DD47B9174}" destId="{9917DAF4-D45E-43D5-AB8E-D2B86248C904}" srcOrd="0" destOrd="0" presId="urn:microsoft.com/office/officeart/2018/2/layout/IconVerticalSolidList"/>
    <dgm:cxn modelId="{2C3DB2AB-BC73-499A-8324-0DF1B2A8A133}" type="presOf" srcId="{768D70FF-8DEF-4721-86DE-79F01B1A5CFA}" destId="{A2D134BB-890A-483B-BBC1-48D20A65324E}" srcOrd="0" destOrd="0" presId="urn:microsoft.com/office/officeart/2018/2/layout/IconVerticalSolidList"/>
    <dgm:cxn modelId="{09DF6BD4-4E29-4A81-BCA8-CA882046AADE}" type="presOf" srcId="{A37B063C-291B-43DD-BA2A-3A8276622F0F}" destId="{8D165E47-22CA-4F83-964A-FB5A255529A0}" srcOrd="0" destOrd="0" presId="urn:microsoft.com/office/officeart/2018/2/layout/IconVerticalSolidList"/>
    <dgm:cxn modelId="{65762AD5-BCE0-4220-9E46-93E70CA161DA}" srcId="{A37B063C-291B-43DD-BA2A-3A8276622F0F}" destId="{272E2FF0-30AD-4346-9301-98D097712255}" srcOrd="2" destOrd="0" parTransId="{2BEB57B0-7787-49F1-A0AB-3C66F6FEB0F5}" sibTransId="{76B0EAE8-DE2D-4DCF-9B47-AEBDB9D05E39}"/>
    <dgm:cxn modelId="{77F384E2-047C-4DB6-943F-B66BBEFBB359}" type="presOf" srcId="{8E389803-2EBF-4405-96C8-ACD198FDDF7C}" destId="{DDEF7AD4-337B-4F23-A7C4-73E254713E64}" srcOrd="0" destOrd="0" presId="urn:microsoft.com/office/officeart/2018/2/layout/IconVerticalSolidList"/>
    <dgm:cxn modelId="{2BA5D843-BBB7-4AD1-970B-CC6DC01C3970}" type="presParOf" srcId="{8D165E47-22CA-4F83-964A-FB5A255529A0}" destId="{BFE713B6-17F9-40B9-B42E-C4FCACC81DF0}" srcOrd="0" destOrd="0" presId="urn:microsoft.com/office/officeart/2018/2/layout/IconVerticalSolidList"/>
    <dgm:cxn modelId="{44CD47F5-3F04-4297-ADD3-DE932C8A45AD}" type="presParOf" srcId="{BFE713B6-17F9-40B9-B42E-C4FCACC81DF0}" destId="{A311036E-4D4F-41A3-9C60-4DF1453F0353}" srcOrd="0" destOrd="0" presId="urn:microsoft.com/office/officeart/2018/2/layout/IconVerticalSolidList"/>
    <dgm:cxn modelId="{1EA4F42C-5EE6-4AD2-8FAE-9DACD7F48078}" type="presParOf" srcId="{BFE713B6-17F9-40B9-B42E-C4FCACC81DF0}" destId="{3CA26DF3-0F5D-4BE8-998A-CFD3EF11E653}" srcOrd="1" destOrd="0" presId="urn:microsoft.com/office/officeart/2018/2/layout/IconVerticalSolidList"/>
    <dgm:cxn modelId="{7BC4DF37-2622-4CF5-9FDB-E91A94FEA332}" type="presParOf" srcId="{BFE713B6-17F9-40B9-B42E-C4FCACC81DF0}" destId="{AE822D14-D7D9-4EB9-B8AF-B5432949CEC4}" srcOrd="2" destOrd="0" presId="urn:microsoft.com/office/officeart/2018/2/layout/IconVerticalSolidList"/>
    <dgm:cxn modelId="{E92ADF79-86FD-40C2-8E63-053435D3AE50}" type="presParOf" srcId="{BFE713B6-17F9-40B9-B42E-C4FCACC81DF0}" destId="{A2D134BB-890A-483B-BBC1-48D20A65324E}" srcOrd="3" destOrd="0" presId="urn:microsoft.com/office/officeart/2018/2/layout/IconVerticalSolidList"/>
    <dgm:cxn modelId="{CD7C16EA-0CE0-46E4-AA46-E16B92AA2A40}" type="presParOf" srcId="{8D165E47-22CA-4F83-964A-FB5A255529A0}" destId="{6DF4944B-ED56-4F2C-A75B-8D95C841237E}" srcOrd="1" destOrd="0" presId="urn:microsoft.com/office/officeart/2018/2/layout/IconVerticalSolidList"/>
    <dgm:cxn modelId="{870AE572-B2AD-4D7F-9F63-CF5CB6B12E07}" type="presParOf" srcId="{8D165E47-22CA-4F83-964A-FB5A255529A0}" destId="{27757527-B5C7-4FD6-927B-829C4A039010}" srcOrd="2" destOrd="0" presId="urn:microsoft.com/office/officeart/2018/2/layout/IconVerticalSolidList"/>
    <dgm:cxn modelId="{AA1ED7FF-0BC6-4C91-8B92-2B0AB1229B9E}" type="presParOf" srcId="{27757527-B5C7-4FD6-927B-829C4A039010}" destId="{E804223F-CCCC-4BA0-96DA-FDFE30A8BAA6}" srcOrd="0" destOrd="0" presId="urn:microsoft.com/office/officeart/2018/2/layout/IconVerticalSolidList"/>
    <dgm:cxn modelId="{F366CD15-9790-487E-9F44-187965C86BB6}" type="presParOf" srcId="{27757527-B5C7-4FD6-927B-829C4A039010}" destId="{12C50144-25EB-497C-BBD1-9BC1EE5C4016}" srcOrd="1" destOrd="0" presId="urn:microsoft.com/office/officeart/2018/2/layout/IconVerticalSolidList"/>
    <dgm:cxn modelId="{1356C34E-4A56-4AD9-B2F7-8965F04EF298}" type="presParOf" srcId="{27757527-B5C7-4FD6-927B-829C4A039010}" destId="{FE8D4099-C9D7-4C69-89E7-F382AA6F7AC1}" srcOrd="2" destOrd="0" presId="urn:microsoft.com/office/officeart/2018/2/layout/IconVerticalSolidList"/>
    <dgm:cxn modelId="{A63EFA3A-7932-401E-BE9E-44360A8FCDE2}" type="presParOf" srcId="{27757527-B5C7-4FD6-927B-829C4A039010}" destId="{9917DAF4-D45E-43D5-AB8E-D2B86248C904}" srcOrd="3" destOrd="0" presId="urn:microsoft.com/office/officeart/2018/2/layout/IconVerticalSolidList"/>
    <dgm:cxn modelId="{59406505-0B05-4604-BE4E-83B36B914DEB}" type="presParOf" srcId="{8D165E47-22CA-4F83-964A-FB5A255529A0}" destId="{36C15957-AB46-42B2-9750-C331F3C41E6A}" srcOrd="3" destOrd="0" presId="urn:microsoft.com/office/officeart/2018/2/layout/IconVerticalSolidList"/>
    <dgm:cxn modelId="{C2079A1A-7C80-461F-A7AC-E6F45616AAF1}" type="presParOf" srcId="{8D165E47-22CA-4F83-964A-FB5A255529A0}" destId="{40A393C6-94A9-467E-987E-856DDFF76E0B}" srcOrd="4" destOrd="0" presId="urn:microsoft.com/office/officeart/2018/2/layout/IconVerticalSolidList"/>
    <dgm:cxn modelId="{73C35C86-B0CA-478C-BCAB-EC168089AC62}" type="presParOf" srcId="{40A393C6-94A9-467E-987E-856DDFF76E0B}" destId="{5AF62D3C-C69F-4117-A3C6-D1295B87AB70}" srcOrd="0" destOrd="0" presId="urn:microsoft.com/office/officeart/2018/2/layout/IconVerticalSolidList"/>
    <dgm:cxn modelId="{C2F941F8-2B1A-4032-A7EA-4E189003ACE3}" type="presParOf" srcId="{40A393C6-94A9-467E-987E-856DDFF76E0B}" destId="{C65B9EB0-D125-448C-BB37-001672DBA678}" srcOrd="1" destOrd="0" presId="urn:microsoft.com/office/officeart/2018/2/layout/IconVerticalSolidList"/>
    <dgm:cxn modelId="{257FC489-C27A-426C-BEDC-02C2BCEC207F}" type="presParOf" srcId="{40A393C6-94A9-467E-987E-856DDFF76E0B}" destId="{DE665A79-E4B0-43A6-8306-A6925D5F1645}" srcOrd="2" destOrd="0" presId="urn:microsoft.com/office/officeart/2018/2/layout/IconVerticalSolidList"/>
    <dgm:cxn modelId="{4F387144-5F44-4ECC-8670-F9990C41F114}" type="presParOf" srcId="{40A393C6-94A9-467E-987E-856DDFF76E0B}" destId="{033A28D0-110B-4649-AB42-D67575DA34C1}" srcOrd="3" destOrd="0" presId="urn:microsoft.com/office/officeart/2018/2/layout/IconVerticalSolidList"/>
    <dgm:cxn modelId="{F2FFDBF3-C4A8-4002-936D-9D18DBBF5487}" type="presParOf" srcId="{8D165E47-22CA-4F83-964A-FB5A255529A0}" destId="{5A95B961-7626-498D-A427-82F58B1CCF01}" srcOrd="5" destOrd="0" presId="urn:microsoft.com/office/officeart/2018/2/layout/IconVerticalSolidList"/>
    <dgm:cxn modelId="{60C698F4-9632-4DF6-9B9E-665442CEBC94}" type="presParOf" srcId="{8D165E47-22CA-4F83-964A-FB5A255529A0}" destId="{50EE616C-4553-42D4-A3D8-99A8277D150F}" srcOrd="6" destOrd="0" presId="urn:microsoft.com/office/officeart/2018/2/layout/IconVerticalSolidList"/>
    <dgm:cxn modelId="{FC67C053-446D-4921-B1E9-4FB1FD945F75}" type="presParOf" srcId="{50EE616C-4553-42D4-A3D8-99A8277D150F}" destId="{14A0A4E0-541B-4ED6-9789-955498D155BF}" srcOrd="0" destOrd="0" presId="urn:microsoft.com/office/officeart/2018/2/layout/IconVerticalSolidList"/>
    <dgm:cxn modelId="{ABD9EFA0-2EEA-4AA7-869B-4876F6969861}" type="presParOf" srcId="{50EE616C-4553-42D4-A3D8-99A8277D150F}" destId="{3076776E-F3ED-4C54-B769-AA9F99628276}" srcOrd="1" destOrd="0" presId="urn:microsoft.com/office/officeart/2018/2/layout/IconVerticalSolidList"/>
    <dgm:cxn modelId="{A866EBC3-D01F-44FD-8E8B-0FDD5D7EC121}" type="presParOf" srcId="{50EE616C-4553-42D4-A3D8-99A8277D150F}" destId="{972B49FA-9AB1-4B95-8071-784E75D9B303}" srcOrd="2" destOrd="0" presId="urn:microsoft.com/office/officeart/2018/2/layout/IconVerticalSolidList"/>
    <dgm:cxn modelId="{110C5626-8BB1-49A2-A018-04EED793D11A}" type="presParOf" srcId="{50EE616C-4553-42D4-A3D8-99A8277D150F}" destId="{DDEF7AD4-337B-4F23-A7C4-73E254713E64}" srcOrd="3" destOrd="0" presId="urn:microsoft.com/office/officeart/2018/2/layout/IconVerticalSolidList"/>
    <dgm:cxn modelId="{F2800D8D-9FD9-4CB4-AD6E-B75742EDD7DA}" type="presParOf" srcId="{8D165E47-22CA-4F83-964A-FB5A255529A0}" destId="{3FFA0FE8-9914-431A-9EE3-31A887FB7743}" srcOrd="7" destOrd="0" presId="urn:microsoft.com/office/officeart/2018/2/layout/IconVerticalSolidList"/>
    <dgm:cxn modelId="{46F8C23C-03DE-4B6B-97FD-BA2B1871B0C8}" type="presParOf" srcId="{8D165E47-22CA-4F83-964A-FB5A255529A0}" destId="{932D6D9D-E9DA-4CBC-B5D7-E37B65F1FA5B}" srcOrd="8" destOrd="0" presId="urn:microsoft.com/office/officeart/2018/2/layout/IconVerticalSolidList"/>
    <dgm:cxn modelId="{2CC2CF1A-6B1E-4FCB-992A-FD5F4C5128F8}" type="presParOf" srcId="{932D6D9D-E9DA-4CBC-B5D7-E37B65F1FA5B}" destId="{09476493-3935-4AA6-B22C-08B3254CC99B}" srcOrd="0" destOrd="0" presId="urn:microsoft.com/office/officeart/2018/2/layout/IconVerticalSolidList"/>
    <dgm:cxn modelId="{E1EC727C-62FB-41BA-A291-E5A0338FB6E4}" type="presParOf" srcId="{932D6D9D-E9DA-4CBC-B5D7-E37B65F1FA5B}" destId="{D7DD5D22-8816-417E-8A88-1AB3F7DA9451}" srcOrd="1" destOrd="0" presId="urn:microsoft.com/office/officeart/2018/2/layout/IconVerticalSolidList"/>
    <dgm:cxn modelId="{6BDA58DD-CED9-40FA-8E85-C33DFA27E4AC}" type="presParOf" srcId="{932D6D9D-E9DA-4CBC-B5D7-E37B65F1FA5B}" destId="{FDC16320-C108-4AE0-9069-3C4BD8536DF5}" srcOrd="2" destOrd="0" presId="urn:microsoft.com/office/officeart/2018/2/layout/IconVerticalSolidList"/>
    <dgm:cxn modelId="{9D1525EB-6737-4082-853B-5D8AB1CCCEF9}" type="presParOf" srcId="{932D6D9D-E9DA-4CBC-B5D7-E37B65F1FA5B}" destId="{6CB31D47-20A4-4FCE-BCBD-F02C8398EE42}"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1.xml><?xml version="1.0" encoding="utf-8"?>
<dgm:dataModel xmlns:dgm="http://schemas.openxmlformats.org/drawingml/2006/diagram" xmlns:a="http://schemas.openxmlformats.org/drawingml/2006/main">
  <dgm:ptLst>
    <dgm:pt modelId="{2E6C9C06-8C05-4E1B-9892-2FE82CC1BE9F}"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D1AD5D10-96CA-477C-B06B-69C630C5EA33}">
      <dgm:prSet/>
      <dgm:spPr/>
      <dgm:t>
        <a:bodyPr/>
        <a:lstStyle/>
        <a:p>
          <a:pPr>
            <a:lnSpc>
              <a:spcPct val="100000"/>
            </a:lnSpc>
          </a:pPr>
          <a:r>
            <a:rPr lang="en-US"/>
            <a:t>This internship at MachaDev has been transformative for my career in embedded systems and IOT development. </a:t>
          </a:r>
        </a:p>
      </dgm:t>
    </dgm:pt>
    <dgm:pt modelId="{06FF5873-C37A-4804-AB68-080C5E389D6E}" type="parTrans" cxnId="{0486D014-963D-4E45-BF41-F4926B351AC0}">
      <dgm:prSet/>
      <dgm:spPr/>
      <dgm:t>
        <a:bodyPr/>
        <a:lstStyle/>
        <a:p>
          <a:endParaRPr lang="en-US"/>
        </a:p>
      </dgm:t>
    </dgm:pt>
    <dgm:pt modelId="{A998886F-8C7B-4923-AC5C-D27E1A2F32D0}" type="sibTrans" cxnId="{0486D014-963D-4E45-BF41-F4926B351AC0}">
      <dgm:prSet/>
      <dgm:spPr/>
      <dgm:t>
        <a:bodyPr/>
        <a:lstStyle/>
        <a:p>
          <a:endParaRPr lang="en-US"/>
        </a:p>
      </dgm:t>
    </dgm:pt>
    <dgm:pt modelId="{06DBD7EB-E448-4849-B160-0B422A005ADB}">
      <dgm:prSet/>
      <dgm:spPr/>
      <dgm:t>
        <a:bodyPr/>
        <a:lstStyle/>
        <a:p>
          <a:pPr>
            <a:lnSpc>
              <a:spcPct val="100000"/>
            </a:lnSpc>
          </a:pPr>
          <a:r>
            <a:rPr lang="en-US"/>
            <a:t>I entered with a strong academic foundation from HITEC University and practical experience from my previous RISETECH internship, and I'm leaving as a confident embedded systems engineer ready to tackle complex IOT challenges and CAM/CAD MODEL.</a:t>
          </a:r>
        </a:p>
      </dgm:t>
    </dgm:pt>
    <dgm:pt modelId="{76AF902C-2E9D-4337-9635-EB40C73836AF}" type="parTrans" cxnId="{D308C7D7-12B9-4151-88EE-3386323E1150}">
      <dgm:prSet/>
      <dgm:spPr/>
      <dgm:t>
        <a:bodyPr/>
        <a:lstStyle/>
        <a:p>
          <a:endParaRPr lang="en-US"/>
        </a:p>
      </dgm:t>
    </dgm:pt>
    <dgm:pt modelId="{A8192020-023A-4953-A42E-9ED56D8BF91B}" type="sibTrans" cxnId="{D308C7D7-12B9-4151-88EE-3386323E1150}">
      <dgm:prSet/>
      <dgm:spPr/>
      <dgm:t>
        <a:bodyPr/>
        <a:lstStyle/>
        <a:p>
          <a:endParaRPr lang="en-US"/>
        </a:p>
      </dgm:t>
    </dgm:pt>
    <dgm:pt modelId="{696A5BB2-46C2-4D80-90F5-10642A130456}">
      <dgm:prSet/>
      <dgm:spPr/>
      <dgm:t>
        <a:bodyPr/>
        <a:lstStyle/>
        <a:p>
          <a:pPr>
            <a:lnSpc>
              <a:spcPct val="100000"/>
            </a:lnSpc>
          </a:pPr>
          <a:r>
            <a:rPr lang="en-US"/>
            <a:t>The experience has not only enhanced my technical expertise in firmware programming and hardware-software integration but also prepared me for the realities of professional embedded systems development.</a:t>
          </a:r>
        </a:p>
      </dgm:t>
    </dgm:pt>
    <dgm:pt modelId="{C8796E8B-C07C-4A9C-BA26-1ADF9E7AE333}" type="parTrans" cxnId="{D18D37F7-D1F1-448C-9723-85F5DABBC683}">
      <dgm:prSet/>
      <dgm:spPr/>
      <dgm:t>
        <a:bodyPr/>
        <a:lstStyle/>
        <a:p>
          <a:endParaRPr lang="en-US"/>
        </a:p>
      </dgm:t>
    </dgm:pt>
    <dgm:pt modelId="{C243EF14-15BE-475D-98DD-82D987B2DD4B}" type="sibTrans" cxnId="{D18D37F7-D1F1-448C-9723-85F5DABBC683}">
      <dgm:prSet/>
      <dgm:spPr/>
      <dgm:t>
        <a:bodyPr/>
        <a:lstStyle/>
        <a:p>
          <a:endParaRPr lang="en-US"/>
        </a:p>
      </dgm:t>
    </dgm:pt>
    <dgm:pt modelId="{9A5FCBF9-C422-4F71-ACC0-02177CA5D4E6}">
      <dgm:prSet/>
      <dgm:spPr/>
      <dgm:t>
        <a:bodyPr/>
        <a:lstStyle/>
        <a:p>
          <a:pPr>
            <a:lnSpc>
              <a:spcPct val="100000"/>
            </a:lnSpc>
          </a:pPr>
          <a:r>
            <a:rPr lang="en-US"/>
            <a:t>Most importantly, I've learned to bridge the gap between academic knowledge and industrial applications while maintaining my academic excellence.</a:t>
          </a:r>
        </a:p>
      </dgm:t>
    </dgm:pt>
    <dgm:pt modelId="{3ADBBAAA-5052-48EB-BA27-6A2F7AB962F6}" type="parTrans" cxnId="{367B0462-7BB1-4950-93AF-B7B2C9284084}">
      <dgm:prSet/>
      <dgm:spPr/>
      <dgm:t>
        <a:bodyPr/>
        <a:lstStyle/>
        <a:p>
          <a:endParaRPr lang="en-US"/>
        </a:p>
      </dgm:t>
    </dgm:pt>
    <dgm:pt modelId="{B06EEEC1-FFE7-4EF4-9070-36C2C90DC2F8}" type="sibTrans" cxnId="{367B0462-7BB1-4950-93AF-B7B2C9284084}">
      <dgm:prSet/>
      <dgm:spPr/>
      <dgm:t>
        <a:bodyPr/>
        <a:lstStyle/>
        <a:p>
          <a:endParaRPr lang="en-US"/>
        </a:p>
      </dgm:t>
    </dgm:pt>
    <dgm:pt modelId="{A175A45F-D388-450E-A5FE-17296CBD53EC}">
      <dgm:prSet/>
      <dgm:spPr/>
      <dgm:t>
        <a:bodyPr/>
        <a:lstStyle/>
        <a:p>
          <a:pPr>
            <a:lnSpc>
              <a:spcPct val="100000"/>
            </a:lnSpc>
          </a:pPr>
          <a:r>
            <a:rPr lang="en-US"/>
            <a:t>I carry forward invaluable industry insights that will enhance both my academic projects and my future career in Computer Engineering. </a:t>
          </a:r>
        </a:p>
      </dgm:t>
    </dgm:pt>
    <dgm:pt modelId="{025503D6-D800-43C6-A0B5-21AC3950592D}" type="parTrans" cxnId="{DA773590-90A5-471F-9171-73F7E3F537D1}">
      <dgm:prSet/>
      <dgm:spPr/>
      <dgm:t>
        <a:bodyPr/>
        <a:lstStyle/>
        <a:p>
          <a:endParaRPr lang="en-US"/>
        </a:p>
      </dgm:t>
    </dgm:pt>
    <dgm:pt modelId="{F949FA56-24DB-490A-91EE-033E6996A6DA}" type="sibTrans" cxnId="{DA773590-90A5-471F-9171-73F7E3F537D1}">
      <dgm:prSet/>
      <dgm:spPr/>
      <dgm:t>
        <a:bodyPr/>
        <a:lstStyle/>
        <a:p>
          <a:endParaRPr lang="en-US"/>
        </a:p>
      </dgm:t>
    </dgm:pt>
    <dgm:pt modelId="{BA534654-DA6F-467F-9ECC-458EFE7DDE04}">
      <dgm:prSet/>
      <dgm:spPr/>
      <dgm:t>
        <a:bodyPr/>
        <a:lstStyle/>
        <a:p>
          <a:pPr>
            <a:lnSpc>
              <a:spcPct val="100000"/>
            </a:lnSpc>
          </a:pPr>
          <a:r>
            <a:rPr lang="en-US"/>
            <a:t>This experience has solidified my passion for IoT development and embedded systems engineering.</a:t>
          </a:r>
        </a:p>
      </dgm:t>
    </dgm:pt>
    <dgm:pt modelId="{0B7E45D8-DBB0-4FD0-B7CB-160A450EB3BD}" type="parTrans" cxnId="{90655B47-0307-45A3-8304-E6D63989A5F1}">
      <dgm:prSet/>
      <dgm:spPr/>
      <dgm:t>
        <a:bodyPr/>
        <a:lstStyle/>
        <a:p>
          <a:endParaRPr lang="en-US"/>
        </a:p>
      </dgm:t>
    </dgm:pt>
    <dgm:pt modelId="{BAD5BCFC-3EDB-40BB-AC01-3784387AA58B}" type="sibTrans" cxnId="{90655B47-0307-45A3-8304-E6D63989A5F1}">
      <dgm:prSet/>
      <dgm:spPr/>
      <dgm:t>
        <a:bodyPr/>
        <a:lstStyle/>
        <a:p>
          <a:endParaRPr lang="en-US"/>
        </a:p>
      </dgm:t>
    </dgm:pt>
    <dgm:pt modelId="{E14095A9-9AEF-4A2D-BFDB-3CF1FD7CDF07}">
      <dgm:prSet/>
      <dgm:spPr/>
      <dgm:t>
        <a:bodyPr/>
        <a:lstStyle/>
        <a:p>
          <a:pPr>
            <a:lnSpc>
              <a:spcPct val="100000"/>
            </a:lnSpc>
          </a:pPr>
          <a:r>
            <a:rPr lang="en-US"/>
            <a:t>I'm grateful to my mentors, teammates, and everyone at MachaDev who supported my growth throughout this journey.</a:t>
          </a:r>
        </a:p>
      </dgm:t>
    </dgm:pt>
    <dgm:pt modelId="{8A312BCC-5E64-4512-BF26-10F4CEC687C8}" type="parTrans" cxnId="{4312CF2A-4824-4B3C-95E7-87F1E202F4C8}">
      <dgm:prSet/>
      <dgm:spPr/>
      <dgm:t>
        <a:bodyPr/>
        <a:lstStyle/>
        <a:p>
          <a:endParaRPr lang="en-US"/>
        </a:p>
      </dgm:t>
    </dgm:pt>
    <dgm:pt modelId="{FB4E0D11-0B16-4878-99A7-646BE55E0962}" type="sibTrans" cxnId="{4312CF2A-4824-4B3C-95E7-87F1E202F4C8}">
      <dgm:prSet/>
      <dgm:spPr/>
      <dgm:t>
        <a:bodyPr/>
        <a:lstStyle/>
        <a:p>
          <a:endParaRPr lang="en-US"/>
        </a:p>
      </dgm:t>
    </dgm:pt>
    <dgm:pt modelId="{BB73D504-FB28-4E1A-B214-D05826B4C5FB}" type="pres">
      <dgm:prSet presAssocID="{2E6C9C06-8C05-4E1B-9892-2FE82CC1BE9F}" presName="root" presStyleCnt="0">
        <dgm:presLayoutVars>
          <dgm:dir/>
          <dgm:resizeHandles val="exact"/>
        </dgm:presLayoutVars>
      </dgm:prSet>
      <dgm:spPr/>
    </dgm:pt>
    <dgm:pt modelId="{FDC2F7D5-F3A9-4050-81A1-1986B691C6EF}" type="pres">
      <dgm:prSet presAssocID="{D1AD5D10-96CA-477C-B06B-69C630C5EA33}" presName="compNode" presStyleCnt="0"/>
      <dgm:spPr/>
    </dgm:pt>
    <dgm:pt modelId="{7DFD996A-FEC2-44CE-A06F-A94D6C1321B2}" type="pres">
      <dgm:prSet presAssocID="{D1AD5D10-96CA-477C-B06B-69C630C5EA33}" presName="bgRect" presStyleLbl="bgShp" presStyleIdx="0" presStyleCnt="7"/>
      <dgm:spPr/>
    </dgm:pt>
    <dgm:pt modelId="{90F31AA1-7893-4672-94DF-8B726A392EDE}" type="pres">
      <dgm:prSet presAssocID="{D1AD5D10-96CA-477C-B06B-69C630C5EA33}" presName="iconRect" presStyleLbl="node1" presStyleIdx="0" presStyleCnt="7"/>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Robot"/>
        </a:ext>
      </dgm:extLst>
    </dgm:pt>
    <dgm:pt modelId="{0B10E211-2034-419A-8CA9-B78A191D61E0}" type="pres">
      <dgm:prSet presAssocID="{D1AD5D10-96CA-477C-B06B-69C630C5EA33}" presName="spaceRect" presStyleCnt="0"/>
      <dgm:spPr/>
    </dgm:pt>
    <dgm:pt modelId="{0485CA16-488C-4B57-A64D-A22407AB2ABB}" type="pres">
      <dgm:prSet presAssocID="{D1AD5D10-96CA-477C-B06B-69C630C5EA33}" presName="parTx" presStyleLbl="revTx" presStyleIdx="0" presStyleCnt="7">
        <dgm:presLayoutVars>
          <dgm:chMax val="0"/>
          <dgm:chPref val="0"/>
        </dgm:presLayoutVars>
      </dgm:prSet>
      <dgm:spPr/>
    </dgm:pt>
    <dgm:pt modelId="{A4DA766B-CD65-4218-89B4-E908EC1D8E50}" type="pres">
      <dgm:prSet presAssocID="{A998886F-8C7B-4923-AC5C-D27E1A2F32D0}" presName="sibTrans" presStyleCnt="0"/>
      <dgm:spPr/>
    </dgm:pt>
    <dgm:pt modelId="{3C947E3C-E7CD-40EA-9D68-D73E1DF05C63}" type="pres">
      <dgm:prSet presAssocID="{06DBD7EB-E448-4849-B160-0B422A005ADB}" presName="compNode" presStyleCnt="0"/>
      <dgm:spPr/>
    </dgm:pt>
    <dgm:pt modelId="{AF615A8D-D27C-464B-BD7A-E791D618435F}" type="pres">
      <dgm:prSet presAssocID="{06DBD7EB-E448-4849-B160-0B422A005ADB}" presName="bgRect" presStyleLbl="bgShp" presStyleIdx="1" presStyleCnt="7"/>
      <dgm:spPr/>
    </dgm:pt>
    <dgm:pt modelId="{CFDCA936-CEF5-4338-BA34-B5265D0A3A1A}" type="pres">
      <dgm:prSet presAssocID="{06DBD7EB-E448-4849-B160-0B422A005ADB}" presName="iconRect" presStyleLbl="node1" presStyleIdx="1" presStyleCnt="7"/>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Books"/>
        </a:ext>
      </dgm:extLst>
    </dgm:pt>
    <dgm:pt modelId="{E7A23984-E4F1-4A85-9EE7-D0EE687E8CC4}" type="pres">
      <dgm:prSet presAssocID="{06DBD7EB-E448-4849-B160-0B422A005ADB}" presName="spaceRect" presStyleCnt="0"/>
      <dgm:spPr/>
    </dgm:pt>
    <dgm:pt modelId="{7E62B996-19E9-4EB5-B250-A9A52173CEB9}" type="pres">
      <dgm:prSet presAssocID="{06DBD7EB-E448-4849-B160-0B422A005ADB}" presName="parTx" presStyleLbl="revTx" presStyleIdx="1" presStyleCnt="7">
        <dgm:presLayoutVars>
          <dgm:chMax val="0"/>
          <dgm:chPref val="0"/>
        </dgm:presLayoutVars>
      </dgm:prSet>
      <dgm:spPr/>
    </dgm:pt>
    <dgm:pt modelId="{109CD573-A3BD-4480-998C-B8F072232951}" type="pres">
      <dgm:prSet presAssocID="{A8192020-023A-4953-A42E-9ED56D8BF91B}" presName="sibTrans" presStyleCnt="0"/>
      <dgm:spPr/>
    </dgm:pt>
    <dgm:pt modelId="{063DEE03-76FC-46DE-B5DC-B229DB6A3648}" type="pres">
      <dgm:prSet presAssocID="{696A5BB2-46C2-4D80-90F5-10642A130456}" presName="compNode" presStyleCnt="0"/>
      <dgm:spPr/>
    </dgm:pt>
    <dgm:pt modelId="{CCEF4EFF-986E-4B42-A386-96BACF6F1018}" type="pres">
      <dgm:prSet presAssocID="{696A5BB2-46C2-4D80-90F5-10642A130456}" presName="bgRect" presStyleLbl="bgShp" presStyleIdx="2" presStyleCnt="7"/>
      <dgm:spPr/>
    </dgm:pt>
    <dgm:pt modelId="{003A8F61-5A8F-4406-B9A1-6760195B50EE}" type="pres">
      <dgm:prSet presAssocID="{696A5BB2-46C2-4D80-90F5-10642A130456}" presName="iconRect" presStyleLbl="node1" presStyleIdx="2" presStyleCnt="7"/>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Computer"/>
        </a:ext>
      </dgm:extLst>
    </dgm:pt>
    <dgm:pt modelId="{CA312D0D-9531-49DE-A031-CB97FD72EEF4}" type="pres">
      <dgm:prSet presAssocID="{696A5BB2-46C2-4D80-90F5-10642A130456}" presName="spaceRect" presStyleCnt="0"/>
      <dgm:spPr/>
    </dgm:pt>
    <dgm:pt modelId="{BEC5F2AA-7EAF-413C-89AC-AE61E4E7228F}" type="pres">
      <dgm:prSet presAssocID="{696A5BB2-46C2-4D80-90F5-10642A130456}" presName="parTx" presStyleLbl="revTx" presStyleIdx="2" presStyleCnt="7">
        <dgm:presLayoutVars>
          <dgm:chMax val="0"/>
          <dgm:chPref val="0"/>
        </dgm:presLayoutVars>
      </dgm:prSet>
      <dgm:spPr/>
    </dgm:pt>
    <dgm:pt modelId="{554322E2-E11F-4796-AC53-1EC1E686375D}" type="pres">
      <dgm:prSet presAssocID="{C243EF14-15BE-475D-98DD-82D987B2DD4B}" presName="sibTrans" presStyleCnt="0"/>
      <dgm:spPr/>
    </dgm:pt>
    <dgm:pt modelId="{EA5EC40E-442B-4A72-869C-FE4D7F015005}" type="pres">
      <dgm:prSet presAssocID="{9A5FCBF9-C422-4F71-ACC0-02177CA5D4E6}" presName="compNode" presStyleCnt="0"/>
      <dgm:spPr/>
    </dgm:pt>
    <dgm:pt modelId="{093072F8-ED4D-453C-9F13-BDB4BB76FAAF}" type="pres">
      <dgm:prSet presAssocID="{9A5FCBF9-C422-4F71-ACC0-02177CA5D4E6}" presName="bgRect" presStyleLbl="bgShp" presStyleIdx="3" presStyleCnt="7"/>
      <dgm:spPr/>
    </dgm:pt>
    <dgm:pt modelId="{1D02026B-DAA1-4745-96FC-8AEFCE2AB05D}" type="pres">
      <dgm:prSet presAssocID="{9A5FCBF9-C422-4F71-ACC0-02177CA5D4E6}" presName="iconRect" presStyleLbl="node1" presStyleIdx="3" presStyleCnt="7"/>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Classroom"/>
        </a:ext>
      </dgm:extLst>
    </dgm:pt>
    <dgm:pt modelId="{C9075F4F-1589-4043-8E32-C170C724DA9B}" type="pres">
      <dgm:prSet presAssocID="{9A5FCBF9-C422-4F71-ACC0-02177CA5D4E6}" presName="spaceRect" presStyleCnt="0"/>
      <dgm:spPr/>
    </dgm:pt>
    <dgm:pt modelId="{3084B6AC-A765-4D18-B788-2C1E782BC989}" type="pres">
      <dgm:prSet presAssocID="{9A5FCBF9-C422-4F71-ACC0-02177CA5D4E6}" presName="parTx" presStyleLbl="revTx" presStyleIdx="3" presStyleCnt="7">
        <dgm:presLayoutVars>
          <dgm:chMax val="0"/>
          <dgm:chPref val="0"/>
        </dgm:presLayoutVars>
      </dgm:prSet>
      <dgm:spPr/>
    </dgm:pt>
    <dgm:pt modelId="{2894264F-C41D-4178-BDD0-666663776269}" type="pres">
      <dgm:prSet presAssocID="{B06EEEC1-FFE7-4EF4-9070-36C2C90DC2F8}" presName="sibTrans" presStyleCnt="0"/>
      <dgm:spPr/>
    </dgm:pt>
    <dgm:pt modelId="{C14B51F3-6998-456E-8C45-5940FE0D4F3F}" type="pres">
      <dgm:prSet presAssocID="{A175A45F-D388-450E-A5FE-17296CBD53EC}" presName="compNode" presStyleCnt="0"/>
      <dgm:spPr/>
    </dgm:pt>
    <dgm:pt modelId="{B5CB8C17-3312-4F85-9AF0-62D25209442D}" type="pres">
      <dgm:prSet presAssocID="{A175A45F-D388-450E-A5FE-17296CBD53EC}" presName="bgRect" presStyleLbl="bgShp" presStyleIdx="4" presStyleCnt="7"/>
      <dgm:spPr/>
    </dgm:pt>
    <dgm:pt modelId="{AC17B1FC-CF61-44AC-9260-063D0B356E65}" type="pres">
      <dgm:prSet presAssocID="{A175A45F-D388-450E-A5FE-17296CBD53EC}" presName="iconRect" presStyleLbl="node1" presStyleIdx="4" presStyleCnt="7"/>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dgm:spPr>
      <dgm:extLst>
        <a:ext uri="{E40237B7-FDA0-4F09-8148-C483321AD2D9}">
          <dgm14:cNvPr xmlns:dgm14="http://schemas.microsoft.com/office/drawing/2010/diagram" id="0" name="" descr="Processor"/>
        </a:ext>
      </dgm:extLst>
    </dgm:pt>
    <dgm:pt modelId="{3A04877C-E576-40B5-AA2F-000D2D1F748A}" type="pres">
      <dgm:prSet presAssocID="{A175A45F-D388-450E-A5FE-17296CBD53EC}" presName="spaceRect" presStyleCnt="0"/>
      <dgm:spPr/>
    </dgm:pt>
    <dgm:pt modelId="{451D61AB-84FD-4882-8846-B3B6F61E8880}" type="pres">
      <dgm:prSet presAssocID="{A175A45F-D388-450E-A5FE-17296CBD53EC}" presName="parTx" presStyleLbl="revTx" presStyleIdx="4" presStyleCnt="7">
        <dgm:presLayoutVars>
          <dgm:chMax val="0"/>
          <dgm:chPref val="0"/>
        </dgm:presLayoutVars>
      </dgm:prSet>
      <dgm:spPr/>
    </dgm:pt>
    <dgm:pt modelId="{9368171E-B42D-4380-9DBF-3FE5D0C8B132}" type="pres">
      <dgm:prSet presAssocID="{F949FA56-24DB-490A-91EE-033E6996A6DA}" presName="sibTrans" presStyleCnt="0"/>
      <dgm:spPr/>
    </dgm:pt>
    <dgm:pt modelId="{6F89E05F-2108-4590-8F33-1EE71888D792}" type="pres">
      <dgm:prSet presAssocID="{BA534654-DA6F-467F-9ECC-458EFE7DDE04}" presName="compNode" presStyleCnt="0"/>
      <dgm:spPr/>
    </dgm:pt>
    <dgm:pt modelId="{EE0533AD-7434-4139-8ADA-35799D7F88F8}" type="pres">
      <dgm:prSet presAssocID="{BA534654-DA6F-467F-9ECC-458EFE7DDE04}" presName="bgRect" presStyleLbl="bgShp" presStyleIdx="5" presStyleCnt="7"/>
      <dgm:spPr/>
    </dgm:pt>
    <dgm:pt modelId="{421149F0-3EF1-43B7-B51B-A74712EE2838}" type="pres">
      <dgm:prSet presAssocID="{BA534654-DA6F-467F-9ECC-458EFE7DDE04}" presName="iconRect" presStyleLbl="node1" presStyleIdx="5" presStyleCnt="7"/>
      <dgm:spPr>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dgm:spPr>
      <dgm:extLst>
        <a:ext uri="{E40237B7-FDA0-4F09-8148-C483321AD2D9}">
          <dgm14:cNvPr xmlns:dgm14="http://schemas.microsoft.com/office/drawing/2010/diagram" id="0" name="" descr="Gears"/>
        </a:ext>
      </dgm:extLst>
    </dgm:pt>
    <dgm:pt modelId="{E35EEB76-0AC9-4F25-9B54-2FE3F7D30DA8}" type="pres">
      <dgm:prSet presAssocID="{BA534654-DA6F-467F-9ECC-458EFE7DDE04}" presName="spaceRect" presStyleCnt="0"/>
      <dgm:spPr/>
    </dgm:pt>
    <dgm:pt modelId="{0E465649-C9AD-4C17-A8E3-B3E467FCD749}" type="pres">
      <dgm:prSet presAssocID="{BA534654-DA6F-467F-9ECC-458EFE7DDE04}" presName="parTx" presStyleLbl="revTx" presStyleIdx="5" presStyleCnt="7">
        <dgm:presLayoutVars>
          <dgm:chMax val="0"/>
          <dgm:chPref val="0"/>
        </dgm:presLayoutVars>
      </dgm:prSet>
      <dgm:spPr/>
    </dgm:pt>
    <dgm:pt modelId="{C6557F01-D17A-4268-8517-7FEA42189623}" type="pres">
      <dgm:prSet presAssocID="{BAD5BCFC-3EDB-40BB-AC01-3784387AA58B}" presName="sibTrans" presStyleCnt="0"/>
      <dgm:spPr/>
    </dgm:pt>
    <dgm:pt modelId="{CB3239A4-A9CC-4360-8618-C8E649DC2D15}" type="pres">
      <dgm:prSet presAssocID="{E14095A9-9AEF-4A2D-BFDB-3CF1FD7CDF07}" presName="compNode" presStyleCnt="0"/>
      <dgm:spPr/>
    </dgm:pt>
    <dgm:pt modelId="{025F7D08-E29C-4EA2-BCD7-B8B37A0C94CE}" type="pres">
      <dgm:prSet presAssocID="{E14095A9-9AEF-4A2D-BFDB-3CF1FD7CDF07}" presName="bgRect" presStyleLbl="bgShp" presStyleIdx="6" presStyleCnt="7"/>
      <dgm:spPr/>
    </dgm:pt>
    <dgm:pt modelId="{1E92442D-C2AE-4258-B430-BBB9367DE1FC}" type="pres">
      <dgm:prSet presAssocID="{E14095A9-9AEF-4A2D-BFDB-3CF1FD7CDF07}" presName="iconRect" presStyleLbl="node1" presStyleIdx="6" presStyleCnt="7"/>
      <dgm:spPr>
        <a:blipFill>
          <a:blip xmlns:r="http://schemas.openxmlformats.org/officeDocument/2006/relationships"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a:blipFill>
      </dgm:spPr>
      <dgm:extLst>
        <a:ext uri="{E40237B7-FDA0-4F09-8148-C483321AD2D9}">
          <dgm14:cNvPr xmlns:dgm14="http://schemas.microsoft.com/office/drawing/2010/diagram" id="0" name="" descr="Group Success"/>
        </a:ext>
      </dgm:extLst>
    </dgm:pt>
    <dgm:pt modelId="{09DB95C5-974C-4758-AC0F-4351F1FB7FDA}" type="pres">
      <dgm:prSet presAssocID="{E14095A9-9AEF-4A2D-BFDB-3CF1FD7CDF07}" presName="spaceRect" presStyleCnt="0"/>
      <dgm:spPr/>
    </dgm:pt>
    <dgm:pt modelId="{7E4909C5-7B2F-474A-A561-A1183A1F9F53}" type="pres">
      <dgm:prSet presAssocID="{E14095A9-9AEF-4A2D-BFDB-3CF1FD7CDF07}" presName="parTx" presStyleLbl="revTx" presStyleIdx="6" presStyleCnt="7">
        <dgm:presLayoutVars>
          <dgm:chMax val="0"/>
          <dgm:chPref val="0"/>
        </dgm:presLayoutVars>
      </dgm:prSet>
      <dgm:spPr/>
    </dgm:pt>
  </dgm:ptLst>
  <dgm:cxnLst>
    <dgm:cxn modelId="{4B08C906-C3F3-48CB-A983-BB0C1E55B09C}" type="presOf" srcId="{2E6C9C06-8C05-4E1B-9892-2FE82CC1BE9F}" destId="{BB73D504-FB28-4E1A-B214-D05826B4C5FB}" srcOrd="0" destOrd="0" presId="urn:microsoft.com/office/officeart/2018/2/layout/IconVerticalSolidList"/>
    <dgm:cxn modelId="{0486D014-963D-4E45-BF41-F4926B351AC0}" srcId="{2E6C9C06-8C05-4E1B-9892-2FE82CC1BE9F}" destId="{D1AD5D10-96CA-477C-B06B-69C630C5EA33}" srcOrd="0" destOrd="0" parTransId="{06FF5873-C37A-4804-AB68-080C5E389D6E}" sibTransId="{A998886F-8C7B-4923-AC5C-D27E1A2F32D0}"/>
    <dgm:cxn modelId="{4312CF2A-4824-4B3C-95E7-87F1E202F4C8}" srcId="{2E6C9C06-8C05-4E1B-9892-2FE82CC1BE9F}" destId="{E14095A9-9AEF-4A2D-BFDB-3CF1FD7CDF07}" srcOrd="6" destOrd="0" parTransId="{8A312BCC-5E64-4512-BF26-10F4CEC687C8}" sibTransId="{FB4E0D11-0B16-4878-99A7-646BE55E0962}"/>
    <dgm:cxn modelId="{367B0462-7BB1-4950-93AF-B7B2C9284084}" srcId="{2E6C9C06-8C05-4E1B-9892-2FE82CC1BE9F}" destId="{9A5FCBF9-C422-4F71-ACC0-02177CA5D4E6}" srcOrd="3" destOrd="0" parTransId="{3ADBBAAA-5052-48EB-BA27-6A2F7AB962F6}" sibTransId="{B06EEEC1-FFE7-4EF4-9070-36C2C90DC2F8}"/>
    <dgm:cxn modelId="{90655B47-0307-45A3-8304-E6D63989A5F1}" srcId="{2E6C9C06-8C05-4E1B-9892-2FE82CC1BE9F}" destId="{BA534654-DA6F-467F-9ECC-458EFE7DDE04}" srcOrd="5" destOrd="0" parTransId="{0B7E45D8-DBB0-4FD0-B7CB-160A450EB3BD}" sibTransId="{BAD5BCFC-3EDB-40BB-AC01-3784387AA58B}"/>
    <dgm:cxn modelId="{7DBAE44E-5393-44F6-BF47-732185A74C8B}" type="presOf" srcId="{9A5FCBF9-C422-4F71-ACC0-02177CA5D4E6}" destId="{3084B6AC-A765-4D18-B788-2C1E782BC989}" srcOrd="0" destOrd="0" presId="urn:microsoft.com/office/officeart/2018/2/layout/IconVerticalSolidList"/>
    <dgm:cxn modelId="{9C96F981-DF04-400A-8B48-2B6DE699B036}" type="presOf" srcId="{E14095A9-9AEF-4A2D-BFDB-3CF1FD7CDF07}" destId="{7E4909C5-7B2F-474A-A561-A1183A1F9F53}" srcOrd="0" destOrd="0" presId="urn:microsoft.com/office/officeart/2018/2/layout/IconVerticalSolidList"/>
    <dgm:cxn modelId="{5908F482-73C2-45CD-9126-6FB5C236A9BB}" type="presOf" srcId="{BA534654-DA6F-467F-9ECC-458EFE7DDE04}" destId="{0E465649-C9AD-4C17-A8E3-B3E467FCD749}" srcOrd="0" destOrd="0" presId="urn:microsoft.com/office/officeart/2018/2/layout/IconVerticalSolidList"/>
    <dgm:cxn modelId="{DA773590-90A5-471F-9171-73F7E3F537D1}" srcId="{2E6C9C06-8C05-4E1B-9892-2FE82CC1BE9F}" destId="{A175A45F-D388-450E-A5FE-17296CBD53EC}" srcOrd="4" destOrd="0" parTransId="{025503D6-D800-43C6-A0B5-21AC3950592D}" sibTransId="{F949FA56-24DB-490A-91EE-033E6996A6DA}"/>
    <dgm:cxn modelId="{7D442294-0438-455E-87DF-446B004513AF}" type="presOf" srcId="{06DBD7EB-E448-4849-B160-0B422A005ADB}" destId="{7E62B996-19E9-4EB5-B250-A9A52173CEB9}" srcOrd="0" destOrd="0" presId="urn:microsoft.com/office/officeart/2018/2/layout/IconVerticalSolidList"/>
    <dgm:cxn modelId="{E22B2FBF-A39E-4821-8A08-C9A08CE076E9}" type="presOf" srcId="{696A5BB2-46C2-4D80-90F5-10642A130456}" destId="{BEC5F2AA-7EAF-413C-89AC-AE61E4E7228F}" srcOrd="0" destOrd="0" presId="urn:microsoft.com/office/officeart/2018/2/layout/IconVerticalSolidList"/>
    <dgm:cxn modelId="{705C72CF-8A8F-4C6A-9727-3BCAF93541EB}" type="presOf" srcId="{D1AD5D10-96CA-477C-B06B-69C630C5EA33}" destId="{0485CA16-488C-4B57-A64D-A22407AB2ABB}" srcOrd="0" destOrd="0" presId="urn:microsoft.com/office/officeart/2018/2/layout/IconVerticalSolidList"/>
    <dgm:cxn modelId="{D308C7D7-12B9-4151-88EE-3386323E1150}" srcId="{2E6C9C06-8C05-4E1B-9892-2FE82CC1BE9F}" destId="{06DBD7EB-E448-4849-B160-0B422A005ADB}" srcOrd="1" destOrd="0" parTransId="{76AF902C-2E9D-4337-9635-EB40C73836AF}" sibTransId="{A8192020-023A-4953-A42E-9ED56D8BF91B}"/>
    <dgm:cxn modelId="{49D70AF5-7624-4A07-89D5-4D55C4FDC674}" type="presOf" srcId="{A175A45F-D388-450E-A5FE-17296CBD53EC}" destId="{451D61AB-84FD-4882-8846-B3B6F61E8880}" srcOrd="0" destOrd="0" presId="urn:microsoft.com/office/officeart/2018/2/layout/IconVerticalSolidList"/>
    <dgm:cxn modelId="{D18D37F7-D1F1-448C-9723-85F5DABBC683}" srcId="{2E6C9C06-8C05-4E1B-9892-2FE82CC1BE9F}" destId="{696A5BB2-46C2-4D80-90F5-10642A130456}" srcOrd="2" destOrd="0" parTransId="{C8796E8B-C07C-4A9C-BA26-1ADF9E7AE333}" sibTransId="{C243EF14-15BE-475D-98DD-82D987B2DD4B}"/>
    <dgm:cxn modelId="{8AA1AE4B-A27C-4135-A557-CFFD106C8C8B}" type="presParOf" srcId="{BB73D504-FB28-4E1A-B214-D05826B4C5FB}" destId="{FDC2F7D5-F3A9-4050-81A1-1986B691C6EF}" srcOrd="0" destOrd="0" presId="urn:microsoft.com/office/officeart/2018/2/layout/IconVerticalSolidList"/>
    <dgm:cxn modelId="{F8A86C96-9F46-47F3-89C8-2AA23AC5EDC0}" type="presParOf" srcId="{FDC2F7D5-F3A9-4050-81A1-1986B691C6EF}" destId="{7DFD996A-FEC2-44CE-A06F-A94D6C1321B2}" srcOrd="0" destOrd="0" presId="urn:microsoft.com/office/officeart/2018/2/layout/IconVerticalSolidList"/>
    <dgm:cxn modelId="{62BF7CE0-7FB3-43CB-9CD6-E6B675BDA655}" type="presParOf" srcId="{FDC2F7D5-F3A9-4050-81A1-1986B691C6EF}" destId="{90F31AA1-7893-4672-94DF-8B726A392EDE}" srcOrd="1" destOrd="0" presId="urn:microsoft.com/office/officeart/2018/2/layout/IconVerticalSolidList"/>
    <dgm:cxn modelId="{7816548B-51E7-4923-A2E8-B472C4105BDF}" type="presParOf" srcId="{FDC2F7D5-F3A9-4050-81A1-1986B691C6EF}" destId="{0B10E211-2034-419A-8CA9-B78A191D61E0}" srcOrd="2" destOrd="0" presId="urn:microsoft.com/office/officeart/2018/2/layout/IconVerticalSolidList"/>
    <dgm:cxn modelId="{73A261C8-ABC1-4A42-85C6-9ACF0B3D6AE7}" type="presParOf" srcId="{FDC2F7D5-F3A9-4050-81A1-1986B691C6EF}" destId="{0485CA16-488C-4B57-A64D-A22407AB2ABB}" srcOrd="3" destOrd="0" presId="urn:microsoft.com/office/officeart/2018/2/layout/IconVerticalSolidList"/>
    <dgm:cxn modelId="{A6CE0698-86A7-403E-A963-831390942AB7}" type="presParOf" srcId="{BB73D504-FB28-4E1A-B214-D05826B4C5FB}" destId="{A4DA766B-CD65-4218-89B4-E908EC1D8E50}" srcOrd="1" destOrd="0" presId="urn:microsoft.com/office/officeart/2018/2/layout/IconVerticalSolidList"/>
    <dgm:cxn modelId="{A1CC10BF-43D1-4F45-B024-0D856C244169}" type="presParOf" srcId="{BB73D504-FB28-4E1A-B214-D05826B4C5FB}" destId="{3C947E3C-E7CD-40EA-9D68-D73E1DF05C63}" srcOrd="2" destOrd="0" presId="urn:microsoft.com/office/officeart/2018/2/layout/IconVerticalSolidList"/>
    <dgm:cxn modelId="{548D2D32-B0D8-41B6-98BC-31AE9F59C706}" type="presParOf" srcId="{3C947E3C-E7CD-40EA-9D68-D73E1DF05C63}" destId="{AF615A8D-D27C-464B-BD7A-E791D618435F}" srcOrd="0" destOrd="0" presId="urn:microsoft.com/office/officeart/2018/2/layout/IconVerticalSolidList"/>
    <dgm:cxn modelId="{D73F1BBA-387A-4A2F-AF3C-E6034D710533}" type="presParOf" srcId="{3C947E3C-E7CD-40EA-9D68-D73E1DF05C63}" destId="{CFDCA936-CEF5-4338-BA34-B5265D0A3A1A}" srcOrd="1" destOrd="0" presId="urn:microsoft.com/office/officeart/2018/2/layout/IconVerticalSolidList"/>
    <dgm:cxn modelId="{E6E46245-E02A-43A0-9672-E411A57C05BE}" type="presParOf" srcId="{3C947E3C-E7CD-40EA-9D68-D73E1DF05C63}" destId="{E7A23984-E4F1-4A85-9EE7-D0EE687E8CC4}" srcOrd="2" destOrd="0" presId="urn:microsoft.com/office/officeart/2018/2/layout/IconVerticalSolidList"/>
    <dgm:cxn modelId="{51858F53-CDE5-4F6D-9F0C-F216AB521F8C}" type="presParOf" srcId="{3C947E3C-E7CD-40EA-9D68-D73E1DF05C63}" destId="{7E62B996-19E9-4EB5-B250-A9A52173CEB9}" srcOrd="3" destOrd="0" presId="urn:microsoft.com/office/officeart/2018/2/layout/IconVerticalSolidList"/>
    <dgm:cxn modelId="{ABE9B83C-3FE7-4F24-B2F2-740B7814A2C8}" type="presParOf" srcId="{BB73D504-FB28-4E1A-B214-D05826B4C5FB}" destId="{109CD573-A3BD-4480-998C-B8F072232951}" srcOrd="3" destOrd="0" presId="urn:microsoft.com/office/officeart/2018/2/layout/IconVerticalSolidList"/>
    <dgm:cxn modelId="{B1B641E2-E226-482F-A5C3-E0958F9CBAAE}" type="presParOf" srcId="{BB73D504-FB28-4E1A-B214-D05826B4C5FB}" destId="{063DEE03-76FC-46DE-B5DC-B229DB6A3648}" srcOrd="4" destOrd="0" presId="urn:microsoft.com/office/officeart/2018/2/layout/IconVerticalSolidList"/>
    <dgm:cxn modelId="{42D3C924-447B-44C3-B632-4830C5669C1C}" type="presParOf" srcId="{063DEE03-76FC-46DE-B5DC-B229DB6A3648}" destId="{CCEF4EFF-986E-4B42-A386-96BACF6F1018}" srcOrd="0" destOrd="0" presId="urn:microsoft.com/office/officeart/2018/2/layout/IconVerticalSolidList"/>
    <dgm:cxn modelId="{3C290EE0-1B22-47D3-93AD-F95E170A561D}" type="presParOf" srcId="{063DEE03-76FC-46DE-B5DC-B229DB6A3648}" destId="{003A8F61-5A8F-4406-B9A1-6760195B50EE}" srcOrd="1" destOrd="0" presId="urn:microsoft.com/office/officeart/2018/2/layout/IconVerticalSolidList"/>
    <dgm:cxn modelId="{A55D2F09-B281-4853-ABC4-AD44E35F8C8F}" type="presParOf" srcId="{063DEE03-76FC-46DE-B5DC-B229DB6A3648}" destId="{CA312D0D-9531-49DE-A031-CB97FD72EEF4}" srcOrd="2" destOrd="0" presId="urn:microsoft.com/office/officeart/2018/2/layout/IconVerticalSolidList"/>
    <dgm:cxn modelId="{71E1F559-5AE8-42B6-A45C-E51EFD1C2EC1}" type="presParOf" srcId="{063DEE03-76FC-46DE-B5DC-B229DB6A3648}" destId="{BEC5F2AA-7EAF-413C-89AC-AE61E4E7228F}" srcOrd="3" destOrd="0" presId="urn:microsoft.com/office/officeart/2018/2/layout/IconVerticalSolidList"/>
    <dgm:cxn modelId="{86E692AC-B5D4-43AE-A8BD-984BBEEB90D4}" type="presParOf" srcId="{BB73D504-FB28-4E1A-B214-D05826B4C5FB}" destId="{554322E2-E11F-4796-AC53-1EC1E686375D}" srcOrd="5" destOrd="0" presId="urn:microsoft.com/office/officeart/2018/2/layout/IconVerticalSolidList"/>
    <dgm:cxn modelId="{DFC96F5E-B6CF-4890-936F-1CE6649D6A32}" type="presParOf" srcId="{BB73D504-FB28-4E1A-B214-D05826B4C5FB}" destId="{EA5EC40E-442B-4A72-869C-FE4D7F015005}" srcOrd="6" destOrd="0" presId="urn:microsoft.com/office/officeart/2018/2/layout/IconVerticalSolidList"/>
    <dgm:cxn modelId="{29F6F539-8F5B-4AE3-9915-A6617E333B5A}" type="presParOf" srcId="{EA5EC40E-442B-4A72-869C-FE4D7F015005}" destId="{093072F8-ED4D-453C-9F13-BDB4BB76FAAF}" srcOrd="0" destOrd="0" presId="urn:microsoft.com/office/officeart/2018/2/layout/IconVerticalSolidList"/>
    <dgm:cxn modelId="{FCAFDAB0-F9DF-4BAD-8AD8-D1F15759B1BF}" type="presParOf" srcId="{EA5EC40E-442B-4A72-869C-FE4D7F015005}" destId="{1D02026B-DAA1-4745-96FC-8AEFCE2AB05D}" srcOrd="1" destOrd="0" presId="urn:microsoft.com/office/officeart/2018/2/layout/IconVerticalSolidList"/>
    <dgm:cxn modelId="{03C96824-BA15-4D96-B4AC-0D30A5A0E256}" type="presParOf" srcId="{EA5EC40E-442B-4A72-869C-FE4D7F015005}" destId="{C9075F4F-1589-4043-8E32-C170C724DA9B}" srcOrd="2" destOrd="0" presId="urn:microsoft.com/office/officeart/2018/2/layout/IconVerticalSolidList"/>
    <dgm:cxn modelId="{E4220A98-8DB7-4917-8C30-81E79F15340E}" type="presParOf" srcId="{EA5EC40E-442B-4A72-869C-FE4D7F015005}" destId="{3084B6AC-A765-4D18-B788-2C1E782BC989}" srcOrd="3" destOrd="0" presId="urn:microsoft.com/office/officeart/2018/2/layout/IconVerticalSolidList"/>
    <dgm:cxn modelId="{46879ECC-B28D-4C1E-9FD7-64FAF762B81A}" type="presParOf" srcId="{BB73D504-FB28-4E1A-B214-D05826B4C5FB}" destId="{2894264F-C41D-4178-BDD0-666663776269}" srcOrd="7" destOrd="0" presId="urn:microsoft.com/office/officeart/2018/2/layout/IconVerticalSolidList"/>
    <dgm:cxn modelId="{FA6CC7D7-3DCE-464E-9F84-DC455E43EE08}" type="presParOf" srcId="{BB73D504-FB28-4E1A-B214-D05826B4C5FB}" destId="{C14B51F3-6998-456E-8C45-5940FE0D4F3F}" srcOrd="8" destOrd="0" presId="urn:microsoft.com/office/officeart/2018/2/layout/IconVerticalSolidList"/>
    <dgm:cxn modelId="{C07FF0A1-6EF8-478B-8EDC-491732B9FFDB}" type="presParOf" srcId="{C14B51F3-6998-456E-8C45-5940FE0D4F3F}" destId="{B5CB8C17-3312-4F85-9AF0-62D25209442D}" srcOrd="0" destOrd="0" presId="urn:microsoft.com/office/officeart/2018/2/layout/IconVerticalSolidList"/>
    <dgm:cxn modelId="{E1B8A2A5-5222-40A6-BC0E-31FC1731CBFE}" type="presParOf" srcId="{C14B51F3-6998-456E-8C45-5940FE0D4F3F}" destId="{AC17B1FC-CF61-44AC-9260-063D0B356E65}" srcOrd="1" destOrd="0" presId="urn:microsoft.com/office/officeart/2018/2/layout/IconVerticalSolidList"/>
    <dgm:cxn modelId="{013CFDC1-37E9-4922-B73B-35EA714A0669}" type="presParOf" srcId="{C14B51F3-6998-456E-8C45-5940FE0D4F3F}" destId="{3A04877C-E576-40B5-AA2F-000D2D1F748A}" srcOrd="2" destOrd="0" presId="urn:microsoft.com/office/officeart/2018/2/layout/IconVerticalSolidList"/>
    <dgm:cxn modelId="{8A78F484-4924-4737-93F6-39AA8E2014B6}" type="presParOf" srcId="{C14B51F3-6998-456E-8C45-5940FE0D4F3F}" destId="{451D61AB-84FD-4882-8846-B3B6F61E8880}" srcOrd="3" destOrd="0" presId="urn:microsoft.com/office/officeart/2018/2/layout/IconVerticalSolidList"/>
    <dgm:cxn modelId="{BF59487F-9D99-49A7-9550-F93E1BE9906A}" type="presParOf" srcId="{BB73D504-FB28-4E1A-B214-D05826B4C5FB}" destId="{9368171E-B42D-4380-9DBF-3FE5D0C8B132}" srcOrd="9" destOrd="0" presId="urn:microsoft.com/office/officeart/2018/2/layout/IconVerticalSolidList"/>
    <dgm:cxn modelId="{D66A2FA3-2985-4DF2-8637-87262DD205D8}" type="presParOf" srcId="{BB73D504-FB28-4E1A-B214-D05826B4C5FB}" destId="{6F89E05F-2108-4590-8F33-1EE71888D792}" srcOrd="10" destOrd="0" presId="urn:microsoft.com/office/officeart/2018/2/layout/IconVerticalSolidList"/>
    <dgm:cxn modelId="{F8966C17-C45F-4C1B-B4AD-5BE4E58EEE5C}" type="presParOf" srcId="{6F89E05F-2108-4590-8F33-1EE71888D792}" destId="{EE0533AD-7434-4139-8ADA-35799D7F88F8}" srcOrd="0" destOrd="0" presId="urn:microsoft.com/office/officeart/2018/2/layout/IconVerticalSolidList"/>
    <dgm:cxn modelId="{D17B805B-261E-44B9-85DF-8FE06DDC9EAB}" type="presParOf" srcId="{6F89E05F-2108-4590-8F33-1EE71888D792}" destId="{421149F0-3EF1-43B7-B51B-A74712EE2838}" srcOrd="1" destOrd="0" presId="urn:microsoft.com/office/officeart/2018/2/layout/IconVerticalSolidList"/>
    <dgm:cxn modelId="{239E019D-43C6-415D-972F-57C29BEFFF09}" type="presParOf" srcId="{6F89E05F-2108-4590-8F33-1EE71888D792}" destId="{E35EEB76-0AC9-4F25-9B54-2FE3F7D30DA8}" srcOrd="2" destOrd="0" presId="urn:microsoft.com/office/officeart/2018/2/layout/IconVerticalSolidList"/>
    <dgm:cxn modelId="{8ABE1C24-530E-422A-985E-C62EA0DC94B9}" type="presParOf" srcId="{6F89E05F-2108-4590-8F33-1EE71888D792}" destId="{0E465649-C9AD-4C17-A8E3-B3E467FCD749}" srcOrd="3" destOrd="0" presId="urn:microsoft.com/office/officeart/2018/2/layout/IconVerticalSolidList"/>
    <dgm:cxn modelId="{38C2789B-1AD8-42C2-8EA0-2EEA67F9EB65}" type="presParOf" srcId="{BB73D504-FB28-4E1A-B214-D05826B4C5FB}" destId="{C6557F01-D17A-4268-8517-7FEA42189623}" srcOrd="11" destOrd="0" presId="urn:microsoft.com/office/officeart/2018/2/layout/IconVerticalSolidList"/>
    <dgm:cxn modelId="{FEA5A863-3B0E-4312-BCAB-E9102230615A}" type="presParOf" srcId="{BB73D504-FB28-4E1A-B214-D05826B4C5FB}" destId="{CB3239A4-A9CC-4360-8618-C8E649DC2D15}" srcOrd="12" destOrd="0" presId="urn:microsoft.com/office/officeart/2018/2/layout/IconVerticalSolidList"/>
    <dgm:cxn modelId="{3FFB530B-6778-4D72-AC61-A10447E19CE2}" type="presParOf" srcId="{CB3239A4-A9CC-4360-8618-C8E649DC2D15}" destId="{025F7D08-E29C-4EA2-BCD7-B8B37A0C94CE}" srcOrd="0" destOrd="0" presId="urn:microsoft.com/office/officeart/2018/2/layout/IconVerticalSolidList"/>
    <dgm:cxn modelId="{0C6CB7A8-FDB9-4D7A-9B61-F9869402B671}" type="presParOf" srcId="{CB3239A4-A9CC-4360-8618-C8E649DC2D15}" destId="{1E92442D-C2AE-4258-B430-BBB9367DE1FC}" srcOrd="1" destOrd="0" presId="urn:microsoft.com/office/officeart/2018/2/layout/IconVerticalSolidList"/>
    <dgm:cxn modelId="{876D6BD1-DE73-4A66-91AF-FB0944EE8748}" type="presParOf" srcId="{CB3239A4-A9CC-4360-8618-C8E649DC2D15}" destId="{09DB95C5-974C-4758-AC0F-4351F1FB7FDA}" srcOrd="2" destOrd="0" presId="urn:microsoft.com/office/officeart/2018/2/layout/IconVerticalSolidList"/>
    <dgm:cxn modelId="{56536B6A-B66E-4927-BE48-E7941C995F43}" type="presParOf" srcId="{CB3239A4-A9CC-4360-8618-C8E649DC2D15}" destId="{7E4909C5-7B2F-474A-A561-A1183A1F9F53}"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268CC20-A573-4F91-9F36-32737B64DCFF}">
      <dsp:nvSpPr>
        <dsp:cNvPr id="0" name=""/>
        <dsp:cNvSpPr/>
      </dsp:nvSpPr>
      <dsp:spPr>
        <a:xfrm>
          <a:off x="0" y="3581"/>
          <a:ext cx="10506456" cy="762963"/>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9A4B74A-2D79-40FD-9210-FD855623F3EE}">
      <dsp:nvSpPr>
        <dsp:cNvPr id="0" name=""/>
        <dsp:cNvSpPr/>
      </dsp:nvSpPr>
      <dsp:spPr>
        <a:xfrm>
          <a:off x="230796" y="175248"/>
          <a:ext cx="419630" cy="41963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C0FA2A7-A331-47FC-8451-5AD88944C4AF}">
      <dsp:nvSpPr>
        <dsp:cNvPr id="0" name=""/>
        <dsp:cNvSpPr/>
      </dsp:nvSpPr>
      <dsp:spPr>
        <a:xfrm>
          <a:off x="881223" y="3581"/>
          <a:ext cx="9625232" cy="7629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747" tIns="80747" rIns="80747" bIns="80747" numCol="1" spcCol="1270" anchor="ctr" anchorCtr="0">
          <a:noAutofit/>
        </a:bodyPr>
        <a:lstStyle/>
        <a:p>
          <a:pPr marL="0" lvl="0" indent="0" algn="l" defTabSz="844550">
            <a:lnSpc>
              <a:spcPct val="90000"/>
            </a:lnSpc>
            <a:spcBef>
              <a:spcPct val="0"/>
            </a:spcBef>
            <a:spcAft>
              <a:spcPct val="35000"/>
            </a:spcAft>
            <a:buNone/>
          </a:pPr>
          <a:r>
            <a:rPr lang="en-US" sz="1900" kern="1200"/>
            <a:t>Completed Bachelor of Science in Computer Engineering at HITEC University, Taxila (2021 – 2025).</a:t>
          </a:r>
        </a:p>
      </dsp:txBody>
      <dsp:txXfrm>
        <a:off x="881223" y="3581"/>
        <a:ext cx="9625232" cy="762963"/>
      </dsp:txXfrm>
    </dsp:sp>
    <dsp:sp modelId="{D060D2D8-0998-49C4-A478-8405E80D08C9}">
      <dsp:nvSpPr>
        <dsp:cNvPr id="0" name=""/>
        <dsp:cNvSpPr/>
      </dsp:nvSpPr>
      <dsp:spPr>
        <a:xfrm>
          <a:off x="0" y="957286"/>
          <a:ext cx="10506456" cy="762963"/>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4F3B9FD-3B4C-4EBB-B7FE-4A6222F6FE61}">
      <dsp:nvSpPr>
        <dsp:cNvPr id="0" name=""/>
        <dsp:cNvSpPr/>
      </dsp:nvSpPr>
      <dsp:spPr>
        <a:xfrm>
          <a:off x="230796" y="1128953"/>
          <a:ext cx="419630" cy="41963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4D4367C-0EA8-4DC3-8ADC-8BFD10FE104B}">
      <dsp:nvSpPr>
        <dsp:cNvPr id="0" name=""/>
        <dsp:cNvSpPr/>
      </dsp:nvSpPr>
      <dsp:spPr>
        <a:xfrm>
          <a:off x="881223" y="957286"/>
          <a:ext cx="9625232" cy="7629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747" tIns="80747" rIns="80747" bIns="80747" numCol="1" spcCol="1270" anchor="ctr" anchorCtr="0">
          <a:noAutofit/>
        </a:bodyPr>
        <a:lstStyle/>
        <a:p>
          <a:pPr marL="0" lvl="0" indent="0" algn="l" defTabSz="844550">
            <a:lnSpc>
              <a:spcPct val="90000"/>
            </a:lnSpc>
            <a:spcBef>
              <a:spcPct val="0"/>
            </a:spcBef>
            <a:spcAft>
              <a:spcPct val="35000"/>
            </a:spcAft>
            <a:buNone/>
          </a:pPr>
          <a:r>
            <a:rPr lang="en-US" sz="1900" kern="1200"/>
            <a:t>Consistently ranked in Top 10% of my class for four consecutive years.</a:t>
          </a:r>
        </a:p>
      </dsp:txBody>
      <dsp:txXfrm>
        <a:off x="881223" y="957286"/>
        <a:ext cx="9625232" cy="762963"/>
      </dsp:txXfrm>
    </dsp:sp>
    <dsp:sp modelId="{5D112644-748C-4129-A59B-BC141302A1A1}">
      <dsp:nvSpPr>
        <dsp:cNvPr id="0" name=""/>
        <dsp:cNvSpPr/>
      </dsp:nvSpPr>
      <dsp:spPr>
        <a:xfrm>
          <a:off x="0" y="1910991"/>
          <a:ext cx="10506456" cy="762963"/>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450A7A4-31F1-4DDF-BFAD-A9533D6B06BE}">
      <dsp:nvSpPr>
        <dsp:cNvPr id="0" name=""/>
        <dsp:cNvSpPr/>
      </dsp:nvSpPr>
      <dsp:spPr>
        <a:xfrm>
          <a:off x="230796" y="2082657"/>
          <a:ext cx="419630" cy="41963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EECAE86-4073-47F7-9258-48952BBDA89D}">
      <dsp:nvSpPr>
        <dsp:cNvPr id="0" name=""/>
        <dsp:cNvSpPr/>
      </dsp:nvSpPr>
      <dsp:spPr>
        <a:xfrm>
          <a:off x="881223" y="1910991"/>
          <a:ext cx="9625232" cy="7629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747" tIns="80747" rIns="80747" bIns="80747" numCol="1" spcCol="1270" anchor="ctr" anchorCtr="0">
          <a:noAutofit/>
        </a:bodyPr>
        <a:lstStyle/>
        <a:p>
          <a:pPr marL="0" lvl="0" indent="0" algn="l" defTabSz="844550">
            <a:lnSpc>
              <a:spcPct val="90000"/>
            </a:lnSpc>
            <a:spcBef>
              <a:spcPct val="0"/>
            </a:spcBef>
            <a:spcAft>
              <a:spcPct val="35000"/>
            </a:spcAft>
            <a:buNone/>
          </a:pPr>
          <a:r>
            <a:rPr lang="en-US" sz="1900" kern="1200"/>
            <a:t>Specializing in Embedded Systems, IOT Development, Machine Learning and Artificial Intelligence and Firmware Programming.</a:t>
          </a:r>
        </a:p>
      </dsp:txBody>
      <dsp:txXfrm>
        <a:off x="881223" y="1910991"/>
        <a:ext cx="9625232" cy="762963"/>
      </dsp:txXfrm>
    </dsp:sp>
    <dsp:sp modelId="{C8A86B32-655D-429D-9B71-04565B291606}">
      <dsp:nvSpPr>
        <dsp:cNvPr id="0" name=""/>
        <dsp:cNvSpPr/>
      </dsp:nvSpPr>
      <dsp:spPr>
        <a:xfrm>
          <a:off x="0" y="2864695"/>
          <a:ext cx="10506456" cy="762963"/>
        </a:xfrm>
        <a:prstGeom prst="roundRect">
          <a:avLst>
            <a:gd name="adj" fmla="val 1000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CCDB332-4DCB-4300-B6AD-EF8D4AEB8780}">
      <dsp:nvSpPr>
        <dsp:cNvPr id="0" name=""/>
        <dsp:cNvSpPr/>
      </dsp:nvSpPr>
      <dsp:spPr>
        <a:xfrm>
          <a:off x="230796" y="3036362"/>
          <a:ext cx="419630" cy="419630"/>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FFD9E6F-22EF-4E9F-BF93-09D268B67CE7}">
      <dsp:nvSpPr>
        <dsp:cNvPr id="0" name=""/>
        <dsp:cNvSpPr/>
      </dsp:nvSpPr>
      <dsp:spPr>
        <a:xfrm>
          <a:off x="881223" y="2864695"/>
          <a:ext cx="9625232" cy="7629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747" tIns="80747" rIns="80747" bIns="80747" numCol="1" spcCol="1270" anchor="ctr" anchorCtr="0">
          <a:noAutofit/>
        </a:bodyPr>
        <a:lstStyle/>
        <a:p>
          <a:pPr marL="0" lvl="0" indent="0" algn="l" defTabSz="844550">
            <a:lnSpc>
              <a:spcPct val="90000"/>
            </a:lnSpc>
            <a:spcBef>
              <a:spcPct val="0"/>
            </a:spcBef>
            <a:spcAft>
              <a:spcPct val="35000"/>
            </a:spcAft>
            <a:buNone/>
          </a:pPr>
          <a:r>
            <a:rPr lang="en-US" sz="1900" kern="1200"/>
            <a:t>Passionate about hardware-software integration and innovative technology solutions.</a:t>
          </a:r>
        </a:p>
      </dsp:txBody>
      <dsp:txXfrm>
        <a:off x="881223" y="2864695"/>
        <a:ext cx="9625232" cy="762963"/>
      </dsp:txXfrm>
    </dsp:sp>
    <dsp:sp modelId="{80FCAFAF-EFBE-43F1-B485-7287F29AC206}">
      <dsp:nvSpPr>
        <dsp:cNvPr id="0" name=""/>
        <dsp:cNvSpPr/>
      </dsp:nvSpPr>
      <dsp:spPr>
        <a:xfrm>
          <a:off x="0" y="3818400"/>
          <a:ext cx="10506456" cy="762963"/>
        </a:xfrm>
        <a:prstGeom prst="roundRect">
          <a:avLst>
            <a:gd name="adj" fmla="val 10000"/>
          </a:avLst>
        </a:prstGeom>
        <a:solidFill>
          <a:schemeClr val="accent6">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E848311-1924-4443-847F-7374AA2D768B}">
      <dsp:nvSpPr>
        <dsp:cNvPr id="0" name=""/>
        <dsp:cNvSpPr/>
      </dsp:nvSpPr>
      <dsp:spPr>
        <a:xfrm>
          <a:off x="230796" y="3990067"/>
          <a:ext cx="419630" cy="419630"/>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D38C188-97D8-4265-B99B-860402278E54}">
      <dsp:nvSpPr>
        <dsp:cNvPr id="0" name=""/>
        <dsp:cNvSpPr/>
      </dsp:nvSpPr>
      <dsp:spPr>
        <a:xfrm>
          <a:off x="881223" y="3818400"/>
          <a:ext cx="9625232" cy="7629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747" tIns="80747" rIns="80747" bIns="80747" numCol="1" spcCol="1270" anchor="ctr" anchorCtr="0">
          <a:noAutofit/>
        </a:bodyPr>
        <a:lstStyle/>
        <a:p>
          <a:pPr marL="0" lvl="0" indent="0" algn="l" defTabSz="844550">
            <a:lnSpc>
              <a:spcPct val="90000"/>
            </a:lnSpc>
            <a:spcBef>
              <a:spcPct val="0"/>
            </a:spcBef>
            <a:spcAft>
              <a:spcPct val="35000"/>
            </a:spcAft>
            <a:buNone/>
          </a:pPr>
          <a:r>
            <a:rPr lang="en-US" sz="1900" kern="1200"/>
            <a:t>Previously completed an internship at RISETECH where I gained experience in PCB design ,Embedded system and network configuration.</a:t>
          </a:r>
        </a:p>
      </dsp:txBody>
      <dsp:txXfrm>
        <a:off x="881223" y="3818400"/>
        <a:ext cx="9625232" cy="76296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5F4E1E1-BB3D-441C-9FA6-4EC0543A62B1}">
      <dsp:nvSpPr>
        <dsp:cNvPr id="0" name=""/>
        <dsp:cNvSpPr/>
      </dsp:nvSpPr>
      <dsp:spPr>
        <a:xfrm>
          <a:off x="0" y="745053"/>
          <a:ext cx="10506456" cy="1375483"/>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2B1F6B3-0111-4635-B72A-868EC474D3E4}">
      <dsp:nvSpPr>
        <dsp:cNvPr id="0" name=""/>
        <dsp:cNvSpPr/>
      </dsp:nvSpPr>
      <dsp:spPr>
        <a:xfrm>
          <a:off x="416083" y="1054537"/>
          <a:ext cx="756516" cy="756516"/>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42D2582-EA57-4516-BF1F-18728E4B025B}">
      <dsp:nvSpPr>
        <dsp:cNvPr id="0" name=""/>
        <dsp:cNvSpPr/>
      </dsp:nvSpPr>
      <dsp:spPr>
        <a:xfrm>
          <a:off x="1588683" y="745053"/>
          <a:ext cx="8917772" cy="137548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5572" tIns="145572" rIns="145572" bIns="145572" numCol="1" spcCol="1270" anchor="ctr" anchorCtr="0">
          <a:noAutofit/>
        </a:bodyPr>
        <a:lstStyle/>
        <a:p>
          <a:pPr marL="0" lvl="0" indent="0" algn="l" defTabSz="844550">
            <a:lnSpc>
              <a:spcPct val="90000"/>
            </a:lnSpc>
            <a:spcBef>
              <a:spcPct val="0"/>
            </a:spcBef>
            <a:spcAft>
              <a:spcPct val="35000"/>
            </a:spcAft>
            <a:buNone/>
          </a:pPr>
          <a:r>
            <a:rPr lang="en-US" sz="1900" kern="1200"/>
            <a:t>What this presentation covers    </a:t>
          </a:r>
        </a:p>
      </dsp:txBody>
      <dsp:txXfrm>
        <a:off x="1588683" y="745053"/>
        <a:ext cx="8917772" cy="1375483"/>
      </dsp:txXfrm>
    </dsp:sp>
    <dsp:sp modelId="{AECCCE8F-40B2-4C4E-996D-1554C310CF81}">
      <dsp:nvSpPr>
        <dsp:cNvPr id="0" name=""/>
        <dsp:cNvSpPr/>
      </dsp:nvSpPr>
      <dsp:spPr>
        <a:xfrm>
          <a:off x="0" y="2464408"/>
          <a:ext cx="10506456" cy="1375483"/>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DA652B1-0A9A-4350-B293-9FDC82D83D86}">
      <dsp:nvSpPr>
        <dsp:cNvPr id="0" name=""/>
        <dsp:cNvSpPr/>
      </dsp:nvSpPr>
      <dsp:spPr>
        <a:xfrm>
          <a:off x="416083" y="2773892"/>
          <a:ext cx="756516" cy="756516"/>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F69D367-110B-4A98-BF12-FD943AF8A22F}">
      <dsp:nvSpPr>
        <dsp:cNvPr id="0" name=""/>
        <dsp:cNvSpPr/>
      </dsp:nvSpPr>
      <dsp:spPr>
        <a:xfrm>
          <a:off x="1588683" y="2464408"/>
          <a:ext cx="8917772" cy="137548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5572" tIns="145572" rIns="145572" bIns="145572" numCol="1" spcCol="1270" anchor="ctr" anchorCtr="0">
          <a:noAutofit/>
        </a:bodyPr>
        <a:lstStyle/>
        <a:p>
          <a:pPr marL="0" lvl="0" indent="0" algn="l" defTabSz="844550">
            <a:lnSpc>
              <a:spcPct val="90000"/>
            </a:lnSpc>
            <a:spcBef>
              <a:spcPct val="0"/>
            </a:spcBef>
            <a:spcAft>
              <a:spcPct val="35000"/>
            </a:spcAft>
            <a:buNone/>
          </a:pPr>
          <a:r>
            <a:rPr lang="en-US" sz="1900" kern="1200"/>
            <a:t>Today, I'll be taking you through my transformation during this MachaDev internship - from my foundation in embedded systems to my current growth in IoT development and firmware programming, and the valuable experiences that have shaped this journey.</a:t>
          </a:r>
        </a:p>
      </dsp:txBody>
      <dsp:txXfrm>
        <a:off x="1588683" y="2464408"/>
        <a:ext cx="8917772" cy="1375483"/>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75D93B9-9A51-4A31-B2A8-6B465C3F8E59}">
      <dsp:nvSpPr>
        <dsp:cNvPr id="0" name=""/>
        <dsp:cNvSpPr/>
      </dsp:nvSpPr>
      <dsp:spPr>
        <a:xfrm>
          <a:off x="0" y="1902"/>
          <a:ext cx="10506456" cy="964450"/>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013CC39-92B5-4713-A42F-E5FCE32596DE}">
      <dsp:nvSpPr>
        <dsp:cNvPr id="0" name=""/>
        <dsp:cNvSpPr/>
      </dsp:nvSpPr>
      <dsp:spPr>
        <a:xfrm>
          <a:off x="291746" y="218904"/>
          <a:ext cx="530447" cy="530447"/>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4578555-CF34-43EE-A763-09ACB1A02D13}">
      <dsp:nvSpPr>
        <dsp:cNvPr id="0" name=""/>
        <dsp:cNvSpPr/>
      </dsp:nvSpPr>
      <dsp:spPr>
        <a:xfrm>
          <a:off x="1113940" y="1902"/>
          <a:ext cx="9392515" cy="9644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2071" tIns="102071" rIns="102071" bIns="102071" numCol="1" spcCol="1270" anchor="ctr" anchorCtr="0">
          <a:noAutofit/>
        </a:bodyPr>
        <a:lstStyle/>
        <a:p>
          <a:pPr marL="0" lvl="0" indent="0" algn="l" defTabSz="800100">
            <a:lnSpc>
              <a:spcPct val="90000"/>
            </a:lnSpc>
            <a:spcBef>
              <a:spcPct val="0"/>
            </a:spcBef>
            <a:spcAft>
              <a:spcPct val="35000"/>
            </a:spcAft>
            <a:buNone/>
          </a:pPr>
          <a:r>
            <a:rPr lang="en-US" sz="1800" kern="1200"/>
            <a:t>Current  Position and Growth</a:t>
          </a:r>
        </a:p>
      </dsp:txBody>
      <dsp:txXfrm>
        <a:off x="1113940" y="1902"/>
        <a:ext cx="9392515" cy="964450"/>
      </dsp:txXfrm>
    </dsp:sp>
    <dsp:sp modelId="{A28C9002-0B08-4885-95F9-1EB88B2ED26C}">
      <dsp:nvSpPr>
        <dsp:cNvPr id="0" name=""/>
        <dsp:cNvSpPr/>
      </dsp:nvSpPr>
      <dsp:spPr>
        <a:xfrm>
          <a:off x="0" y="1207466"/>
          <a:ext cx="10506456" cy="964450"/>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01223DC-0100-4895-BA14-B351BA46D2B9}">
      <dsp:nvSpPr>
        <dsp:cNvPr id="0" name=""/>
        <dsp:cNvSpPr/>
      </dsp:nvSpPr>
      <dsp:spPr>
        <a:xfrm>
          <a:off x="291746" y="1424467"/>
          <a:ext cx="530447" cy="530447"/>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CA18A83-4E44-4A47-8C20-1364790E112B}">
      <dsp:nvSpPr>
        <dsp:cNvPr id="0" name=""/>
        <dsp:cNvSpPr/>
      </dsp:nvSpPr>
      <dsp:spPr>
        <a:xfrm>
          <a:off x="1113940" y="1207466"/>
          <a:ext cx="9392515" cy="9644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2071" tIns="102071" rIns="102071" bIns="102071" numCol="1" spcCol="1270" anchor="ctr" anchorCtr="0">
          <a:noAutofit/>
        </a:bodyPr>
        <a:lstStyle/>
        <a:p>
          <a:pPr marL="0" lvl="0" indent="0" algn="l" defTabSz="800100">
            <a:lnSpc>
              <a:spcPct val="90000"/>
            </a:lnSpc>
            <a:spcBef>
              <a:spcPct val="0"/>
            </a:spcBef>
            <a:spcAft>
              <a:spcPct val="35000"/>
            </a:spcAft>
            <a:buNone/>
          </a:pPr>
          <a:r>
            <a:rPr lang="en-US" sz="1800" kern="1200"/>
            <a:t>Technical Skills Development</a:t>
          </a:r>
        </a:p>
      </dsp:txBody>
      <dsp:txXfrm>
        <a:off x="1113940" y="1207466"/>
        <a:ext cx="9392515" cy="964450"/>
      </dsp:txXfrm>
    </dsp:sp>
    <dsp:sp modelId="{22A4B34A-91EB-4B02-8F8A-7F09C729EFD5}">
      <dsp:nvSpPr>
        <dsp:cNvPr id="0" name=""/>
        <dsp:cNvSpPr/>
      </dsp:nvSpPr>
      <dsp:spPr>
        <a:xfrm>
          <a:off x="0" y="2413029"/>
          <a:ext cx="10506456" cy="964450"/>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E02334C-FC75-4454-8098-0704CAB5A880}">
      <dsp:nvSpPr>
        <dsp:cNvPr id="0" name=""/>
        <dsp:cNvSpPr/>
      </dsp:nvSpPr>
      <dsp:spPr>
        <a:xfrm>
          <a:off x="291746" y="2630030"/>
          <a:ext cx="530447" cy="530447"/>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CC06909-C54E-4C9F-B28F-884AA8B02581}">
      <dsp:nvSpPr>
        <dsp:cNvPr id="0" name=""/>
        <dsp:cNvSpPr/>
      </dsp:nvSpPr>
      <dsp:spPr>
        <a:xfrm>
          <a:off x="1113940" y="2413029"/>
          <a:ext cx="9392515" cy="9644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2071" tIns="102071" rIns="102071" bIns="102071" numCol="1" spcCol="1270" anchor="ctr" anchorCtr="0">
          <a:noAutofit/>
        </a:bodyPr>
        <a:lstStyle/>
        <a:p>
          <a:pPr marL="0" lvl="0" indent="0" algn="l" defTabSz="800100">
            <a:lnSpc>
              <a:spcPct val="90000"/>
            </a:lnSpc>
            <a:spcBef>
              <a:spcPct val="0"/>
            </a:spcBef>
            <a:spcAft>
              <a:spcPct val="35000"/>
            </a:spcAft>
            <a:buNone/>
          </a:pPr>
          <a:r>
            <a:rPr lang="en-US" sz="1800" b="1" kern="1200"/>
            <a:t>Before </a:t>
          </a:r>
          <a:r>
            <a:rPr lang="en-US" sz="1800" kern="1200"/>
            <a:t> Strong foundation in C/C++, Python, Java, and embedded systems from university coursework and previous RISETECH internship experience with PCB design  ,circuit analysis and Microcontrollers(ESP32,STM32 AND 8051 MICROCONTROLLER).</a:t>
          </a:r>
        </a:p>
      </dsp:txBody>
      <dsp:txXfrm>
        <a:off x="1113940" y="2413029"/>
        <a:ext cx="9392515" cy="964450"/>
      </dsp:txXfrm>
    </dsp:sp>
    <dsp:sp modelId="{E2700FA7-F99D-4745-8DA7-8BE4E20E4616}">
      <dsp:nvSpPr>
        <dsp:cNvPr id="0" name=""/>
        <dsp:cNvSpPr/>
      </dsp:nvSpPr>
      <dsp:spPr>
        <a:xfrm>
          <a:off x="0" y="3618592"/>
          <a:ext cx="10506456" cy="964450"/>
        </a:xfrm>
        <a:prstGeom prst="roundRect">
          <a:avLst>
            <a:gd name="adj" fmla="val 1000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F89C0EF-640A-4872-A4B2-021F02056B24}">
      <dsp:nvSpPr>
        <dsp:cNvPr id="0" name=""/>
        <dsp:cNvSpPr/>
      </dsp:nvSpPr>
      <dsp:spPr>
        <a:xfrm>
          <a:off x="291746" y="3835593"/>
          <a:ext cx="530447" cy="530447"/>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20D21DB-0EBB-450C-BECC-F84A63C0723D}">
      <dsp:nvSpPr>
        <dsp:cNvPr id="0" name=""/>
        <dsp:cNvSpPr/>
      </dsp:nvSpPr>
      <dsp:spPr>
        <a:xfrm>
          <a:off x="1113940" y="3618592"/>
          <a:ext cx="9392515" cy="9644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2071" tIns="102071" rIns="102071" bIns="102071" numCol="1" spcCol="1270" anchor="ctr" anchorCtr="0">
          <a:noAutofit/>
        </a:bodyPr>
        <a:lstStyle/>
        <a:p>
          <a:pPr marL="0" lvl="0" indent="0" algn="l" defTabSz="800100">
            <a:lnSpc>
              <a:spcPct val="90000"/>
            </a:lnSpc>
            <a:spcBef>
              <a:spcPct val="0"/>
            </a:spcBef>
            <a:spcAft>
              <a:spcPct val="35000"/>
            </a:spcAft>
            <a:buNone/>
          </a:pPr>
          <a:r>
            <a:rPr lang="en-US" sz="1800" b="1" kern="1200"/>
            <a:t>Now </a:t>
          </a:r>
          <a:r>
            <a:rPr lang="en-US" sz="1800" kern="1200"/>
            <a:t> Enhanced expertise in IoT system development, advanced firmware programming with ESP-IDF, and seamless hardware-software integration for real-world applications.</a:t>
          </a:r>
        </a:p>
      </dsp:txBody>
      <dsp:txXfrm>
        <a:off x="1113940" y="3618592"/>
        <a:ext cx="9392515" cy="96445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EDCB854-6A98-46F3-9DBA-F911C6EEE53E}">
      <dsp:nvSpPr>
        <dsp:cNvPr id="0" name=""/>
        <dsp:cNvSpPr/>
      </dsp:nvSpPr>
      <dsp:spPr>
        <a:xfrm>
          <a:off x="0" y="4473396"/>
          <a:ext cx="6666833" cy="978669"/>
        </a:xfrm>
        <a:prstGeom prst="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20904" tIns="120904" rIns="120904" bIns="120904" numCol="1" spcCol="1270" anchor="ctr" anchorCtr="0">
          <a:noAutofit/>
        </a:bodyPr>
        <a:lstStyle/>
        <a:p>
          <a:pPr marL="0" lvl="0" indent="0" algn="ctr" defTabSz="755650">
            <a:lnSpc>
              <a:spcPct val="90000"/>
            </a:lnSpc>
            <a:spcBef>
              <a:spcPct val="0"/>
            </a:spcBef>
            <a:spcAft>
              <a:spcPct val="35000"/>
            </a:spcAft>
            <a:buNone/>
          </a:pPr>
          <a:r>
            <a:rPr lang="en-US" sz="1700" b="1" kern="1200"/>
            <a:t>Project Management </a:t>
          </a:r>
          <a:r>
            <a:rPr lang="en-US" sz="1700" kern="1200"/>
            <a:t> Better understanding of development cycles for embedded projects, deadline management, and quality standards in IoT development.</a:t>
          </a:r>
        </a:p>
      </dsp:txBody>
      <dsp:txXfrm>
        <a:off x="0" y="4473396"/>
        <a:ext cx="6666833" cy="978669"/>
      </dsp:txXfrm>
    </dsp:sp>
    <dsp:sp modelId="{5C179335-E001-4D6C-AC33-E53F00E4B628}">
      <dsp:nvSpPr>
        <dsp:cNvPr id="0" name=""/>
        <dsp:cNvSpPr/>
      </dsp:nvSpPr>
      <dsp:spPr>
        <a:xfrm rot="10800000">
          <a:off x="0" y="2982882"/>
          <a:ext cx="6666833" cy="1505194"/>
        </a:xfrm>
        <a:prstGeom prst="upArrowCallout">
          <a:avLst/>
        </a:prstGeom>
        <a:gradFill rotWithShape="0">
          <a:gsLst>
            <a:gs pos="0">
              <a:schemeClr val="accent2">
                <a:hueOff val="2147871"/>
                <a:satOff val="-6164"/>
                <a:lumOff val="-9870"/>
                <a:alphaOff val="0"/>
                <a:satMod val="103000"/>
                <a:lumMod val="102000"/>
                <a:tint val="94000"/>
              </a:schemeClr>
            </a:gs>
            <a:gs pos="50000">
              <a:schemeClr val="accent2">
                <a:hueOff val="2147871"/>
                <a:satOff val="-6164"/>
                <a:lumOff val="-9870"/>
                <a:alphaOff val="0"/>
                <a:satMod val="110000"/>
                <a:lumMod val="100000"/>
                <a:shade val="100000"/>
              </a:schemeClr>
            </a:gs>
            <a:gs pos="100000">
              <a:schemeClr val="accent2">
                <a:hueOff val="2147871"/>
                <a:satOff val="-6164"/>
                <a:lumOff val="-987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20904" tIns="120904" rIns="120904" bIns="120904" numCol="1" spcCol="1270" anchor="ctr" anchorCtr="0">
          <a:noAutofit/>
        </a:bodyPr>
        <a:lstStyle/>
        <a:p>
          <a:pPr marL="0" lvl="0" indent="0" algn="ctr" defTabSz="755650">
            <a:lnSpc>
              <a:spcPct val="90000"/>
            </a:lnSpc>
            <a:spcBef>
              <a:spcPct val="0"/>
            </a:spcBef>
            <a:spcAft>
              <a:spcPct val="35000"/>
            </a:spcAft>
            <a:buNone/>
          </a:pPr>
          <a:r>
            <a:rPr lang="en-US" sz="1700" b="1" kern="1200"/>
            <a:t>Problem-Solving </a:t>
          </a:r>
          <a:r>
            <a:rPr lang="en-US" sz="1700" kern="1200"/>
            <a:t> Enhanced analytical thinking for complex firmware debugging and IoT system optimization.</a:t>
          </a:r>
        </a:p>
      </dsp:txBody>
      <dsp:txXfrm rot="10800000">
        <a:off x="0" y="2982882"/>
        <a:ext cx="6666833" cy="978030"/>
      </dsp:txXfrm>
    </dsp:sp>
    <dsp:sp modelId="{ADB394DC-C379-4FEE-B8F2-A017069FB7B1}">
      <dsp:nvSpPr>
        <dsp:cNvPr id="0" name=""/>
        <dsp:cNvSpPr/>
      </dsp:nvSpPr>
      <dsp:spPr>
        <a:xfrm rot="10800000">
          <a:off x="0" y="1492368"/>
          <a:ext cx="6666833" cy="1505194"/>
        </a:xfrm>
        <a:prstGeom prst="upArrowCallout">
          <a:avLst/>
        </a:prstGeom>
        <a:gradFill rotWithShape="0">
          <a:gsLst>
            <a:gs pos="0">
              <a:schemeClr val="accent2">
                <a:hueOff val="4295743"/>
                <a:satOff val="-12329"/>
                <a:lumOff val="-19739"/>
                <a:alphaOff val="0"/>
                <a:satMod val="103000"/>
                <a:lumMod val="102000"/>
                <a:tint val="94000"/>
              </a:schemeClr>
            </a:gs>
            <a:gs pos="50000">
              <a:schemeClr val="accent2">
                <a:hueOff val="4295743"/>
                <a:satOff val="-12329"/>
                <a:lumOff val="-19739"/>
                <a:alphaOff val="0"/>
                <a:satMod val="110000"/>
                <a:lumMod val="100000"/>
                <a:shade val="100000"/>
              </a:schemeClr>
            </a:gs>
            <a:gs pos="100000">
              <a:schemeClr val="accent2">
                <a:hueOff val="4295743"/>
                <a:satOff val="-12329"/>
                <a:lumOff val="-19739"/>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20904" tIns="120904" rIns="120904" bIns="120904" numCol="1" spcCol="1270" anchor="ctr" anchorCtr="0">
          <a:noAutofit/>
        </a:bodyPr>
        <a:lstStyle/>
        <a:p>
          <a:pPr marL="0" lvl="0" indent="0" algn="ctr" defTabSz="755650">
            <a:lnSpc>
              <a:spcPct val="90000"/>
            </a:lnSpc>
            <a:spcBef>
              <a:spcPct val="0"/>
            </a:spcBef>
            <a:spcAft>
              <a:spcPct val="35000"/>
            </a:spcAft>
            <a:buNone/>
          </a:pPr>
          <a:r>
            <a:rPr lang="en-US" sz="1700" b="1" kern="1200"/>
            <a:t>Communication </a:t>
          </a:r>
          <a:r>
            <a:rPr lang="en-US" sz="1700" kern="1200"/>
            <a:t> Improved ability to articulate technical concepts about embedded systems and IOT solutions to both technical and non-technical stakeholders.</a:t>
          </a:r>
        </a:p>
      </dsp:txBody>
      <dsp:txXfrm rot="10800000">
        <a:off x="0" y="1492368"/>
        <a:ext cx="6666833" cy="978030"/>
      </dsp:txXfrm>
    </dsp:sp>
    <dsp:sp modelId="{F648D018-976F-42DB-A185-EEA784C81E62}">
      <dsp:nvSpPr>
        <dsp:cNvPr id="0" name=""/>
        <dsp:cNvSpPr/>
      </dsp:nvSpPr>
      <dsp:spPr>
        <a:xfrm rot="10800000">
          <a:off x="0" y="1854"/>
          <a:ext cx="6666833" cy="1505194"/>
        </a:xfrm>
        <a:prstGeom prst="upArrowCallout">
          <a:avLst/>
        </a:prstGeom>
        <a:gradFill rotWithShape="0">
          <a:gsLst>
            <a:gs pos="0">
              <a:schemeClr val="accent2">
                <a:hueOff val="6443614"/>
                <a:satOff val="-18493"/>
                <a:lumOff val="-29609"/>
                <a:alphaOff val="0"/>
                <a:satMod val="103000"/>
                <a:lumMod val="102000"/>
                <a:tint val="94000"/>
              </a:schemeClr>
            </a:gs>
            <a:gs pos="50000">
              <a:schemeClr val="accent2">
                <a:hueOff val="6443614"/>
                <a:satOff val="-18493"/>
                <a:lumOff val="-29609"/>
                <a:alphaOff val="0"/>
                <a:satMod val="110000"/>
                <a:lumMod val="100000"/>
                <a:shade val="100000"/>
              </a:schemeClr>
            </a:gs>
            <a:gs pos="100000">
              <a:schemeClr val="accent2">
                <a:hueOff val="6443614"/>
                <a:satOff val="-18493"/>
                <a:lumOff val="-29609"/>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20904" tIns="120904" rIns="120904" bIns="120904" numCol="1" spcCol="1270" anchor="ctr" anchorCtr="0">
          <a:noAutofit/>
        </a:bodyPr>
        <a:lstStyle/>
        <a:p>
          <a:pPr marL="0" lvl="0" indent="0" algn="ctr" defTabSz="755650">
            <a:lnSpc>
              <a:spcPct val="90000"/>
            </a:lnSpc>
            <a:spcBef>
              <a:spcPct val="0"/>
            </a:spcBef>
            <a:spcAft>
              <a:spcPct val="35000"/>
            </a:spcAft>
            <a:buNone/>
          </a:pPr>
          <a:r>
            <a:rPr lang="en-US" sz="1700" kern="1200"/>
            <a:t>Professional Confidence</a:t>
          </a:r>
        </a:p>
      </dsp:txBody>
      <dsp:txXfrm rot="10800000">
        <a:off x="0" y="1854"/>
        <a:ext cx="6666833" cy="978030"/>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8EDD2D7-FC47-4D68-8FB7-3B373723A684}">
      <dsp:nvSpPr>
        <dsp:cNvPr id="0" name=""/>
        <dsp:cNvSpPr/>
      </dsp:nvSpPr>
      <dsp:spPr>
        <a:xfrm>
          <a:off x="0" y="706820"/>
          <a:ext cx="6666833" cy="958229"/>
        </a:xfrm>
        <a:prstGeom prst="round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a:t>Industry Readiness</a:t>
          </a:r>
        </a:p>
      </dsp:txBody>
      <dsp:txXfrm>
        <a:off x="46777" y="753597"/>
        <a:ext cx="6573279" cy="864675"/>
      </dsp:txXfrm>
    </dsp:sp>
    <dsp:sp modelId="{D3DB0643-7357-41EA-839E-089EB0ABEC4E}">
      <dsp:nvSpPr>
        <dsp:cNvPr id="0" name=""/>
        <dsp:cNvSpPr/>
      </dsp:nvSpPr>
      <dsp:spPr>
        <a:xfrm>
          <a:off x="0" y="1734170"/>
          <a:ext cx="6666833" cy="958229"/>
        </a:xfrm>
        <a:prstGeom prst="roundRect">
          <a:avLst/>
        </a:prstGeom>
        <a:gradFill rotWithShape="0">
          <a:gsLst>
            <a:gs pos="0">
              <a:schemeClr val="accent2">
                <a:hueOff val="2147871"/>
                <a:satOff val="-6164"/>
                <a:lumOff val="-9870"/>
                <a:alphaOff val="0"/>
                <a:satMod val="103000"/>
                <a:lumMod val="102000"/>
                <a:tint val="94000"/>
              </a:schemeClr>
            </a:gs>
            <a:gs pos="50000">
              <a:schemeClr val="accent2">
                <a:hueOff val="2147871"/>
                <a:satOff val="-6164"/>
                <a:lumOff val="-9870"/>
                <a:alphaOff val="0"/>
                <a:satMod val="110000"/>
                <a:lumMod val="100000"/>
                <a:shade val="100000"/>
              </a:schemeClr>
            </a:gs>
            <a:gs pos="100000">
              <a:schemeClr val="accent2">
                <a:hueOff val="2147871"/>
                <a:satOff val="-6164"/>
                <a:lumOff val="-987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a:t>Gained practical insight into professional IOT and embedded system development practices.</a:t>
          </a:r>
        </a:p>
      </dsp:txBody>
      <dsp:txXfrm>
        <a:off x="46777" y="1780947"/>
        <a:ext cx="6573279" cy="864675"/>
      </dsp:txXfrm>
    </dsp:sp>
    <dsp:sp modelId="{F2AF735D-73B4-413D-9277-A8AF18896F45}">
      <dsp:nvSpPr>
        <dsp:cNvPr id="0" name=""/>
        <dsp:cNvSpPr/>
      </dsp:nvSpPr>
      <dsp:spPr>
        <a:xfrm>
          <a:off x="0" y="2761519"/>
          <a:ext cx="6666833" cy="958229"/>
        </a:xfrm>
        <a:prstGeom prst="roundRect">
          <a:avLst/>
        </a:prstGeom>
        <a:gradFill rotWithShape="0">
          <a:gsLst>
            <a:gs pos="0">
              <a:schemeClr val="accent2">
                <a:hueOff val="4295743"/>
                <a:satOff val="-12329"/>
                <a:lumOff val="-19739"/>
                <a:alphaOff val="0"/>
                <a:satMod val="103000"/>
                <a:lumMod val="102000"/>
                <a:tint val="94000"/>
              </a:schemeClr>
            </a:gs>
            <a:gs pos="50000">
              <a:schemeClr val="accent2">
                <a:hueOff val="4295743"/>
                <a:satOff val="-12329"/>
                <a:lumOff val="-19739"/>
                <a:alphaOff val="0"/>
                <a:satMod val="110000"/>
                <a:lumMod val="100000"/>
                <a:shade val="100000"/>
              </a:schemeClr>
            </a:gs>
            <a:gs pos="100000">
              <a:schemeClr val="accent2">
                <a:hueOff val="4295743"/>
                <a:satOff val="-12329"/>
                <a:lumOff val="-19739"/>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a:t>Understanding of industrial workflows for firmware development and hardware integration.</a:t>
          </a:r>
        </a:p>
      </dsp:txBody>
      <dsp:txXfrm>
        <a:off x="46777" y="2808296"/>
        <a:ext cx="6573279" cy="864675"/>
      </dsp:txXfrm>
    </dsp:sp>
    <dsp:sp modelId="{AC0E22D5-AC89-4BF2-8560-126180AE7439}">
      <dsp:nvSpPr>
        <dsp:cNvPr id="0" name=""/>
        <dsp:cNvSpPr/>
      </dsp:nvSpPr>
      <dsp:spPr>
        <a:xfrm>
          <a:off x="0" y="3788869"/>
          <a:ext cx="6666833" cy="958229"/>
        </a:xfrm>
        <a:prstGeom prst="roundRect">
          <a:avLst/>
        </a:prstGeom>
        <a:gradFill rotWithShape="0">
          <a:gsLst>
            <a:gs pos="0">
              <a:schemeClr val="accent2">
                <a:hueOff val="6443614"/>
                <a:satOff val="-18493"/>
                <a:lumOff val="-29609"/>
                <a:alphaOff val="0"/>
                <a:satMod val="103000"/>
                <a:lumMod val="102000"/>
                <a:tint val="94000"/>
              </a:schemeClr>
            </a:gs>
            <a:gs pos="50000">
              <a:schemeClr val="accent2">
                <a:hueOff val="6443614"/>
                <a:satOff val="-18493"/>
                <a:lumOff val="-29609"/>
                <a:alphaOff val="0"/>
                <a:satMod val="110000"/>
                <a:lumMod val="100000"/>
                <a:shade val="100000"/>
              </a:schemeClr>
            </a:gs>
            <a:gs pos="100000">
              <a:schemeClr val="accent2">
                <a:hueOff val="6443614"/>
                <a:satOff val="-18493"/>
                <a:lumOff val="-29609"/>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a:t>Ready to take on complex embedded system challenges and IoT project leadership roles.</a:t>
          </a:r>
        </a:p>
      </dsp:txBody>
      <dsp:txXfrm>
        <a:off x="46777" y="3835646"/>
        <a:ext cx="6573279" cy="864675"/>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F94881B-9ECD-4646-BF20-CFC2B8C348EE}">
      <dsp:nvSpPr>
        <dsp:cNvPr id="0" name=""/>
        <dsp:cNvSpPr/>
      </dsp:nvSpPr>
      <dsp:spPr>
        <a:xfrm>
          <a:off x="0" y="826598"/>
          <a:ext cx="6666833" cy="718672"/>
        </a:xfrm>
        <a:prstGeom prst="roundRect">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a:t>Personal Growth</a:t>
          </a:r>
        </a:p>
      </dsp:txBody>
      <dsp:txXfrm>
        <a:off x="35083" y="861681"/>
        <a:ext cx="6596667" cy="648506"/>
      </dsp:txXfrm>
    </dsp:sp>
    <dsp:sp modelId="{2822982E-D067-46C1-9CAC-C2C4F44A8778}">
      <dsp:nvSpPr>
        <dsp:cNvPr id="0" name=""/>
        <dsp:cNvSpPr/>
      </dsp:nvSpPr>
      <dsp:spPr>
        <a:xfrm>
          <a:off x="0" y="1597111"/>
          <a:ext cx="6666833" cy="718672"/>
        </a:xfrm>
        <a:prstGeom prst="roundRect">
          <a:avLst/>
        </a:prstGeom>
        <a:gradFill rotWithShape="0">
          <a:gsLst>
            <a:gs pos="0">
              <a:schemeClr val="accent5">
                <a:hueOff val="-3038037"/>
                <a:satOff val="-207"/>
                <a:lumOff val="490"/>
                <a:alphaOff val="0"/>
                <a:satMod val="103000"/>
                <a:lumMod val="102000"/>
                <a:tint val="94000"/>
              </a:schemeClr>
            </a:gs>
            <a:gs pos="50000">
              <a:schemeClr val="accent5">
                <a:hueOff val="-3038037"/>
                <a:satOff val="-207"/>
                <a:lumOff val="490"/>
                <a:alphaOff val="0"/>
                <a:satMod val="110000"/>
                <a:lumMod val="100000"/>
                <a:shade val="100000"/>
              </a:schemeClr>
            </a:gs>
            <a:gs pos="100000">
              <a:schemeClr val="accent5">
                <a:hueOff val="-3038037"/>
                <a:satOff val="-207"/>
                <a:lumOff val="49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a:t>Enhanced leadership skills through mentoring junior team members on embedded concepts.</a:t>
          </a:r>
        </a:p>
      </dsp:txBody>
      <dsp:txXfrm>
        <a:off x="35083" y="1632194"/>
        <a:ext cx="6596667" cy="648506"/>
      </dsp:txXfrm>
    </dsp:sp>
    <dsp:sp modelId="{36FCEA43-2EF3-44D6-ACBA-22671E8408D1}">
      <dsp:nvSpPr>
        <dsp:cNvPr id="0" name=""/>
        <dsp:cNvSpPr/>
      </dsp:nvSpPr>
      <dsp:spPr>
        <a:xfrm>
          <a:off x="0" y="2367623"/>
          <a:ext cx="6666833" cy="718672"/>
        </a:xfrm>
        <a:prstGeom prst="roundRect">
          <a:avLst/>
        </a:prstGeom>
        <a:gradFill rotWithShape="0">
          <a:gsLst>
            <a:gs pos="0">
              <a:schemeClr val="accent5">
                <a:hueOff val="-6076075"/>
                <a:satOff val="-413"/>
                <a:lumOff val="981"/>
                <a:alphaOff val="0"/>
                <a:satMod val="103000"/>
                <a:lumMod val="102000"/>
                <a:tint val="94000"/>
              </a:schemeClr>
            </a:gs>
            <a:gs pos="50000">
              <a:schemeClr val="accent5">
                <a:hueOff val="-6076075"/>
                <a:satOff val="-413"/>
                <a:lumOff val="981"/>
                <a:alphaOff val="0"/>
                <a:satMod val="110000"/>
                <a:lumMod val="100000"/>
                <a:shade val="100000"/>
              </a:schemeClr>
            </a:gs>
            <a:gs pos="100000">
              <a:schemeClr val="accent5">
                <a:hueOff val="-6076075"/>
                <a:satOff val="-413"/>
                <a:lumOff val="981"/>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a:t>Improved time management while balancing university studies (maintaining Top 10% ranking) with internship responsibilities.</a:t>
          </a:r>
        </a:p>
      </dsp:txBody>
      <dsp:txXfrm>
        <a:off x="35083" y="2402706"/>
        <a:ext cx="6596667" cy="648506"/>
      </dsp:txXfrm>
    </dsp:sp>
    <dsp:sp modelId="{F61744E6-01D0-4CBD-828B-E0D234135C69}">
      <dsp:nvSpPr>
        <dsp:cNvPr id="0" name=""/>
        <dsp:cNvSpPr/>
      </dsp:nvSpPr>
      <dsp:spPr>
        <a:xfrm>
          <a:off x="0" y="3138136"/>
          <a:ext cx="6666833" cy="718672"/>
        </a:xfrm>
        <a:prstGeom prst="roundRect">
          <a:avLst/>
        </a:prstGeom>
        <a:gradFill rotWithShape="0">
          <a:gsLst>
            <a:gs pos="0">
              <a:schemeClr val="accent5">
                <a:hueOff val="-9114112"/>
                <a:satOff val="-620"/>
                <a:lumOff val="1471"/>
                <a:alphaOff val="0"/>
                <a:satMod val="103000"/>
                <a:lumMod val="102000"/>
                <a:tint val="94000"/>
              </a:schemeClr>
            </a:gs>
            <a:gs pos="50000">
              <a:schemeClr val="accent5">
                <a:hueOff val="-9114112"/>
                <a:satOff val="-620"/>
                <a:lumOff val="1471"/>
                <a:alphaOff val="0"/>
                <a:satMod val="110000"/>
                <a:lumMod val="100000"/>
                <a:shade val="100000"/>
              </a:schemeClr>
            </a:gs>
            <a:gs pos="100000">
              <a:schemeClr val="accent5">
                <a:hueOff val="-9114112"/>
                <a:satOff val="-620"/>
                <a:lumOff val="1471"/>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a:t>Increased confidence in learning new IOT protocols and embedded technologies independently.</a:t>
          </a:r>
        </a:p>
      </dsp:txBody>
      <dsp:txXfrm>
        <a:off x="35083" y="3173219"/>
        <a:ext cx="6596667" cy="648506"/>
      </dsp:txXfrm>
    </dsp:sp>
    <dsp:sp modelId="{C0CD8585-85FB-4932-B9A7-2717895E2128}">
      <dsp:nvSpPr>
        <dsp:cNvPr id="0" name=""/>
        <dsp:cNvSpPr/>
      </dsp:nvSpPr>
      <dsp:spPr>
        <a:xfrm>
          <a:off x="0" y="3908648"/>
          <a:ext cx="6666833" cy="718672"/>
        </a:xfrm>
        <a:prstGeom prst="roundRect">
          <a:avLst/>
        </a:prstGeom>
        <a:gradFill rotWithShape="0">
          <a:gsLst>
            <a:gs pos="0">
              <a:schemeClr val="accent5">
                <a:hueOff val="-12152150"/>
                <a:satOff val="-826"/>
                <a:lumOff val="1961"/>
                <a:alphaOff val="0"/>
                <a:satMod val="103000"/>
                <a:lumMod val="102000"/>
                <a:tint val="94000"/>
              </a:schemeClr>
            </a:gs>
            <a:gs pos="50000">
              <a:schemeClr val="accent5">
                <a:hueOff val="-12152150"/>
                <a:satOff val="-826"/>
                <a:lumOff val="1961"/>
                <a:alphaOff val="0"/>
                <a:satMod val="110000"/>
                <a:lumMod val="100000"/>
                <a:shade val="100000"/>
              </a:schemeClr>
            </a:gs>
            <a:gs pos="100000">
              <a:schemeClr val="accent5">
                <a:hueOff val="-12152150"/>
                <a:satOff val="-826"/>
                <a:lumOff val="1961"/>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a:t>Better prepared for senior-level engineering roles in embedded systems and IOT domains.</a:t>
          </a:r>
        </a:p>
      </dsp:txBody>
      <dsp:txXfrm>
        <a:off x="35083" y="3943731"/>
        <a:ext cx="6596667" cy="648506"/>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FCD29A6-3EAE-421A-93D8-3C4DF47BEF61}">
      <dsp:nvSpPr>
        <dsp:cNvPr id="0" name=""/>
        <dsp:cNvSpPr/>
      </dsp:nvSpPr>
      <dsp:spPr>
        <a:xfrm>
          <a:off x="0" y="109073"/>
          <a:ext cx="10506456" cy="678746"/>
        </a:xfrm>
        <a:prstGeom prst="round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kern="1200"/>
            <a:t>Primary Focus IOT ,CAD/CAM MODEL and Embedded System Development </a:t>
          </a:r>
        </a:p>
      </dsp:txBody>
      <dsp:txXfrm>
        <a:off x="33134" y="142207"/>
        <a:ext cx="10440188" cy="612478"/>
      </dsp:txXfrm>
    </dsp:sp>
    <dsp:sp modelId="{7F582AD4-88C9-403E-9965-96DACB31DEE2}">
      <dsp:nvSpPr>
        <dsp:cNvPr id="0" name=""/>
        <dsp:cNvSpPr/>
      </dsp:nvSpPr>
      <dsp:spPr>
        <a:xfrm>
          <a:off x="0" y="836779"/>
          <a:ext cx="10506456" cy="678746"/>
        </a:xfrm>
        <a:prstGeom prst="roundRect">
          <a:avLst/>
        </a:prstGeom>
        <a:solidFill>
          <a:schemeClr val="accent2">
            <a:hueOff val="1288723"/>
            <a:satOff val="-3699"/>
            <a:lumOff val="-5922"/>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kern="1200"/>
            <a:t>Projects</a:t>
          </a:r>
        </a:p>
      </dsp:txBody>
      <dsp:txXfrm>
        <a:off x="33134" y="869913"/>
        <a:ext cx="10440188" cy="612478"/>
      </dsp:txXfrm>
    </dsp:sp>
    <dsp:sp modelId="{53A119A6-27FB-4628-8D3B-9ACBF3560582}">
      <dsp:nvSpPr>
        <dsp:cNvPr id="0" name=""/>
        <dsp:cNvSpPr/>
      </dsp:nvSpPr>
      <dsp:spPr>
        <a:xfrm>
          <a:off x="0" y="1564485"/>
          <a:ext cx="10506456" cy="678746"/>
        </a:xfrm>
        <a:prstGeom prst="roundRect">
          <a:avLst/>
        </a:prstGeom>
        <a:solidFill>
          <a:schemeClr val="accent2">
            <a:hueOff val="2577445"/>
            <a:satOff val="-7397"/>
            <a:lumOff val="-11844"/>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b="1" kern="1200"/>
            <a:t>Objective </a:t>
          </a:r>
          <a:r>
            <a:rPr lang="en-US" sz="1700" kern="1200"/>
            <a:t> Advanced IOT system development , CAD/CAM MODEL by using SolidWorks and embedded solutions for real-world applications.</a:t>
          </a:r>
        </a:p>
      </dsp:txBody>
      <dsp:txXfrm>
        <a:off x="33134" y="1597619"/>
        <a:ext cx="10440188" cy="612478"/>
      </dsp:txXfrm>
    </dsp:sp>
    <dsp:sp modelId="{735CB7BB-162E-4677-A607-7E4136351141}">
      <dsp:nvSpPr>
        <dsp:cNvPr id="0" name=""/>
        <dsp:cNvSpPr/>
      </dsp:nvSpPr>
      <dsp:spPr>
        <a:xfrm>
          <a:off x="0" y="2292192"/>
          <a:ext cx="10506456" cy="678746"/>
        </a:xfrm>
        <a:prstGeom prst="roundRect">
          <a:avLst/>
        </a:prstGeom>
        <a:solidFill>
          <a:schemeClr val="accent2">
            <a:hueOff val="3866169"/>
            <a:satOff val="-11096"/>
            <a:lumOff val="-17765"/>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b="1" kern="1200"/>
            <a:t>Your Role </a:t>
          </a:r>
          <a:r>
            <a:rPr lang="en-US" sz="1700" kern="1200"/>
            <a:t>Firmware developer , CAD/CAM model and hardware-software integration specialist.</a:t>
          </a:r>
        </a:p>
      </dsp:txBody>
      <dsp:txXfrm>
        <a:off x="33134" y="2325326"/>
        <a:ext cx="10440188" cy="612478"/>
      </dsp:txXfrm>
    </dsp:sp>
    <dsp:sp modelId="{0EFE52E3-EC3B-455E-8607-0B4ADCDB891E}">
      <dsp:nvSpPr>
        <dsp:cNvPr id="0" name=""/>
        <dsp:cNvSpPr/>
      </dsp:nvSpPr>
      <dsp:spPr>
        <a:xfrm>
          <a:off x="0" y="3019898"/>
          <a:ext cx="10506456" cy="678746"/>
        </a:xfrm>
        <a:prstGeom prst="roundRect">
          <a:avLst/>
        </a:prstGeom>
        <a:solidFill>
          <a:schemeClr val="accent2">
            <a:hueOff val="5154891"/>
            <a:satOff val="-14794"/>
            <a:lumOff val="-23687"/>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b="1" kern="1200"/>
            <a:t>Technologies Used</a:t>
          </a:r>
          <a:r>
            <a:rPr lang="en-US" sz="1700" kern="1200"/>
            <a:t> ESP32, ESP-IDF , SolidWorks, Arduino IDE, C/C++, Python, IoT protocols, sensor integration.</a:t>
          </a:r>
        </a:p>
      </dsp:txBody>
      <dsp:txXfrm>
        <a:off x="33134" y="3053032"/>
        <a:ext cx="10440188" cy="612478"/>
      </dsp:txXfrm>
    </dsp:sp>
    <dsp:sp modelId="{BBE87EAF-AF97-4609-870E-7B63BF7FB797}">
      <dsp:nvSpPr>
        <dsp:cNvPr id="0" name=""/>
        <dsp:cNvSpPr/>
      </dsp:nvSpPr>
      <dsp:spPr>
        <a:xfrm>
          <a:off x="0" y="3747604"/>
          <a:ext cx="10506456" cy="678746"/>
        </a:xfrm>
        <a:prstGeom prst="roundRect">
          <a:avLst/>
        </a:prstGeom>
        <a:solidFill>
          <a:schemeClr val="accent2">
            <a:hueOff val="6443614"/>
            <a:satOff val="-18493"/>
            <a:lumOff val="-29609"/>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b="1" kern="1200"/>
            <a:t>Outcome </a:t>
          </a:r>
          <a:r>
            <a:rPr lang="en-US" sz="1700" kern="1200"/>
            <a:t> Successfully delivered robust IOT solutions with improved system performance and reliability.</a:t>
          </a:r>
        </a:p>
      </dsp:txBody>
      <dsp:txXfrm>
        <a:off x="33134" y="3780738"/>
        <a:ext cx="10440188" cy="612478"/>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58A2122-AF88-4F45-8192-6144FB91330A}">
      <dsp:nvSpPr>
        <dsp:cNvPr id="0" name=""/>
        <dsp:cNvSpPr/>
      </dsp:nvSpPr>
      <dsp:spPr>
        <a:xfrm>
          <a:off x="0" y="88725"/>
          <a:ext cx="3197542" cy="1918525"/>
        </a:xfrm>
        <a:prstGeom prst="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a:t>EMBEEDED  SYSTEM Project 1 ESP32 WITH LED DISPLAY WITH MQ SENSOR</a:t>
          </a:r>
        </a:p>
      </dsp:txBody>
      <dsp:txXfrm>
        <a:off x="0" y="88725"/>
        <a:ext cx="3197542" cy="1918525"/>
      </dsp:txXfrm>
    </dsp:sp>
    <dsp:sp modelId="{7E4E8C41-6825-4BB7-9B16-58214AFFD569}">
      <dsp:nvSpPr>
        <dsp:cNvPr id="0" name=""/>
        <dsp:cNvSpPr/>
      </dsp:nvSpPr>
      <dsp:spPr>
        <a:xfrm>
          <a:off x="3517296" y="88725"/>
          <a:ext cx="3197542" cy="1918525"/>
        </a:xfrm>
        <a:prstGeom prst="rect">
          <a:avLst/>
        </a:prstGeom>
        <a:solidFill>
          <a:schemeClr val="accent2">
            <a:hueOff val="1288723"/>
            <a:satOff val="-3699"/>
            <a:lumOff val="-5922"/>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b="1" kern="1200"/>
            <a:t>Objective </a:t>
          </a:r>
          <a:r>
            <a:rPr lang="en-US" sz="1400" kern="1200"/>
            <a:t> This MachaDev project focused on building a smart environmental monitoring system that tracks temperature and humidity in real-time. Using an ESP32 microcontroller and sensor components, the system captures environmental data and displays it clearly on an LCD screen for easy reading. </a:t>
          </a:r>
        </a:p>
      </dsp:txBody>
      <dsp:txXfrm>
        <a:off x="3517296" y="88725"/>
        <a:ext cx="3197542" cy="1918525"/>
      </dsp:txXfrm>
    </dsp:sp>
    <dsp:sp modelId="{D8B2172A-B8B6-463B-AEAA-0755595C97BB}">
      <dsp:nvSpPr>
        <dsp:cNvPr id="0" name=""/>
        <dsp:cNvSpPr/>
      </dsp:nvSpPr>
      <dsp:spPr>
        <a:xfrm>
          <a:off x="7034593" y="88725"/>
          <a:ext cx="3197542" cy="1918525"/>
        </a:xfrm>
        <a:prstGeom prst="rect">
          <a:avLst/>
        </a:prstGeom>
        <a:solidFill>
          <a:schemeClr val="accent2">
            <a:hueOff val="2577445"/>
            <a:satOff val="-7397"/>
            <a:lumOff val="-11844"/>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b="1" kern="1200"/>
            <a:t>Technologies Used:</a:t>
          </a:r>
          <a:r>
            <a:rPr lang="en-US" sz="1400" kern="1200"/>
            <a:t> [ESP32, temperature and humidity sensor, 16x2 LCD display, breadboard and jumper wires ,DHT22,I2C/SPI communication protocols, development tools.]</a:t>
          </a:r>
        </a:p>
      </dsp:txBody>
      <dsp:txXfrm>
        <a:off x="7034593" y="88725"/>
        <a:ext cx="3197542" cy="1918525"/>
      </dsp:txXfrm>
    </dsp:sp>
    <dsp:sp modelId="{9E713AEB-F822-4188-8AF8-88F48A9062F2}">
      <dsp:nvSpPr>
        <dsp:cNvPr id="0" name=""/>
        <dsp:cNvSpPr/>
      </dsp:nvSpPr>
      <dsp:spPr>
        <a:xfrm>
          <a:off x="0" y="2327005"/>
          <a:ext cx="3197542" cy="1918525"/>
        </a:xfrm>
        <a:prstGeom prst="rect">
          <a:avLst/>
        </a:prstGeom>
        <a:solidFill>
          <a:schemeClr val="accent2">
            <a:hueOff val="3866169"/>
            <a:satOff val="-11096"/>
            <a:lumOff val="-17765"/>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a:t>CHALLENGES FACED DUE TO NETWORK AND THE COMPONENTS WERE INSTALLED FROM THIRD PARTY APP.</a:t>
          </a:r>
        </a:p>
      </dsp:txBody>
      <dsp:txXfrm>
        <a:off x="0" y="2327005"/>
        <a:ext cx="3197542" cy="1918525"/>
      </dsp:txXfrm>
    </dsp:sp>
    <dsp:sp modelId="{BF5B3284-3583-4466-83C0-F2E70033BE4B}">
      <dsp:nvSpPr>
        <dsp:cNvPr id="0" name=""/>
        <dsp:cNvSpPr/>
      </dsp:nvSpPr>
      <dsp:spPr>
        <a:xfrm>
          <a:off x="3517296" y="2327005"/>
          <a:ext cx="3197542" cy="1918525"/>
        </a:xfrm>
        <a:prstGeom prst="rect">
          <a:avLst/>
        </a:prstGeom>
        <a:solidFill>
          <a:schemeClr val="accent2">
            <a:hueOff val="5154891"/>
            <a:satOff val="-14794"/>
            <a:lumOff val="-23687"/>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dirty="0"/>
            <a:t>Outcomes performance was to detect temperature of the room by the ESP-32</a:t>
          </a:r>
        </a:p>
      </dsp:txBody>
      <dsp:txXfrm>
        <a:off x="3517296" y="2327005"/>
        <a:ext cx="3197542" cy="1918525"/>
      </dsp:txXfrm>
    </dsp:sp>
    <dsp:sp modelId="{A64A4ACB-B285-483D-96D1-927E12054472}">
      <dsp:nvSpPr>
        <dsp:cNvPr id="0" name=""/>
        <dsp:cNvSpPr/>
      </dsp:nvSpPr>
      <dsp:spPr>
        <a:xfrm>
          <a:off x="7034593" y="2327005"/>
          <a:ext cx="3197542" cy="1918525"/>
        </a:xfrm>
        <a:prstGeom prst="rect">
          <a:avLst/>
        </a:prstGeom>
        <a:solidFill>
          <a:schemeClr val="accent2">
            <a:hueOff val="6443614"/>
            <a:satOff val="-18493"/>
            <a:lumOff val="-29609"/>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dirty="0"/>
            <a:t>My ROLE MY ROLE IS TO INTEGRATE ESP-32 AND SENSOR CONNECT TO PORT OF COMPUTER TO PROGRAM ITS COMMUNOCATION PROTOCOL.</a:t>
          </a:r>
        </a:p>
      </dsp:txBody>
      <dsp:txXfrm>
        <a:off x="7034593" y="2327005"/>
        <a:ext cx="3197542" cy="1918525"/>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0193C24-D72D-4B16-8D7F-0B64D5364AFC}">
      <dsp:nvSpPr>
        <dsp:cNvPr id="0" name=""/>
        <dsp:cNvSpPr/>
      </dsp:nvSpPr>
      <dsp:spPr>
        <a:xfrm>
          <a:off x="0" y="3581"/>
          <a:ext cx="10506456" cy="762963"/>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2478099-1758-4D74-92A1-470036270B7A}">
      <dsp:nvSpPr>
        <dsp:cNvPr id="0" name=""/>
        <dsp:cNvSpPr/>
      </dsp:nvSpPr>
      <dsp:spPr>
        <a:xfrm>
          <a:off x="230796" y="175248"/>
          <a:ext cx="419630" cy="41963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F0D1119-B03F-478E-9B70-E514A0BD06A6}">
      <dsp:nvSpPr>
        <dsp:cNvPr id="0" name=""/>
        <dsp:cNvSpPr/>
      </dsp:nvSpPr>
      <dsp:spPr>
        <a:xfrm>
          <a:off x="881223" y="3581"/>
          <a:ext cx="9625232" cy="7629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747" tIns="80747" rIns="80747" bIns="80747" numCol="1" spcCol="1270" anchor="ctr" anchorCtr="0">
          <a:noAutofit/>
        </a:bodyPr>
        <a:lstStyle/>
        <a:p>
          <a:pPr marL="0" lvl="0" indent="0" algn="l" defTabSz="622300">
            <a:lnSpc>
              <a:spcPct val="90000"/>
            </a:lnSpc>
            <a:spcBef>
              <a:spcPct val="0"/>
            </a:spcBef>
            <a:spcAft>
              <a:spcPct val="35000"/>
            </a:spcAft>
            <a:buNone/>
          </a:pPr>
          <a:r>
            <a:rPr lang="en-US" sz="1400" kern="1200"/>
            <a:t>EMBEDDED SYSTEM PROJECT 2[INDUSTRIAL MOTOR CONTROLLER]</a:t>
          </a:r>
        </a:p>
      </dsp:txBody>
      <dsp:txXfrm>
        <a:off x="881223" y="3581"/>
        <a:ext cx="9625232" cy="762963"/>
      </dsp:txXfrm>
    </dsp:sp>
    <dsp:sp modelId="{B72182C1-BF66-4994-B4F1-CC95D90372BF}">
      <dsp:nvSpPr>
        <dsp:cNvPr id="0" name=""/>
        <dsp:cNvSpPr/>
      </dsp:nvSpPr>
      <dsp:spPr>
        <a:xfrm>
          <a:off x="0" y="957286"/>
          <a:ext cx="10506456" cy="762963"/>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A236174-43F7-42DD-A943-FB9F1BCD2F87}">
      <dsp:nvSpPr>
        <dsp:cNvPr id="0" name=""/>
        <dsp:cNvSpPr/>
      </dsp:nvSpPr>
      <dsp:spPr>
        <a:xfrm>
          <a:off x="230796" y="1128953"/>
          <a:ext cx="419630" cy="41963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F301AAE-630A-4995-B9A8-7070DF889210}">
      <dsp:nvSpPr>
        <dsp:cNvPr id="0" name=""/>
        <dsp:cNvSpPr/>
      </dsp:nvSpPr>
      <dsp:spPr>
        <a:xfrm>
          <a:off x="881223" y="957286"/>
          <a:ext cx="9625232" cy="7629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747" tIns="80747" rIns="80747" bIns="80747" numCol="1" spcCol="1270" anchor="ctr" anchorCtr="0">
          <a:noAutofit/>
        </a:bodyPr>
        <a:lstStyle/>
        <a:p>
          <a:pPr marL="0" lvl="0" indent="0" algn="l" defTabSz="622300">
            <a:lnSpc>
              <a:spcPct val="90000"/>
            </a:lnSpc>
            <a:spcBef>
              <a:spcPct val="0"/>
            </a:spcBef>
            <a:spcAft>
              <a:spcPct val="35000"/>
            </a:spcAft>
            <a:buNone/>
          </a:pPr>
          <a:r>
            <a:rPr lang="en-US" sz="1400" kern="1200"/>
            <a:t>OBJECTIVE   Develop a real-time industrial motor controller that ensures precise speed and position regulation using PWM generation with encoder feedback, implements interrupt-based control loops, supports RS-485 (Modbus-RTU) or CAN (CANopen) interfaces, and is designed for factory-grade durability against EMI, ESD, thermal, and vibration stresses.</a:t>
          </a:r>
        </a:p>
      </dsp:txBody>
      <dsp:txXfrm>
        <a:off x="881223" y="957286"/>
        <a:ext cx="9625232" cy="762963"/>
      </dsp:txXfrm>
    </dsp:sp>
    <dsp:sp modelId="{D4B465CE-0907-4A2F-8283-817F56674E47}">
      <dsp:nvSpPr>
        <dsp:cNvPr id="0" name=""/>
        <dsp:cNvSpPr/>
      </dsp:nvSpPr>
      <dsp:spPr>
        <a:xfrm>
          <a:off x="0" y="1910991"/>
          <a:ext cx="10506456" cy="762963"/>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44EA3DA-B623-4FC2-AE32-7407B380CF49}">
      <dsp:nvSpPr>
        <dsp:cNvPr id="0" name=""/>
        <dsp:cNvSpPr/>
      </dsp:nvSpPr>
      <dsp:spPr>
        <a:xfrm>
          <a:off x="230796" y="2082657"/>
          <a:ext cx="419630" cy="41963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EB120E7-1488-4A1F-AC81-AABD21F7EE08}">
      <dsp:nvSpPr>
        <dsp:cNvPr id="0" name=""/>
        <dsp:cNvSpPr/>
      </dsp:nvSpPr>
      <dsp:spPr>
        <a:xfrm>
          <a:off x="881223" y="1910991"/>
          <a:ext cx="9625232" cy="7629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747" tIns="80747" rIns="80747" bIns="80747" numCol="1" spcCol="1270" anchor="ctr" anchorCtr="0">
          <a:noAutofit/>
        </a:bodyPr>
        <a:lstStyle/>
        <a:p>
          <a:pPr marL="0" lvl="0" indent="0" algn="l" defTabSz="622300">
            <a:lnSpc>
              <a:spcPct val="90000"/>
            </a:lnSpc>
            <a:spcBef>
              <a:spcPct val="0"/>
            </a:spcBef>
            <a:spcAft>
              <a:spcPct val="35000"/>
            </a:spcAft>
            <a:buNone/>
          </a:pPr>
          <a:r>
            <a:rPr lang="en-US" sz="1400" kern="1200" dirty="0"/>
            <a:t>My role  My role was to design and implement the real-time motor controller with PWM and encoder feedback, develop interrupt-based control loops, integrate RS-485/CAN communication, and ensure factory-grade durability with testing and validation.</a:t>
          </a:r>
        </a:p>
      </dsp:txBody>
      <dsp:txXfrm>
        <a:off x="881223" y="1910991"/>
        <a:ext cx="9625232" cy="762963"/>
      </dsp:txXfrm>
    </dsp:sp>
    <dsp:sp modelId="{22409659-4D8F-4DBA-A5FD-6A9B3C373FEC}">
      <dsp:nvSpPr>
        <dsp:cNvPr id="0" name=""/>
        <dsp:cNvSpPr/>
      </dsp:nvSpPr>
      <dsp:spPr>
        <a:xfrm>
          <a:off x="0" y="2864695"/>
          <a:ext cx="10506456" cy="762963"/>
        </a:xfrm>
        <a:prstGeom prst="roundRect">
          <a:avLst>
            <a:gd name="adj" fmla="val 1000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4F1CA2F-3485-408B-A3A0-63741F60C6F4}">
      <dsp:nvSpPr>
        <dsp:cNvPr id="0" name=""/>
        <dsp:cNvSpPr/>
      </dsp:nvSpPr>
      <dsp:spPr>
        <a:xfrm>
          <a:off x="230796" y="3036362"/>
          <a:ext cx="419630" cy="419630"/>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EB096A0-D258-4212-9FC7-F8A9C59CDCEF}">
      <dsp:nvSpPr>
        <dsp:cNvPr id="0" name=""/>
        <dsp:cNvSpPr/>
      </dsp:nvSpPr>
      <dsp:spPr>
        <a:xfrm>
          <a:off x="881223" y="2864695"/>
          <a:ext cx="9625232" cy="7629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747" tIns="80747" rIns="80747" bIns="80747" numCol="1" spcCol="1270" anchor="ctr" anchorCtr="0">
          <a:noAutofit/>
        </a:bodyPr>
        <a:lstStyle/>
        <a:p>
          <a:pPr marL="0" lvl="0" indent="0" algn="l" defTabSz="622300">
            <a:lnSpc>
              <a:spcPct val="90000"/>
            </a:lnSpc>
            <a:spcBef>
              <a:spcPct val="0"/>
            </a:spcBef>
            <a:spcAft>
              <a:spcPct val="35000"/>
            </a:spcAft>
            <a:buNone/>
          </a:pPr>
          <a:r>
            <a:rPr lang="en-US" sz="1400" kern="1200"/>
            <a:t>Challenges Faced was the MCU EVALUATION WHICH IS BEST MICROCONTROLLER.</a:t>
          </a:r>
        </a:p>
      </dsp:txBody>
      <dsp:txXfrm>
        <a:off x="881223" y="2864695"/>
        <a:ext cx="9625232" cy="762963"/>
      </dsp:txXfrm>
    </dsp:sp>
    <dsp:sp modelId="{C742E270-B3DE-4199-9228-AAD2755C94D9}">
      <dsp:nvSpPr>
        <dsp:cNvPr id="0" name=""/>
        <dsp:cNvSpPr/>
      </dsp:nvSpPr>
      <dsp:spPr>
        <a:xfrm>
          <a:off x="0" y="3818400"/>
          <a:ext cx="10506456" cy="762963"/>
        </a:xfrm>
        <a:prstGeom prst="roundRect">
          <a:avLst>
            <a:gd name="adj" fmla="val 10000"/>
          </a:avLst>
        </a:prstGeom>
        <a:solidFill>
          <a:schemeClr val="accent6">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E40E903-E4BA-481D-BE16-E04924D3D7D5}">
      <dsp:nvSpPr>
        <dsp:cNvPr id="0" name=""/>
        <dsp:cNvSpPr/>
      </dsp:nvSpPr>
      <dsp:spPr>
        <a:xfrm>
          <a:off x="230796" y="3990067"/>
          <a:ext cx="419630" cy="419630"/>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336318A-92E1-4ABE-8BC3-460D7E3E93A4}">
      <dsp:nvSpPr>
        <dsp:cNvPr id="0" name=""/>
        <dsp:cNvSpPr/>
      </dsp:nvSpPr>
      <dsp:spPr>
        <a:xfrm>
          <a:off x="881223" y="3818400"/>
          <a:ext cx="9625232" cy="7629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747" tIns="80747" rIns="80747" bIns="80747" numCol="1" spcCol="1270" anchor="ctr" anchorCtr="0">
          <a:noAutofit/>
        </a:bodyPr>
        <a:lstStyle/>
        <a:p>
          <a:pPr marL="0" lvl="0" indent="0" algn="l" defTabSz="622300">
            <a:lnSpc>
              <a:spcPct val="90000"/>
            </a:lnSpc>
            <a:spcBef>
              <a:spcPct val="0"/>
            </a:spcBef>
            <a:spcAft>
              <a:spcPct val="35000"/>
            </a:spcAft>
            <a:buNone/>
          </a:pPr>
          <a:r>
            <a:rPr lang="en-US" sz="1400" kern="1200"/>
            <a:t>OUTCOMES TI C200 F28379D MICROCONTROLLER  RESULTS ARE ACCURATE OF INDUSTRIAL MOTOR CONTROLLER.</a:t>
          </a:r>
        </a:p>
      </dsp:txBody>
      <dsp:txXfrm>
        <a:off x="881223" y="3818400"/>
        <a:ext cx="9625232" cy="762963"/>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B605718-70C5-48EB-8797-EF486783686F}">
      <dsp:nvSpPr>
        <dsp:cNvPr id="0" name=""/>
        <dsp:cNvSpPr/>
      </dsp:nvSpPr>
      <dsp:spPr>
        <a:xfrm>
          <a:off x="0" y="469"/>
          <a:ext cx="10515600" cy="646469"/>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9A96186-CC22-4C8A-AB59-E157B8161111}">
      <dsp:nvSpPr>
        <dsp:cNvPr id="0" name=""/>
        <dsp:cNvSpPr/>
      </dsp:nvSpPr>
      <dsp:spPr>
        <a:xfrm>
          <a:off x="195556" y="145925"/>
          <a:ext cx="355557" cy="355557"/>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3993400-77DA-4B97-AA9F-376ACFB92F04}">
      <dsp:nvSpPr>
        <dsp:cNvPr id="0" name=""/>
        <dsp:cNvSpPr/>
      </dsp:nvSpPr>
      <dsp:spPr>
        <a:xfrm>
          <a:off x="746671" y="469"/>
          <a:ext cx="9768928" cy="64646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418" tIns="68418" rIns="68418" bIns="68418" numCol="1" spcCol="1270" anchor="ctr" anchorCtr="0">
          <a:noAutofit/>
        </a:bodyPr>
        <a:lstStyle/>
        <a:p>
          <a:pPr marL="0" lvl="0" indent="0" algn="l" defTabSz="666750">
            <a:lnSpc>
              <a:spcPct val="100000"/>
            </a:lnSpc>
            <a:spcBef>
              <a:spcPct val="0"/>
            </a:spcBef>
            <a:spcAft>
              <a:spcPct val="35000"/>
            </a:spcAft>
            <a:buNone/>
          </a:pPr>
          <a:r>
            <a:rPr lang="en-US" sz="1500" kern="1200"/>
            <a:t>SOLIDWORK PROJECT 1 [3D CAM MODEL FROM ISOMETRIC VIEW]</a:t>
          </a:r>
        </a:p>
      </dsp:txBody>
      <dsp:txXfrm>
        <a:off x="746671" y="469"/>
        <a:ext cx="9768928" cy="646469"/>
      </dsp:txXfrm>
    </dsp:sp>
    <dsp:sp modelId="{519E9D03-103B-43E7-AE2D-E0F09FBAAC1C}">
      <dsp:nvSpPr>
        <dsp:cNvPr id="0" name=""/>
        <dsp:cNvSpPr/>
      </dsp:nvSpPr>
      <dsp:spPr>
        <a:xfrm>
          <a:off x="0" y="808555"/>
          <a:ext cx="10515600" cy="646469"/>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0B5AF44-282D-4527-BF4C-1EBA19D1D9C6}">
      <dsp:nvSpPr>
        <dsp:cNvPr id="0" name=""/>
        <dsp:cNvSpPr/>
      </dsp:nvSpPr>
      <dsp:spPr>
        <a:xfrm>
          <a:off x="195556" y="954011"/>
          <a:ext cx="355557" cy="355557"/>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BAA0E8F-F25F-48AB-9615-74439023CD49}">
      <dsp:nvSpPr>
        <dsp:cNvPr id="0" name=""/>
        <dsp:cNvSpPr/>
      </dsp:nvSpPr>
      <dsp:spPr>
        <a:xfrm>
          <a:off x="746671" y="808555"/>
          <a:ext cx="9768928" cy="64646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418" tIns="68418" rIns="68418" bIns="68418" numCol="1" spcCol="1270" anchor="ctr" anchorCtr="0">
          <a:noAutofit/>
        </a:bodyPr>
        <a:lstStyle/>
        <a:p>
          <a:pPr marL="0" lvl="0" indent="0" algn="l" defTabSz="666750">
            <a:lnSpc>
              <a:spcPct val="100000"/>
            </a:lnSpc>
            <a:spcBef>
              <a:spcPct val="0"/>
            </a:spcBef>
            <a:spcAft>
              <a:spcPct val="35000"/>
            </a:spcAft>
            <a:buNone/>
          </a:pPr>
          <a:r>
            <a:rPr lang="en-US" sz="1500" kern="1200"/>
            <a:t>OBJECTIVE Design and manufacture precision mechanical components with complex geometries requiring accurate dimensional tolerances and proper material selection for functional assembly.</a:t>
          </a:r>
        </a:p>
      </dsp:txBody>
      <dsp:txXfrm>
        <a:off x="746671" y="808555"/>
        <a:ext cx="9768928" cy="646469"/>
      </dsp:txXfrm>
    </dsp:sp>
    <dsp:sp modelId="{091BE85C-44A9-4A74-ADCC-0AD773F6B980}">
      <dsp:nvSpPr>
        <dsp:cNvPr id="0" name=""/>
        <dsp:cNvSpPr/>
      </dsp:nvSpPr>
      <dsp:spPr>
        <a:xfrm>
          <a:off x="0" y="1616642"/>
          <a:ext cx="10515600" cy="646469"/>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000625D-8C59-4725-8FA4-D6B1ACCBE021}">
      <dsp:nvSpPr>
        <dsp:cNvPr id="0" name=""/>
        <dsp:cNvSpPr/>
      </dsp:nvSpPr>
      <dsp:spPr>
        <a:xfrm>
          <a:off x="195556" y="1762097"/>
          <a:ext cx="355557" cy="355557"/>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AB95575-CDCD-436A-9E13-BB4A75E81F1B}">
      <dsp:nvSpPr>
        <dsp:cNvPr id="0" name=""/>
        <dsp:cNvSpPr/>
      </dsp:nvSpPr>
      <dsp:spPr>
        <a:xfrm>
          <a:off x="746671" y="1616642"/>
          <a:ext cx="9768928" cy="64646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418" tIns="68418" rIns="68418" bIns="68418" numCol="1" spcCol="1270" anchor="ctr" anchorCtr="0">
          <a:noAutofit/>
        </a:bodyPr>
        <a:lstStyle/>
        <a:p>
          <a:pPr marL="0" lvl="0" indent="0" algn="l" defTabSz="666750">
            <a:lnSpc>
              <a:spcPct val="100000"/>
            </a:lnSpc>
            <a:spcBef>
              <a:spcPct val="0"/>
            </a:spcBef>
            <a:spcAft>
              <a:spcPct val="35000"/>
            </a:spcAft>
            <a:buNone/>
          </a:pPr>
          <a:r>
            <a:rPr lang="en-US" sz="1500" kern="1200"/>
            <a:t>Design Scope Precision-machined mechanical brackets and connecting links with complex curved geometries for multi-point mounting and structural support applications.</a:t>
          </a:r>
        </a:p>
      </dsp:txBody>
      <dsp:txXfrm>
        <a:off x="746671" y="1616642"/>
        <a:ext cx="9768928" cy="646469"/>
      </dsp:txXfrm>
    </dsp:sp>
    <dsp:sp modelId="{B84811AA-8C7F-46E7-A5DA-DE95196BCFD3}">
      <dsp:nvSpPr>
        <dsp:cNvPr id="0" name=""/>
        <dsp:cNvSpPr/>
      </dsp:nvSpPr>
      <dsp:spPr>
        <a:xfrm>
          <a:off x="0" y="2424728"/>
          <a:ext cx="10515600" cy="646469"/>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A07B9CA-18DE-4A3F-8B5B-E76BB6EB479B}">
      <dsp:nvSpPr>
        <dsp:cNvPr id="0" name=""/>
        <dsp:cNvSpPr/>
      </dsp:nvSpPr>
      <dsp:spPr>
        <a:xfrm>
          <a:off x="195556" y="2570184"/>
          <a:ext cx="355557" cy="355557"/>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35D594F-26FD-40A3-B7B0-3063E25E70F8}">
      <dsp:nvSpPr>
        <dsp:cNvPr id="0" name=""/>
        <dsp:cNvSpPr/>
      </dsp:nvSpPr>
      <dsp:spPr>
        <a:xfrm>
          <a:off x="746671" y="2424728"/>
          <a:ext cx="9768928" cy="64646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418" tIns="68418" rIns="68418" bIns="68418" numCol="1" spcCol="1270" anchor="ctr" anchorCtr="0">
          <a:noAutofit/>
        </a:bodyPr>
        <a:lstStyle/>
        <a:p>
          <a:pPr marL="0" lvl="0" indent="0" algn="l" defTabSz="666750">
            <a:lnSpc>
              <a:spcPct val="100000"/>
            </a:lnSpc>
            <a:spcBef>
              <a:spcPct val="0"/>
            </a:spcBef>
            <a:spcAft>
              <a:spcPct val="35000"/>
            </a:spcAft>
            <a:buNone/>
          </a:pPr>
          <a:r>
            <a:rPr lang="en-US" sz="1500" kern="1200"/>
            <a:t>Key Features Integrated curved bridge structures, precision-bored mounting holes, multi-level geometries with radiused transitions, and optimized material distribution for enhanced structural rigidity.</a:t>
          </a:r>
        </a:p>
      </dsp:txBody>
      <dsp:txXfrm>
        <a:off x="746671" y="2424728"/>
        <a:ext cx="9768928" cy="646469"/>
      </dsp:txXfrm>
    </dsp:sp>
    <dsp:sp modelId="{0F2719DF-24B4-430B-BB53-2DC0F2D39E91}">
      <dsp:nvSpPr>
        <dsp:cNvPr id="0" name=""/>
        <dsp:cNvSpPr/>
      </dsp:nvSpPr>
      <dsp:spPr>
        <a:xfrm>
          <a:off x="0" y="3232814"/>
          <a:ext cx="10515600" cy="646469"/>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24E971C-55D9-44E3-8ADE-7F90CCC77F83}">
      <dsp:nvSpPr>
        <dsp:cNvPr id="0" name=""/>
        <dsp:cNvSpPr/>
      </dsp:nvSpPr>
      <dsp:spPr>
        <a:xfrm>
          <a:off x="195556" y="3378270"/>
          <a:ext cx="355557" cy="355557"/>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0C85924-6B45-4E4D-8A65-7909B0CA7D93}">
      <dsp:nvSpPr>
        <dsp:cNvPr id="0" name=""/>
        <dsp:cNvSpPr/>
      </dsp:nvSpPr>
      <dsp:spPr>
        <a:xfrm>
          <a:off x="746671" y="3232814"/>
          <a:ext cx="9768928" cy="64646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418" tIns="68418" rIns="68418" bIns="68418" numCol="1" spcCol="1270" anchor="ctr" anchorCtr="0">
          <a:noAutofit/>
        </a:bodyPr>
        <a:lstStyle/>
        <a:p>
          <a:pPr marL="0" lvl="0" indent="0" algn="l" defTabSz="666750">
            <a:lnSpc>
              <a:spcPct val="100000"/>
            </a:lnSpc>
            <a:spcBef>
              <a:spcPct val="0"/>
            </a:spcBef>
            <a:spcAft>
              <a:spcPct val="35000"/>
            </a:spcAft>
            <a:buNone/>
          </a:pPr>
          <a:r>
            <a:rPr lang="en-US" sz="1500" kern="1200"/>
            <a:t>Technical Specifications Steel/aluminum construction with ±0.1mm tolerances, dimensional envelope 100x95x35mm, precision-machined bore diameters Ø64/Ø42, and R30 curved transitions for stress distribution.</a:t>
          </a:r>
        </a:p>
      </dsp:txBody>
      <dsp:txXfrm>
        <a:off x="746671" y="3232814"/>
        <a:ext cx="9768928" cy="646469"/>
      </dsp:txXfrm>
    </dsp:sp>
    <dsp:sp modelId="{D065D828-1B52-444F-B5C2-25E9BA4E87CC}">
      <dsp:nvSpPr>
        <dsp:cNvPr id="0" name=""/>
        <dsp:cNvSpPr/>
      </dsp:nvSpPr>
      <dsp:spPr>
        <a:xfrm>
          <a:off x="0" y="4040901"/>
          <a:ext cx="10515600" cy="646469"/>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3A5E625-3336-48A6-BFE2-D4C99997BF31}">
      <dsp:nvSpPr>
        <dsp:cNvPr id="0" name=""/>
        <dsp:cNvSpPr/>
      </dsp:nvSpPr>
      <dsp:spPr>
        <a:xfrm>
          <a:off x="195556" y="4186356"/>
          <a:ext cx="355557" cy="355557"/>
        </a:xfrm>
        <a:prstGeom prst="rect">
          <a:avLst/>
        </a:prstGeom>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E331746-FF3C-4BE3-83ED-37BAA0449E08}">
      <dsp:nvSpPr>
        <dsp:cNvPr id="0" name=""/>
        <dsp:cNvSpPr/>
      </dsp:nvSpPr>
      <dsp:spPr>
        <a:xfrm>
          <a:off x="746671" y="4040901"/>
          <a:ext cx="9768928" cy="64646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418" tIns="68418" rIns="68418" bIns="68418" numCol="1" spcCol="1270" anchor="ctr" anchorCtr="0">
          <a:noAutofit/>
        </a:bodyPr>
        <a:lstStyle/>
        <a:p>
          <a:pPr marL="0" lvl="0" indent="0" algn="l" defTabSz="666750">
            <a:lnSpc>
              <a:spcPct val="100000"/>
            </a:lnSpc>
            <a:spcBef>
              <a:spcPct val="0"/>
            </a:spcBef>
            <a:spcAft>
              <a:spcPct val="35000"/>
            </a:spcAft>
            <a:buNone/>
          </a:pPr>
          <a:r>
            <a:rPr lang="en-US" sz="1500" kern="1200"/>
            <a:t>Simulation/Analysis Finite Element Analysis conducted for stress concentration at curved transitions, deflection analysis under loading conditions, and fatigue life assessment for cyclic mounting applications.</a:t>
          </a:r>
        </a:p>
      </dsp:txBody>
      <dsp:txXfrm>
        <a:off x="746671" y="4040901"/>
        <a:ext cx="9768928" cy="646469"/>
      </dsp:txXfrm>
    </dsp:sp>
    <dsp:sp modelId="{E9E0CECA-0682-4FCA-A8D6-5C6582244E98}">
      <dsp:nvSpPr>
        <dsp:cNvPr id="0" name=""/>
        <dsp:cNvSpPr/>
      </dsp:nvSpPr>
      <dsp:spPr>
        <a:xfrm>
          <a:off x="0" y="4848987"/>
          <a:ext cx="10515600" cy="646469"/>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C997F05-5D6A-4E50-AEC1-723FBCAE6A21}">
      <dsp:nvSpPr>
        <dsp:cNvPr id="0" name=""/>
        <dsp:cNvSpPr/>
      </dsp:nvSpPr>
      <dsp:spPr>
        <a:xfrm>
          <a:off x="195556" y="4994442"/>
          <a:ext cx="355557" cy="355557"/>
        </a:xfrm>
        <a:prstGeom prst="rect">
          <a:avLst/>
        </a:prstGeom>
        <a:blipFill>
          <a:blip xmlns:r="http://schemas.openxmlformats.org/officeDocument/2006/relationships"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E879757-9A65-4D31-930F-0360492B9A57}">
      <dsp:nvSpPr>
        <dsp:cNvPr id="0" name=""/>
        <dsp:cNvSpPr/>
      </dsp:nvSpPr>
      <dsp:spPr>
        <a:xfrm>
          <a:off x="746671" y="4848987"/>
          <a:ext cx="9768928" cy="64646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418" tIns="68418" rIns="68418" bIns="68418" numCol="1" spcCol="1270" anchor="ctr" anchorCtr="0">
          <a:noAutofit/>
        </a:bodyPr>
        <a:lstStyle/>
        <a:p>
          <a:pPr marL="0" lvl="0" indent="0" algn="l" defTabSz="666750">
            <a:lnSpc>
              <a:spcPct val="100000"/>
            </a:lnSpc>
            <a:spcBef>
              <a:spcPct val="0"/>
            </a:spcBef>
            <a:spcAft>
              <a:spcPct val="35000"/>
            </a:spcAft>
            <a:buNone/>
          </a:pPr>
          <a:r>
            <a:rPr lang="en-US" sz="1500" kern="1200"/>
            <a:t>Outcome Successfully validated design through prototyping with all dimensional tolerances achieved, manufacturing drawings completed, and components ready for production tooling and assembly integration.</a:t>
          </a:r>
        </a:p>
      </dsp:txBody>
      <dsp:txXfrm>
        <a:off x="746671" y="4848987"/>
        <a:ext cx="9768928" cy="646469"/>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CBF7B35-4AAD-4EF2-BA7B-806287429907}">
      <dsp:nvSpPr>
        <dsp:cNvPr id="0" name=""/>
        <dsp:cNvSpPr/>
      </dsp:nvSpPr>
      <dsp:spPr>
        <a:xfrm>
          <a:off x="0" y="2755"/>
          <a:ext cx="10506456" cy="384382"/>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845D794-3731-42F7-85DD-567F2923610D}">
      <dsp:nvSpPr>
        <dsp:cNvPr id="0" name=""/>
        <dsp:cNvSpPr/>
      </dsp:nvSpPr>
      <dsp:spPr>
        <a:xfrm>
          <a:off x="116275" y="89241"/>
          <a:ext cx="211616" cy="21141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D5212B1-443D-4E34-A6F9-34D36918C17F}">
      <dsp:nvSpPr>
        <dsp:cNvPr id="0" name=""/>
        <dsp:cNvSpPr/>
      </dsp:nvSpPr>
      <dsp:spPr>
        <a:xfrm>
          <a:off x="444168" y="2755"/>
          <a:ext cx="9962865" cy="56456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9749" tIns="59749" rIns="59749" bIns="59749" numCol="1" spcCol="1270" anchor="ctr" anchorCtr="0">
          <a:noAutofit/>
        </a:bodyPr>
        <a:lstStyle/>
        <a:p>
          <a:pPr marL="0" lvl="0" indent="0" algn="l" defTabSz="800100">
            <a:lnSpc>
              <a:spcPct val="100000"/>
            </a:lnSpc>
            <a:spcBef>
              <a:spcPct val="0"/>
            </a:spcBef>
            <a:spcAft>
              <a:spcPct val="35000"/>
            </a:spcAft>
            <a:buNone/>
          </a:pPr>
          <a:r>
            <a:rPr lang="en-US" sz="1800" kern="1200" dirty="0"/>
            <a:t>SOLIDWORKS PROJECT 2 [PCB DESIGN WITH ITS CASE 3D MODEL]</a:t>
          </a:r>
        </a:p>
      </dsp:txBody>
      <dsp:txXfrm>
        <a:off x="444168" y="2755"/>
        <a:ext cx="9962865" cy="564561"/>
      </dsp:txXfrm>
    </dsp:sp>
    <dsp:sp modelId="{4B9A789F-7BC6-482A-A9EA-CB17ACA21590}">
      <dsp:nvSpPr>
        <dsp:cNvPr id="0" name=""/>
        <dsp:cNvSpPr/>
      </dsp:nvSpPr>
      <dsp:spPr>
        <a:xfrm>
          <a:off x="0" y="708457"/>
          <a:ext cx="10506456" cy="384382"/>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7D11B89-0020-46A8-8BFA-505015D6C545}">
      <dsp:nvSpPr>
        <dsp:cNvPr id="0" name=""/>
        <dsp:cNvSpPr/>
      </dsp:nvSpPr>
      <dsp:spPr>
        <a:xfrm>
          <a:off x="116275" y="794943"/>
          <a:ext cx="211616" cy="21141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140F4F7-13B3-483F-BCC9-D1700D5C52DC}">
      <dsp:nvSpPr>
        <dsp:cNvPr id="0" name=""/>
        <dsp:cNvSpPr/>
      </dsp:nvSpPr>
      <dsp:spPr>
        <a:xfrm>
          <a:off x="444168" y="708457"/>
          <a:ext cx="9962865" cy="56456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9749" tIns="59749" rIns="59749" bIns="59749" numCol="1" spcCol="1270" anchor="ctr" anchorCtr="0">
          <a:noAutofit/>
        </a:bodyPr>
        <a:lstStyle/>
        <a:p>
          <a:pPr marL="0" lvl="0" indent="0" algn="l" defTabSz="622300">
            <a:lnSpc>
              <a:spcPct val="100000"/>
            </a:lnSpc>
            <a:spcBef>
              <a:spcPct val="0"/>
            </a:spcBef>
            <a:spcAft>
              <a:spcPct val="35000"/>
            </a:spcAft>
            <a:buNone/>
          </a:pPr>
          <a:r>
            <a:rPr lang="en-US" sz="1400" kern="1200" dirty="0"/>
            <a:t>OBJECTIVE  Design and develop a compact, dual-zone electronic control board using SolidWorks CAD software to optimize component placement, ensure proper thermal management, and meet manufacturing constraints for cost-effective PCB production.</a:t>
          </a:r>
        </a:p>
      </dsp:txBody>
      <dsp:txXfrm>
        <a:off x="444168" y="708457"/>
        <a:ext cx="9962865" cy="564561"/>
      </dsp:txXfrm>
    </dsp:sp>
    <dsp:sp modelId="{A0D5D9BC-C077-4B20-9CF5-0D66DB02D039}">
      <dsp:nvSpPr>
        <dsp:cNvPr id="0" name=""/>
        <dsp:cNvSpPr/>
      </dsp:nvSpPr>
      <dsp:spPr>
        <a:xfrm>
          <a:off x="0" y="1414159"/>
          <a:ext cx="10506456" cy="384382"/>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9519003-2F3D-4D2A-97FE-1B81F30D74D3}">
      <dsp:nvSpPr>
        <dsp:cNvPr id="0" name=""/>
        <dsp:cNvSpPr/>
      </dsp:nvSpPr>
      <dsp:spPr>
        <a:xfrm>
          <a:off x="116275" y="1500645"/>
          <a:ext cx="211616" cy="21141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C057516-3D80-4F5B-AB90-AD397C5783D2}">
      <dsp:nvSpPr>
        <dsp:cNvPr id="0" name=""/>
        <dsp:cNvSpPr/>
      </dsp:nvSpPr>
      <dsp:spPr>
        <a:xfrm>
          <a:off x="444168" y="1414159"/>
          <a:ext cx="9962865" cy="56456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9749" tIns="59749" rIns="59749" bIns="59749" numCol="1" spcCol="1270" anchor="ctr" anchorCtr="0">
          <a:noAutofit/>
        </a:bodyPr>
        <a:lstStyle/>
        <a:p>
          <a:pPr marL="0" lvl="0" indent="0" algn="l" defTabSz="533400">
            <a:lnSpc>
              <a:spcPct val="100000"/>
            </a:lnSpc>
            <a:spcBef>
              <a:spcPct val="0"/>
            </a:spcBef>
            <a:spcAft>
              <a:spcPct val="35000"/>
            </a:spcAft>
            <a:buNone/>
          </a:pPr>
          <a:r>
            <a:rPr lang="en-US" sz="1200" kern="1200"/>
            <a:t>DESIGN CHALLENGE  Achieve optimal component density and thermal dissipation within a constrained oval form factor while maintaining signal integrity and electromagnetic compatibility for dual-zone circuit operation.</a:t>
          </a:r>
        </a:p>
      </dsp:txBody>
      <dsp:txXfrm>
        <a:off x="444168" y="1414159"/>
        <a:ext cx="9962865" cy="564561"/>
      </dsp:txXfrm>
    </dsp:sp>
    <dsp:sp modelId="{FD02221D-9357-4F4B-ADEC-D563D18E1473}">
      <dsp:nvSpPr>
        <dsp:cNvPr id="0" name=""/>
        <dsp:cNvSpPr/>
      </dsp:nvSpPr>
      <dsp:spPr>
        <a:xfrm>
          <a:off x="0" y="2119861"/>
          <a:ext cx="10506456" cy="384382"/>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888A663-A102-4641-84E6-D83AF666E434}">
      <dsp:nvSpPr>
        <dsp:cNvPr id="0" name=""/>
        <dsp:cNvSpPr/>
      </dsp:nvSpPr>
      <dsp:spPr>
        <a:xfrm>
          <a:off x="116275" y="2206347"/>
          <a:ext cx="211616" cy="211410"/>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2E580F1-46BF-44E1-9040-89F22FEAD8F9}">
      <dsp:nvSpPr>
        <dsp:cNvPr id="0" name=""/>
        <dsp:cNvSpPr/>
      </dsp:nvSpPr>
      <dsp:spPr>
        <a:xfrm>
          <a:off x="444168" y="2119861"/>
          <a:ext cx="9962865" cy="56456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9749" tIns="59749" rIns="59749" bIns="59749" numCol="1" spcCol="1270" anchor="ctr" anchorCtr="0">
          <a:noAutofit/>
        </a:bodyPr>
        <a:lstStyle/>
        <a:p>
          <a:pPr marL="0" lvl="0" indent="0" algn="l" defTabSz="533400">
            <a:lnSpc>
              <a:spcPct val="100000"/>
            </a:lnSpc>
            <a:spcBef>
              <a:spcPct val="0"/>
            </a:spcBef>
            <a:spcAft>
              <a:spcPct val="35000"/>
            </a:spcAft>
            <a:buNone/>
          </a:pPr>
          <a:r>
            <a:rPr lang="en-US" sz="1200" kern="1200"/>
            <a:t>MODELING APPROACH   Utilized SolidWorks assembly-driven design with parametric part modeling for component placement, surface modeling for the curved enclosure geometry, and advanced mating constraints to ensure precise PCB-to-housing integration and thermal pathway optimization.</a:t>
          </a:r>
        </a:p>
      </dsp:txBody>
      <dsp:txXfrm>
        <a:off x="444168" y="2119861"/>
        <a:ext cx="9962865" cy="564561"/>
      </dsp:txXfrm>
    </dsp:sp>
    <dsp:sp modelId="{521C071C-0DDF-4746-B688-8240BDAD7CB9}">
      <dsp:nvSpPr>
        <dsp:cNvPr id="0" name=""/>
        <dsp:cNvSpPr/>
      </dsp:nvSpPr>
      <dsp:spPr>
        <a:xfrm>
          <a:off x="0" y="2825563"/>
          <a:ext cx="10506456" cy="384382"/>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8B95AB2-EF3E-403C-BE87-07F65C38DCBC}">
      <dsp:nvSpPr>
        <dsp:cNvPr id="0" name=""/>
        <dsp:cNvSpPr/>
      </dsp:nvSpPr>
      <dsp:spPr>
        <a:xfrm>
          <a:off x="116275" y="2912049"/>
          <a:ext cx="211616" cy="211410"/>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3E8F317-3B92-4460-ABC8-7961100A8FBA}">
      <dsp:nvSpPr>
        <dsp:cNvPr id="0" name=""/>
        <dsp:cNvSpPr/>
      </dsp:nvSpPr>
      <dsp:spPr>
        <a:xfrm>
          <a:off x="444168" y="2825563"/>
          <a:ext cx="9962865" cy="56456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9749" tIns="59749" rIns="59749" bIns="59749" numCol="1" spcCol="1270" anchor="ctr" anchorCtr="0">
          <a:noAutofit/>
        </a:bodyPr>
        <a:lstStyle/>
        <a:p>
          <a:pPr marL="0" lvl="0" indent="0" algn="l" defTabSz="622300">
            <a:lnSpc>
              <a:spcPct val="100000"/>
            </a:lnSpc>
            <a:spcBef>
              <a:spcPct val="0"/>
            </a:spcBef>
            <a:spcAft>
              <a:spcPct val="35000"/>
            </a:spcAft>
            <a:buNone/>
          </a:pPr>
          <a:r>
            <a:rPr lang="en-US" sz="1400" kern="1200"/>
            <a:t>COLLABORATION Integrated mechanical housing design with electrical engineering for PCB layout optimization, embedded systems team for component accessibility and thermal interfaces, and manufacturing engineering for DFM validation and assembly process requirements. </a:t>
          </a:r>
        </a:p>
      </dsp:txBody>
      <dsp:txXfrm>
        <a:off x="444168" y="2825563"/>
        <a:ext cx="9962865" cy="564561"/>
      </dsp:txXfrm>
    </dsp:sp>
    <dsp:sp modelId="{9181932B-0552-484A-8DD1-87D241A2727D}">
      <dsp:nvSpPr>
        <dsp:cNvPr id="0" name=""/>
        <dsp:cNvSpPr/>
      </dsp:nvSpPr>
      <dsp:spPr>
        <a:xfrm>
          <a:off x="0" y="3531264"/>
          <a:ext cx="10506456" cy="384382"/>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06C838C-8429-4B5C-9CB5-E889898D358C}">
      <dsp:nvSpPr>
        <dsp:cNvPr id="0" name=""/>
        <dsp:cNvSpPr/>
      </dsp:nvSpPr>
      <dsp:spPr>
        <a:xfrm>
          <a:off x="116275" y="3617750"/>
          <a:ext cx="211616" cy="211410"/>
        </a:xfrm>
        <a:prstGeom prst="rect">
          <a:avLst/>
        </a:prstGeom>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A253EF1-E051-4997-ABDB-A64DFADA6349}">
      <dsp:nvSpPr>
        <dsp:cNvPr id="0" name=""/>
        <dsp:cNvSpPr/>
      </dsp:nvSpPr>
      <dsp:spPr>
        <a:xfrm>
          <a:off x="444168" y="3531264"/>
          <a:ext cx="9962865" cy="56456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9749" tIns="59749" rIns="59749" bIns="59749" numCol="1" spcCol="1270" anchor="ctr" anchorCtr="0">
          <a:noAutofit/>
        </a:bodyPr>
        <a:lstStyle/>
        <a:p>
          <a:pPr marL="0" lvl="0" indent="0" algn="l" defTabSz="533400">
            <a:lnSpc>
              <a:spcPct val="100000"/>
            </a:lnSpc>
            <a:spcBef>
              <a:spcPct val="0"/>
            </a:spcBef>
            <a:spcAft>
              <a:spcPct val="35000"/>
            </a:spcAft>
            <a:buNone/>
          </a:pPr>
          <a:r>
            <a:rPr lang="en-US" sz="1200" kern="1200" dirty="0"/>
            <a:t>VALIDATION Conducted SolidWorks Simulation for thermal analysis and stress testing, electromagnetic compatibility modeling for signal integrity, virtual assembly verification for component clearances, and design rule checks for manufacturing feasibility.</a:t>
          </a:r>
        </a:p>
      </dsp:txBody>
      <dsp:txXfrm>
        <a:off x="444168" y="3531264"/>
        <a:ext cx="9962865" cy="564561"/>
      </dsp:txXfrm>
    </dsp:sp>
    <dsp:sp modelId="{9839AF9C-1D66-471E-A42F-46B3D35E2018}">
      <dsp:nvSpPr>
        <dsp:cNvPr id="0" name=""/>
        <dsp:cNvSpPr/>
      </dsp:nvSpPr>
      <dsp:spPr>
        <a:xfrm>
          <a:off x="0" y="4236966"/>
          <a:ext cx="10506456" cy="384382"/>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FD8916A-0BC5-4FD2-ADEC-063221E34F0B}">
      <dsp:nvSpPr>
        <dsp:cNvPr id="0" name=""/>
        <dsp:cNvSpPr/>
      </dsp:nvSpPr>
      <dsp:spPr>
        <a:xfrm>
          <a:off x="116275" y="4323452"/>
          <a:ext cx="211616" cy="211410"/>
        </a:xfrm>
        <a:prstGeom prst="rect">
          <a:avLst/>
        </a:prstGeom>
        <a:blipFill>
          <a:blip xmlns:r="http://schemas.openxmlformats.org/officeDocument/2006/relationships"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EECFB0A-CE42-4FEF-96D8-7DCBA7D00782}">
      <dsp:nvSpPr>
        <dsp:cNvPr id="0" name=""/>
        <dsp:cNvSpPr/>
      </dsp:nvSpPr>
      <dsp:spPr>
        <a:xfrm>
          <a:off x="444168" y="4236966"/>
          <a:ext cx="9962865" cy="56456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9749" tIns="59749" rIns="59749" bIns="59749" numCol="1" spcCol="1270" anchor="ctr" anchorCtr="0">
          <a:noAutofit/>
        </a:bodyPr>
        <a:lstStyle/>
        <a:p>
          <a:pPr marL="0" lvl="0" indent="0" algn="l" defTabSz="533400">
            <a:lnSpc>
              <a:spcPct val="100000"/>
            </a:lnSpc>
            <a:spcBef>
              <a:spcPct val="0"/>
            </a:spcBef>
            <a:spcAft>
              <a:spcPct val="35000"/>
            </a:spcAft>
            <a:buNone/>
          </a:pPr>
          <a:r>
            <a:rPr lang="en-US" sz="1200" kern="1200" dirty="0"/>
            <a:t>OUTCOME Successfully delivered a manufacturable PCB assembly meeting all thermal, electrical, and mechanical specifications with 15% size reduction, improved component accessibility, and validated performance through simulation and prototype testing.</a:t>
          </a:r>
        </a:p>
      </dsp:txBody>
      <dsp:txXfrm>
        <a:off x="444168" y="4236966"/>
        <a:ext cx="9962865" cy="564561"/>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3FDAA95-B338-4FF7-8EBE-348581B139D1}">
      <dsp:nvSpPr>
        <dsp:cNvPr id="0" name=""/>
        <dsp:cNvSpPr/>
      </dsp:nvSpPr>
      <dsp:spPr>
        <a:xfrm>
          <a:off x="0" y="91106"/>
          <a:ext cx="10506456" cy="565110"/>
        </a:xfrm>
        <a:prstGeom prst="roundRect">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kern="1200"/>
            <a:t>SolidWorks Skills Developed</a:t>
          </a:r>
        </a:p>
      </dsp:txBody>
      <dsp:txXfrm>
        <a:off x="27586" y="118692"/>
        <a:ext cx="10451284" cy="509938"/>
      </dsp:txXfrm>
    </dsp:sp>
    <dsp:sp modelId="{A2F3FEF6-7491-4505-9410-6C022B17F8D6}">
      <dsp:nvSpPr>
        <dsp:cNvPr id="0" name=""/>
        <dsp:cNvSpPr/>
      </dsp:nvSpPr>
      <dsp:spPr>
        <a:xfrm>
          <a:off x="0" y="722456"/>
          <a:ext cx="10506456" cy="565110"/>
        </a:xfrm>
        <a:prstGeom prst="roundRect">
          <a:avLst/>
        </a:prstGeom>
        <a:solidFill>
          <a:schemeClr val="accent5">
            <a:hueOff val="-2025358"/>
            <a:satOff val="-138"/>
            <a:lumOff val="327"/>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kern="1200"/>
            <a:t>3D part modeling and complex assembly design</a:t>
          </a:r>
        </a:p>
      </dsp:txBody>
      <dsp:txXfrm>
        <a:off x="27586" y="750042"/>
        <a:ext cx="10451284" cy="509938"/>
      </dsp:txXfrm>
    </dsp:sp>
    <dsp:sp modelId="{C9E40D53-066A-495B-B5A1-77B68BBEDA45}">
      <dsp:nvSpPr>
        <dsp:cNvPr id="0" name=""/>
        <dsp:cNvSpPr/>
      </dsp:nvSpPr>
      <dsp:spPr>
        <a:xfrm>
          <a:off x="0" y="1353806"/>
          <a:ext cx="10506456" cy="565110"/>
        </a:xfrm>
        <a:prstGeom prst="roundRect">
          <a:avLst/>
        </a:prstGeom>
        <a:solidFill>
          <a:schemeClr val="accent5">
            <a:hueOff val="-4050717"/>
            <a:satOff val="-275"/>
            <a:lumOff val="654"/>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kern="1200"/>
            <a:t>Engineering drawings and technical documentation</a:t>
          </a:r>
        </a:p>
      </dsp:txBody>
      <dsp:txXfrm>
        <a:off x="27586" y="1381392"/>
        <a:ext cx="10451284" cy="509938"/>
      </dsp:txXfrm>
    </dsp:sp>
    <dsp:sp modelId="{1B17D332-4139-4939-B6B5-BAF031AF7C1D}">
      <dsp:nvSpPr>
        <dsp:cNvPr id="0" name=""/>
        <dsp:cNvSpPr/>
      </dsp:nvSpPr>
      <dsp:spPr>
        <a:xfrm>
          <a:off x="0" y="1985156"/>
          <a:ext cx="10506456" cy="565110"/>
        </a:xfrm>
        <a:prstGeom prst="roundRect">
          <a:avLst/>
        </a:prstGeom>
        <a:solidFill>
          <a:schemeClr val="accent5">
            <a:hueOff val="-6076075"/>
            <a:satOff val="-413"/>
            <a:lumOff val="981"/>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kern="1200"/>
            <a:t>Finite Element Analysis (FEA) and simulation</a:t>
          </a:r>
        </a:p>
      </dsp:txBody>
      <dsp:txXfrm>
        <a:off x="27586" y="2012742"/>
        <a:ext cx="10451284" cy="509938"/>
      </dsp:txXfrm>
    </dsp:sp>
    <dsp:sp modelId="{E000060E-F3E0-4180-B846-DF0041BBC13B}">
      <dsp:nvSpPr>
        <dsp:cNvPr id="0" name=""/>
        <dsp:cNvSpPr/>
      </dsp:nvSpPr>
      <dsp:spPr>
        <a:xfrm>
          <a:off x="0" y="2616506"/>
          <a:ext cx="10506456" cy="565110"/>
        </a:xfrm>
        <a:prstGeom prst="roundRect">
          <a:avLst/>
        </a:prstGeom>
        <a:solidFill>
          <a:schemeClr val="accent5">
            <a:hueOff val="-8101434"/>
            <a:satOff val="-551"/>
            <a:lumOff val="1307"/>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kern="1200"/>
            <a:t>Design optimization and material selection</a:t>
          </a:r>
        </a:p>
      </dsp:txBody>
      <dsp:txXfrm>
        <a:off x="27586" y="2644092"/>
        <a:ext cx="10451284" cy="509938"/>
      </dsp:txXfrm>
    </dsp:sp>
    <dsp:sp modelId="{EBCEBD6D-3619-45B4-8346-3779ACBD2BA1}">
      <dsp:nvSpPr>
        <dsp:cNvPr id="0" name=""/>
        <dsp:cNvSpPr/>
      </dsp:nvSpPr>
      <dsp:spPr>
        <a:xfrm>
          <a:off x="0" y="3247857"/>
          <a:ext cx="10506456" cy="565110"/>
        </a:xfrm>
        <a:prstGeom prst="roundRect">
          <a:avLst/>
        </a:prstGeom>
        <a:solidFill>
          <a:schemeClr val="accent5">
            <a:hueOff val="-10126791"/>
            <a:satOff val="-688"/>
            <a:lumOff val="1634"/>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kern="1200"/>
            <a:t>Integration of mechanical designs with embedded systems</a:t>
          </a:r>
        </a:p>
      </dsp:txBody>
      <dsp:txXfrm>
        <a:off x="27586" y="3275443"/>
        <a:ext cx="10451284" cy="509938"/>
      </dsp:txXfrm>
    </dsp:sp>
    <dsp:sp modelId="{08A915F8-5320-42DB-9D97-B93896408E23}">
      <dsp:nvSpPr>
        <dsp:cNvPr id="0" name=""/>
        <dsp:cNvSpPr/>
      </dsp:nvSpPr>
      <dsp:spPr>
        <a:xfrm>
          <a:off x="0" y="3879207"/>
          <a:ext cx="10506456" cy="565110"/>
        </a:xfrm>
        <a:prstGeom prst="roundRect">
          <a:avLst/>
        </a:prstGeom>
        <a:solidFill>
          <a:schemeClr val="accent5">
            <a:hueOff val="-12152150"/>
            <a:satOff val="-826"/>
            <a:lumOff val="1961"/>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kern="1200"/>
            <a:t>Manufacturing and assembly considerations</a:t>
          </a:r>
        </a:p>
      </dsp:txBody>
      <dsp:txXfrm>
        <a:off x="27586" y="3906793"/>
        <a:ext cx="10451284" cy="509938"/>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D2140E4-C179-457F-A460-97C912B4A351}">
      <dsp:nvSpPr>
        <dsp:cNvPr id="0" name=""/>
        <dsp:cNvSpPr/>
      </dsp:nvSpPr>
      <dsp:spPr>
        <a:xfrm>
          <a:off x="0" y="56086"/>
          <a:ext cx="6666833" cy="718672"/>
        </a:xfrm>
        <a:prstGeom prst="round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a:t>Major Achievements</a:t>
          </a:r>
        </a:p>
      </dsp:txBody>
      <dsp:txXfrm>
        <a:off x="35083" y="91169"/>
        <a:ext cx="6596667" cy="648506"/>
      </dsp:txXfrm>
    </dsp:sp>
    <dsp:sp modelId="{C3600E75-B0CA-41DF-A498-C723743313EE}">
      <dsp:nvSpPr>
        <dsp:cNvPr id="0" name=""/>
        <dsp:cNvSpPr/>
      </dsp:nvSpPr>
      <dsp:spPr>
        <a:xfrm>
          <a:off x="0" y="826598"/>
          <a:ext cx="6666833" cy="718672"/>
        </a:xfrm>
        <a:prstGeom prst="roundRect">
          <a:avLst/>
        </a:prstGeom>
        <a:gradFill rotWithShape="0">
          <a:gsLst>
            <a:gs pos="0">
              <a:schemeClr val="accent2">
                <a:hueOff val="1073936"/>
                <a:satOff val="-3082"/>
                <a:lumOff val="-4935"/>
                <a:alphaOff val="0"/>
                <a:satMod val="103000"/>
                <a:lumMod val="102000"/>
                <a:tint val="94000"/>
              </a:schemeClr>
            </a:gs>
            <a:gs pos="50000">
              <a:schemeClr val="accent2">
                <a:hueOff val="1073936"/>
                <a:satOff val="-3082"/>
                <a:lumOff val="-4935"/>
                <a:alphaOff val="0"/>
                <a:satMod val="110000"/>
                <a:lumMod val="100000"/>
                <a:shade val="100000"/>
              </a:schemeClr>
            </a:gs>
            <a:gs pos="100000">
              <a:schemeClr val="accent2">
                <a:hueOff val="1073936"/>
                <a:satOff val="-3082"/>
                <a:lumOff val="-4935"/>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a:t>Technical Accomplishments</a:t>
          </a:r>
        </a:p>
      </dsp:txBody>
      <dsp:txXfrm>
        <a:off x="35083" y="861681"/>
        <a:ext cx="6596667" cy="648506"/>
      </dsp:txXfrm>
    </dsp:sp>
    <dsp:sp modelId="{150C1DE9-9026-4ADE-BA54-A24C0CF58705}">
      <dsp:nvSpPr>
        <dsp:cNvPr id="0" name=""/>
        <dsp:cNvSpPr/>
      </dsp:nvSpPr>
      <dsp:spPr>
        <a:xfrm>
          <a:off x="0" y="1597111"/>
          <a:ext cx="6666833" cy="718672"/>
        </a:xfrm>
        <a:prstGeom prst="roundRect">
          <a:avLst/>
        </a:prstGeom>
        <a:gradFill rotWithShape="0">
          <a:gsLst>
            <a:gs pos="0">
              <a:schemeClr val="accent2">
                <a:hueOff val="2147871"/>
                <a:satOff val="-6164"/>
                <a:lumOff val="-9870"/>
                <a:alphaOff val="0"/>
                <a:satMod val="103000"/>
                <a:lumMod val="102000"/>
                <a:tint val="94000"/>
              </a:schemeClr>
            </a:gs>
            <a:gs pos="50000">
              <a:schemeClr val="accent2">
                <a:hueOff val="2147871"/>
                <a:satOff val="-6164"/>
                <a:lumOff val="-9870"/>
                <a:alphaOff val="0"/>
                <a:satMod val="110000"/>
                <a:lumMod val="100000"/>
                <a:shade val="100000"/>
              </a:schemeClr>
            </a:gs>
            <a:gs pos="100000">
              <a:schemeClr val="accent2">
                <a:hueOff val="2147871"/>
                <a:satOff val="-6164"/>
                <a:lumOff val="-987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a:t>Successfully delivered multiple IOT,SOLIDWORKS and embedded system projects within deadline.</a:t>
          </a:r>
        </a:p>
      </dsp:txBody>
      <dsp:txXfrm>
        <a:off x="35083" y="1632194"/>
        <a:ext cx="6596667" cy="648506"/>
      </dsp:txXfrm>
    </dsp:sp>
    <dsp:sp modelId="{859A7AA2-F53B-411E-A859-C213C3D3F463}">
      <dsp:nvSpPr>
        <dsp:cNvPr id="0" name=""/>
        <dsp:cNvSpPr/>
      </dsp:nvSpPr>
      <dsp:spPr>
        <a:xfrm>
          <a:off x="0" y="2367623"/>
          <a:ext cx="6666833" cy="718672"/>
        </a:xfrm>
        <a:prstGeom prst="roundRect">
          <a:avLst/>
        </a:prstGeom>
        <a:gradFill rotWithShape="0">
          <a:gsLst>
            <a:gs pos="0">
              <a:schemeClr val="accent2">
                <a:hueOff val="3221807"/>
                <a:satOff val="-9246"/>
                <a:lumOff val="-14805"/>
                <a:alphaOff val="0"/>
                <a:satMod val="103000"/>
                <a:lumMod val="102000"/>
                <a:tint val="94000"/>
              </a:schemeClr>
            </a:gs>
            <a:gs pos="50000">
              <a:schemeClr val="accent2">
                <a:hueOff val="3221807"/>
                <a:satOff val="-9246"/>
                <a:lumOff val="-14805"/>
                <a:alphaOff val="0"/>
                <a:satMod val="110000"/>
                <a:lumMod val="100000"/>
                <a:shade val="100000"/>
              </a:schemeClr>
            </a:gs>
            <a:gs pos="100000">
              <a:schemeClr val="accent2">
                <a:hueOff val="3221807"/>
                <a:satOff val="-9246"/>
                <a:lumOff val="-14805"/>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a:t>Enhanced firmware performance and optimized embedded system efficiency</a:t>
          </a:r>
        </a:p>
      </dsp:txBody>
      <dsp:txXfrm>
        <a:off x="35083" y="2402706"/>
        <a:ext cx="6596667" cy="648506"/>
      </dsp:txXfrm>
    </dsp:sp>
    <dsp:sp modelId="{1179081B-3BC2-412D-BE2C-E1A95CD82F17}">
      <dsp:nvSpPr>
        <dsp:cNvPr id="0" name=""/>
        <dsp:cNvSpPr/>
      </dsp:nvSpPr>
      <dsp:spPr>
        <a:xfrm>
          <a:off x="0" y="3138136"/>
          <a:ext cx="6666833" cy="718672"/>
        </a:xfrm>
        <a:prstGeom prst="roundRect">
          <a:avLst/>
        </a:prstGeom>
        <a:gradFill rotWithShape="0">
          <a:gsLst>
            <a:gs pos="0">
              <a:schemeClr val="accent2">
                <a:hueOff val="4295743"/>
                <a:satOff val="-12329"/>
                <a:lumOff val="-19739"/>
                <a:alphaOff val="0"/>
                <a:satMod val="103000"/>
                <a:lumMod val="102000"/>
                <a:tint val="94000"/>
              </a:schemeClr>
            </a:gs>
            <a:gs pos="50000">
              <a:schemeClr val="accent2">
                <a:hueOff val="4295743"/>
                <a:satOff val="-12329"/>
                <a:lumOff val="-19739"/>
                <a:alphaOff val="0"/>
                <a:satMod val="110000"/>
                <a:lumMod val="100000"/>
                <a:shade val="100000"/>
              </a:schemeClr>
            </a:gs>
            <a:gs pos="100000">
              <a:schemeClr val="accent2">
                <a:hueOff val="4295743"/>
                <a:satOff val="-12329"/>
                <a:lumOff val="-19739"/>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a:t>Mastered advanced ESP-IDF framework and professional IOT development practices</a:t>
          </a:r>
        </a:p>
      </dsp:txBody>
      <dsp:txXfrm>
        <a:off x="35083" y="3173219"/>
        <a:ext cx="6596667" cy="648506"/>
      </dsp:txXfrm>
    </dsp:sp>
    <dsp:sp modelId="{E8176FF3-86B4-4610-A7F8-A0981A2724B4}">
      <dsp:nvSpPr>
        <dsp:cNvPr id="0" name=""/>
        <dsp:cNvSpPr/>
      </dsp:nvSpPr>
      <dsp:spPr>
        <a:xfrm>
          <a:off x="0" y="3908648"/>
          <a:ext cx="6666833" cy="718672"/>
        </a:xfrm>
        <a:prstGeom prst="roundRect">
          <a:avLst/>
        </a:prstGeom>
        <a:gradFill rotWithShape="0">
          <a:gsLst>
            <a:gs pos="0">
              <a:schemeClr val="accent2">
                <a:hueOff val="5369678"/>
                <a:satOff val="-15411"/>
                <a:lumOff val="-24674"/>
                <a:alphaOff val="0"/>
                <a:satMod val="103000"/>
                <a:lumMod val="102000"/>
                <a:tint val="94000"/>
              </a:schemeClr>
            </a:gs>
            <a:gs pos="50000">
              <a:schemeClr val="accent2">
                <a:hueOff val="5369678"/>
                <a:satOff val="-15411"/>
                <a:lumOff val="-24674"/>
                <a:alphaOff val="0"/>
                <a:satMod val="110000"/>
                <a:lumMod val="100000"/>
                <a:shade val="100000"/>
              </a:schemeClr>
            </a:gs>
            <a:gs pos="100000">
              <a:schemeClr val="accent2">
                <a:hueOff val="5369678"/>
                <a:satOff val="-15411"/>
                <a:lumOff val="-24674"/>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a:t>Applied university knowledge practically, maintaining academic excellence while excelling in professional work</a:t>
          </a:r>
        </a:p>
      </dsp:txBody>
      <dsp:txXfrm>
        <a:off x="35083" y="3943731"/>
        <a:ext cx="6596667" cy="648506"/>
      </dsp:txXfrm>
    </dsp:sp>
    <dsp:sp modelId="{7FBC9386-DEE9-497E-96C6-9DCC3B275090}">
      <dsp:nvSpPr>
        <dsp:cNvPr id="0" name=""/>
        <dsp:cNvSpPr/>
      </dsp:nvSpPr>
      <dsp:spPr>
        <a:xfrm>
          <a:off x="0" y="4679161"/>
          <a:ext cx="6666833" cy="718672"/>
        </a:xfrm>
        <a:prstGeom prst="roundRect">
          <a:avLst/>
        </a:prstGeom>
        <a:gradFill rotWithShape="0">
          <a:gsLst>
            <a:gs pos="0">
              <a:schemeClr val="accent2">
                <a:hueOff val="6443614"/>
                <a:satOff val="-18493"/>
                <a:lumOff val="-29609"/>
                <a:alphaOff val="0"/>
                <a:satMod val="103000"/>
                <a:lumMod val="102000"/>
                <a:tint val="94000"/>
              </a:schemeClr>
            </a:gs>
            <a:gs pos="50000">
              <a:schemeClr val="accent2">
                <a:hueOff val="6443614"/>
                <a:satOff val="-18493"/>
                <a:lumOff val="-29609"/>
                <a:alphaOff val="0"/>
                <a:satMod val="110000"/>
                <a:lumMod val="100000"/>
                <a:shade val="100000"/>
              </a:schemeClr>
            </a:gs>
            <a:gs pos="100000">
              <a:schemeClr val="accent2">
                <a:hueOff val="6443614"/>
                <a:satOff val="-18493"/>
                <a:lumOff val="-29609"/>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a:t>Received positive feedback for technical problem-solving and innovative approach to embedded solutions</a:t>
          </a:r>
        </a:p>
      </dsp:txBody>
      <dsp:txXfrm>
        <a:off x="35083" y="4714244"/>
        <a:ext cx="6596667" cy="648506"/>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8B7C210-3A9D-48A3-BBDA-AB611C62F91B}">
      <dsp:nvSpPr>
        <dsp:cNvPr id="0" name=""/>
        <dsp:cNvSpPr/>
      </dsp:nvSpPr>
      <dsp:spPr>
        <a:xfrm>
          <a:off x="0" y="96696"/>
          <a:ext cx="6666833" cy="1010633"/>
        </a:xfrm>
        <a:prstGeom prst="round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a:t>Professional Milestones</a:t>
          </a:r>
        </a:p>
      </dsp:txBody>
      <dsp:txXfrm>
        <a:off x="49335" y="146031"/>
        <a:ext cx="6568163" cy="911963"/>
      </dsp:txXfrm>
    </dsp:sp>
    <dsp:sp modelId="{BA523E03-2D1C-4C90-9120-03C0B93F0EB3}">
      <dsp:nvSpPr>
        <dsp:cNvPr id="0" name=""/>
        <dsp:cNvSpPr/>
      </dsp:nvSpPr>
      <dsp:spPr>
        <a:xfrm>
          <a:off x="0" y="1159170"/>
          <a:ext cx="6666833" cy="1010633"/>
        </a:xfrm>
        <a:prstGeom prst="roundRect">
          <a:avLst/>
        </a:prstGeom>
        <a:gradFill rotWithShape="0">
          <a:gsLst>
            <a:gs pos="0">
              <a:schemeClr val="accent2">
                <a:hueOff val="1610903"/>
                <a:satOff val="-4623"/>
                <a:lumOff val="-7402"/>
                <a:alphaOff val="0"/>
                <a:satMod val="103000"/>
                <a:lumMod val="102000"/>
                <a:tint val="94000"/>
              </a:schemeClr>
            </a:gs>
            <a:gs pos="50000">
              <a:schemeClr val="accent2">
                <a:hueOff val="1610903"/>
                <a:satOff val="-4623"/>
                <a:lumOff val="-7402"/>
                <a:alphaOff val="0"/>
                <a:satMod val="110000"/>
                <a:lumMod val="100000"/>
                <a:shade val="100000"/>
              </a:schemeClr>
            </a:gs>
            <a:gs pos="100000">
              <a:schemeClr val="accent2">
                <a:hueOff val="1610903"/>
                <a:satOff val="-4623"/>
                <a:lumOff val="-7402"/>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a:t>Became a reliable team member capable of independent IOT,EMBEDDED AND SOLIDWORK project development</a:t>
          </a:r>
        </a:p>
      </dsp:txBody>
      <dsp:txXfrm>
        <a:off x="49335" y="1208505"/>
        <a:ext cx="6568163" cy="911963"/>
      </dsp:txXfrm>
    </dsp:sp>
    <dsp:sp modelId="{4952B35D-AB9A-412B-AC90-5D9CFB6A7093}">
      <dsp:nvSpPr>
        <dsp:cNvPr id="0" name=""/>
        <dsp:cNvSpPr/>
      </dsp:nvSpPr>
      <dsp:spPr>
        <a:xfrm>
          <a:off x="0" y="2221643"/>
          <a:ext cx="6666833" cy="1010633"/>
        </a:xfrm>
        <a:prstGeom prst="roundRect">
          <a:avLst/>
        </a:prstGeom>
        <a:gradFill rotWithShape="0">
          <a:gsLst>
            <a:gs pos="0">
              <a:schemeClr val="accent2">
                <a:hueOff val="3221807"/>
                <a:satOff val="-9246"/>
                <a:lumOff val="-14805"/>
                <a:alphaOff val="0"/>
                <a:satMod val="103000"/>
                <a:lumMod val="102000"/>
                <a:tint val="94000"/>
              </a:schemeClr>
            </a:gs>
            <a:gs pos="50000">
              <a:schemeClr val="accent2">
                <a:hueOff val="3221807"/>
                <a:satOff val="-9246"/>
                <a:lumOff val="-14805"/>
                <a:alphaOff val="0"/>
                <a:satMod val="110000"/>
                <a:lumMod val="100000"/>
                <a:shade val="100000"/>
              </a:schemeClr>
            </a:gs>
            <a:gs pos="100000">
              <a:schemeClr val="accent2">
                <a:hueOff val="3221807"/>
                <a:satOff val="-9246"/>
                <a:lumOff val="-14805"/>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a:t>Successfully integrated into MachaDev's embedded systems development workflow and MachaDev’s SolidWorks development workflow.</a:t>
          </a:r>
        </a:p>
      </dsp:txBody>
      <dsp:txXfrm>
        <a:off x="49335" y="2270978"/>
        <a:ext cx="6568163" cy="911963"/>
      </dsp:txXfrm>
    </dsp:sp>
    <dsp:sp modelId="{4990FB42-5F13-4BF2-B425-FEE20DBB0AD9}">
      <dsp:nvSpPr>
        <dsp:cNvPr id="0" name=""/>
        <dsp:cNvSpPr/>
      </dsp:nvSpPr>
      <dsp:spPr>
        <a:xfrm>
          <a:off x="0" y="3284116"/>
          <a:ext cx="6666833" cy="1010633"/>
        </a:xfrm>
        <a:prstGeom prst="roundRect">
          <a:avLst/>
        </a:prstGeom>
        <a:gradFill rotWithShape="0">
          <a:gsLst>
            <a:gs pos="0">
              <a:schemeClr val="accent2">
                <a:hueOff val="4832710"/>
                <a:satOff val="-13870"/>
                <a:lumOff val="-22207"/>
                <a:alphaOff val="0"/>
                <a:satMod val="103000"/>
                <a:lumMod val="102000"/>
                <a:tint val="94000"/>
              </a:schemeClr>
            </a:gs>
            <a:gs pos="50000">
              <a:schemeClr val="accent2">
                <a:hueOff val="4832710"/>
                <a:satOff val="-13870"/>
                <a:lumOff val="-22207"/>
                <a:alphaOff val="0"/>
                <a:satMod val="110000"/>
                <a:lumMod val="100000"/>
                <a:shade val="100000"/>
              </a:schemeClr>
            </a:gs>
            <a:gs pos="100000">
              <a:schemeClr val="accent2">
                <a:hueOff val="4832710"/>
                <a:satOff val="-13870"/>
                <a:lumOff val="-22207"/>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a:t>Contributed meaningful firmware solutions to real-world IOT applications AND CAD/CAM MODEL</a:t>
          </a:r>
        </a:p>
      </dsp:txBody>
      <dsp:txXfrm>
        <a:off x="49335" y="3333451"/>
        <a:ext cx="6568163" cy="911963"/>
      </dsp:txXfrm>
    </dsp:sp>
    <dsp:sp modelId="{43E7B2EF-F1B3-4247-9640-45E33956DCA4}">
      <dsp:nvSpPr>
        <dsp:cNvPr id="0" name=""/>
        <dsp:cNvSpPr/>
      </dsp:nvSpPr>
      <dsp:spPr>
        <a:xfrm>
          <a:off x="0" y="4346589"/>
          <a:ext cx="6666833" cy="1010633"/>
        </a:xfrm>
        <a:prstGeom prst="roundRect">
          <a:avLst/>
        </a:prstGeom>
        <a:gradFill rotWithShape="0">
          <a:gsLst>
            <a:gs pos="0">
              <a:schemeClr val="accent2">
                <a:hueOff val="6443614"/>
                <a:satOff val="-18493"/>
                <a:lumOff val="-29609"/>
                <a:alphaOff val="0"/>
                <a:satMod val="103000"/>
                <a:lumMod val="102000"/>
                <a:tint val="94000"/>
              </a:schemeClr>
            </a:gs>
            <a:gs pos="50000">
              <a:schemeClr val="accent2">
                <a:hueOff val="6443614"/>
                <a:satOff val="-18493"/>
                <a:lumOff val="-29609"/>
                <a:alphaOff val="0"/>
                <a:satMod val="110000"/>
                <a:lumMod val="100000"/>
                <a:shade val="100000"/>
              </a:schemeClr>
            </a:gs>
            <a:gs pos="100000">
              <a:schemeClr val="accent2">
                <a:hueOff val="6443614"/>
                <a:satOff val="-18493"/>
                <a:lumOff val="-29609"/>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a:t>Built upon previous RISETECH internship experience to deliver advanced embedded solutions.</a:t>
          </a:r>
        </a:p>
      </dsp:txBody>
      <dsp:txXfrm>
        <a:off x="49335" y="4395924"/>
        <a:ext cx="6568163" cy="911963"/>
      </dsp:txXfrm>
    </dsp:sp>
  </dsp:spTree>
</dsp:drawing>
</file>

<file path=ppt/diagrams/drawing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DCBDB0A-A0CA-422B-ABA6-B1AA02CA038B}">
      <dsp:nvSpPr>
        <dsp:cNvPr id="0" name=""/>
        <dsp:cNvSpPr/>
      </dsp:nvSpPr>
      <dsp:spPr>
        <a:xfrm>
          <a:off x="0" y="84604"/>
          <a:ext cx="6666833" cy="1271497"/>
        </a:xfrm>
        <a:prstGeom prst="roundRect">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kern="1200"/>
            <a:t>Academic-Industry Bridge</a:t>
          </a:r>
        </a:p>
      </dsp:txBody>
      <dsp:txXfrm>
        <a:off x="62069" y="146673"/>
        <a:ext cx="6542695" cy="1147359"/>
      </dsp:txXfrm>
    </dsp:sp>
    <dsp:sp modelId="{F9EF2AE5-BC1F-447F-87DA-5D0008D4337C}">
      <dsp:nvSpPr>
        <dsp:cNvPr id="0" name=""/>
        <dsp:cNvSpPr/>
      </dsp:nvSpPr>
      <dsp:spPr>
        <a:xfrm>
          <a:off x="0" y="1422342"/>
          <a:ext cx="6666833" cy="1271497"/>
        </a:xfrm>
        <a:prstGeom prst="roundRect">
          <a:avLst/>
        </a:prstGeom>
        <a:gradFill rotWithShape="0">
          <a:gsLst>
            <a:gs pos="0">
              <a:schemeClr val="accent5">
                <a:hueOff val="-4050717"/>
                <a:satOff val="-275"/>
                <a:lumOff val="654"/>
                <a:alphaOff val="0"/>
                <a:satMod val="103000"/>
                <a:lumMod val="102000"/>
                <a:tint val="94000"/>
              </a:schemeClr>
            </a:gs>
            <a:gs pos="50000">
              <a:schemeClr val="accent5">
                <a:hueOff val="-4050717"/>
                <a:satOff val="-275"/>
                <a:lumOff val="654"/>
                <a:alphaOff val="0"/>
                <a:satMod val="110000"/>
                <a:lumMod val="100000"/>
                <a:shade val="100000"/>
              </a:schemeClr>
            </a:gs>
            <a:gs pos="100000">
              <a:schemeClr val="accent5">
                <a:hueOff val="-4050717"/>
                <a:satOff val="-275"/>
                <a:lumOff val="654"/>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kern="1200"/>
            <a:t>Successfully applied theoretical knowledge from Computer Engineering coursework to practical industry projects</a:t>
          </a:r>
        </a:p>
      </dsp:txBody>
      <dsp:txXfrm>
        <a:off x="62069" y="1484411"/>
        <a:ext cx="6542695" cy="1147359"/>
      </dsp:txXfrm>
    </dsp:sp>
    <dsp:sp modelId="{5AAA4842-134F-45D1-9C9B-372D43A1A275}">
      <dsp:nvSpPr>
        <dsp:cNvPr id="0" name=""/>
        <dsp:cNvSpPr/>
      </dsp:nvSpPr>
      <dsp:spPr>
        <a:xfrm>
          <a:off x="0" y="2760080"/>
          <a:ext cx="6666833" cy="1271497"/>
        </a:xfrm>
        <a:prstGeom prst="roundRect">
          <a:avLst/>
        </a:prstGeom>
        <a:gradFill rotWithShape="0">
          <a:gsLst>
            <a:gs pos="0">
              <a:schemeClr val="accent5">
                <a:hueOff val="-8101434"/>
                <a:satOff val="-551"/>
                <a:lumOff val="1307"/>
                <a:alphaOff val="0"/>
                <a:satMod val="103000"/>
                <a:lumMod val="102000"/>
                <a:tint val="94000"/>
              </a:schemeClr>
            </a:gs>
            <a:gs pos="50000">
              <a:schemeClr val="accent5">
                <a:hueOff val="-8101434"/>
                <a:satOff val="-551"/>
                <a:lumOff val="1307"/>
                <a:alphaOff val="0"/>
                <a:satMod val="110000"/>
                <a:lumMod val="100000"/>
                <a:shade val="100000"/>
              </a:schemeClr>
            </a:gs>
            <a:gs pos="100000">
              <a:schemeClr val="accent5">
                <a:hueOff val="-8101434"/>
                <a:satOff val="-551"/>
                <a:lumOff val="1307"/>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kern="1200"/>
            <a:t>Maintained consistent academic performance while gaining valuable industry experience</a:t>
          </a:r>
        </a:p>
      </dsp:txBody>
      <dsp:txXfrm>
        <a:off x="62069" y="2822149"/>
        <a:ext cx="6542695" cy="1147359"/>
      </dsp:txXfrm>
    </dsp:sp>
    <dsp:sp modelId="{1837EA2F-9D50-463E-B325-BD0BFCE206D1}">
      <dsp:nvSpPr>
        <dsp:cNvPr id="0" name=""/>
        <dsp:cNvSpPr/>
      </dsp:nvSpPr>
      <dsp:spPr>
        <a:xfrm>
          <a:off x="0" y="4097817"/>
          <a:ext cx="6666833" cy="1271497"/>
        </a:xfrm>
        <a:prstGeom prst="roundRect">
          <a:avLst/>
        </a:prstGeom>
        <a:gradFill rotWithShape="0">
          <a:gsLst>
            <a:gs pos="0">
              <a:schemeClr val="accent5">
                <a:hueOff val="-12152150"/>
                <a:satOff val="-826"/>
                <a:lumOff val="1961"/>
                <a:alphaOff val="0"/>
                <a:satMod val="103000"/>
                <a:lumMod val="102000"/>
                <a:tint val="94000"/>
              </a:schemeClr>
            </a:gs>
            <a:gs pos="50000">
              <a:schemeClr val="accent5">
                <a:hueOff val="-12152150"/>
                <a:satOff val="-826"/>
                <a:lumOff val="1961"/>
                <a:alphaOff val="0"/>
                <a:satMod val="110000"/>
                <a:lumMod val="100000"/>
                <a:shade val="100000"/>
              </a:schemeClr>
            </a:gs>
            <a:gs pos="100000">
              <a:schemeClr val="accent5">
                <a:hueOff val="-12152150"/>
                <a:satOff val="-826"/>
                <a:lumOff val="1961"/>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kern="1200"/>
            <a:t>Demonstrated ability to balance rigorous university studies with professional responsibilities</a:t>
          </a:r>
        </a:p>
      </dsp:txBody>
      <dsp:txXfrm>
        <a:off x="62069" y="4159886"/>
        <a:ext cx="6542695" cy="1147359"/>
      </dsp:txXfrm>
    </dsp:sp>
  </dsp:spTree>
</dsp:drawing>
</file>

<file path=ppt/diagrams/drawing1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808FB94-9F28-42CA-B66F-E5FD33DE1F61}">
      <dsp:nvSpPr>
        <dsp:cNvPr id="0" name=""/>
        <dsp:cNvSpPr/>
      </dsp:nvSpPr>
      <dsp:spPr>
        <a:xfrm>
          <a:off x="0" y="204468"/>
          <a:ext cx="6666833" cy="678746"/>
        </a:xfrm>
        <a:prstGeom prst="roundRect">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kern="1200"/>
            <a:t>Key Learning Outcomes</a:t>
          </a:r>
        </a:p>
      </dsp:txBody>
      <dsp:txXfrm>
        <a:off x="33134" y="237602"/>
        <a:ext cx="6600565" cy="612478"/>
      </dsp:txXfrm>
    </dsp:sp>
    <dsp:sp modelId="{6CBF5F71-5B7B-48F3-96C6-E8C4E40EA03B}">
      <dsp:nvSpPr>
        <dsp:cNvPr id="0" name=""/>
        <dsp:cNvSpPr/>
      </dsp:nvSpPr>
      <dsp:spPr>
        <a:xfrm>
          <a:off x="0" y="932174"/>
          <a:ext cx="6666833" cy="678746"/>
        </a:xfrm>
        <a:prstGeom prst="roundRect">
          <a:avLst/>
        </a:prstGeom>
        <a:gradFill rotWithShape="0">
          <a:gsLst>
            <a:gs pos="0">
              <a:schemeClr val="accent5">
                <a:hueOff val="-2025358"/>
                <a:satOff val="-138"/>
                <a:lumOff val="327"/>
                <a:alphaOff val="0"/>
                <a:satMod val="103000"/>
                <a:lumMod val="102000"/>
                <a:tint val="94000"/>
              </a:schemeClr>
            </a:gs>
            <a:gs pos="50000">
              <a:schemeClr val="accent5">
                <a:hueOff val="-2025358"/>
                <a:satOff val="-138"/>
                <a:lumOff val="327"/>
                <a:alphaOff val="0"/>
                <a:satMod val="110000"/>
                <a:lumMod val="100000"/>
                <a:shade val="100000"/>
              </a:schemeClr>
            </a:gs>
            <a:gs pos="100000">
              <a:schemeClr val="accent5">
                <a:hueOff val="-2025358"/>
                <a:satOff val="-138"/>
                <a:lumOff val="327"/>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kern="1200"/>
            <a:t>Technical Learning</a:t>
          </a:r>
        </a:p>
      </dsp:txBody>
      <dsp:txXfrm>
        <a:off x="33134" y="965308"/>
        <a:ext cx="6600565" cy="612478"/>
      </dsp:txXfrm>
    </dsp:sp>
    <dsp:sp modelId="{286C6AE8-B831-4A59-9876-933D2547D22F}">
      <dsp:nvSpPr>
        <dsp:cNvPr id="0" name=""/>
        <dsp:cNvSpPr/>
      </dsp:nvSpPr>
      <dsp:spPr>
        <a:xfrm>
          <a:off x="0" y="1659880"/>
          <a:ext cx="6666833" cy="678746"/>
        </a:xfrm>
        <a:prstGeom prst="roundRect">
          <a:avLst/>
        </a:prstGeom>
        <a:gradFill rotWithShape="0">
          <a:gsLst>
            <a:gs pos="0">
              <a:schemeClr val="accent5">
                <a:hueOff val="-4050717"/>
                <a:satOff val="-275"/>
                <a:lumOff val="654"/>
                <a:alphaOff val="0"/>
                <a:satMod val="103000"/>
                <a:lumMod val="102000"/>
                <a:tint val="94000"/>
              </a:schemeClr>
            </a:gs>
            <a:gs pos="50000">
              <a:schemeClr val="accent5">
                <a:hueOff val="-4050717"/>
                <a:satOff val="-275"/>
                <a:lumOff val="654"/>
                <a:alphaOff val="0"/>
                <a:satMod val="110000"/>
                <a:lumMod val="100000"/>
                <a:shade val="100000"/>
              </a:schemeClr>
            </a:gs>
            <a:gs pos="100000">
              <a:schemeClr val="accent5">
                <a:hueOff val="-4050717"/>
                <a:satOff val="-275"/>
                <a:lumOff val="654"/>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b="1" kern="1200"/>
            <a:t>Advanced IOT Protocols </a:t>
          </a:r>
          <a:r>
            <a:rPr lang="en-US" sz="1700" kern="1200"/>
            <a:t>  Mastered professional IOT communication protocols and system architecture.</a:t>
          </a:r>
        </a:p>
      </dsp:txBody>
      <dsp:txXfrm>
        <a:off x="33134" y="1693014"/>
        <a:ext cx="6600565" cy="612478"/>
      </dsp:txXfrm>
    </dsp:sp>
    <dsp:sp modelId="{C5AFC7FF-6692-42DF-ACB9-F944A383B41D}">
      <dsp:nvSpPr>
        <dsp:cNvPr id="0" name=""/>
        <dsp:cNvSpPr/>
      </dsp:nvSpPr>
      <dsp:spPr>
        <a:xfrm>
          <a:off x="0" y="2387586"/>
          <a:ext cx="6666833" cy="678746"/>
        </a:xfrm>
        <a:prstGeom prst="roundRect">
          <a:avLst/>
        </a:prstGeom>
        <a:gradFill rotWithShape="0">
          <a:gsLst>
            <a:gs pos="0">
              <a:schemeClr val="accent5">
                <a:hueOff val="-6076075"/>
                <a:satOff val="-413"/>
                <a:lumOff val="981"/>
                <a:alphaOff val="0"/>
                <a:satMod val="103000"/>
                <a:lumMod val="102000"/>
                <a:tint val="94000"/>
              </a:schemeClr>
            </a:gs>
            <a:gs pos="50000">
              <a:schemeClr val="accent5">
                <a:hueOff val="-6076075"/>
                <a:satOff val="-413"/>
                <a:lumOff val="981"/>
                <a:alphaOff val="0"/>
                <a:satMod val="110000"/>
                <a:lumMod val="100000"/>
                <a:shade val="100000"/>
              </a:schemeClr>
            </a:gs>
            <a:gs pos="100000">
              <a:schemeClr val="accent5">
                <a:hueOff val="-6076075"/>
                <a:satOff val="-413"/>
                <a:lumOff val="981"/>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b="1" kern="1200"/>
            <a:t>ESP-IDF Framework </a:t>
          </a:r>
          <a:r>
            <a:rPr lang="en-US" sz="1700" kern="1200"/>
            <a:t> Gained expertise in Espressif' s development framework for complex embedded applications.</a:t>
          </a:r>
        </a:p>
      </dsp:txBody>
      <dsp:txXfrm>
        <a:off x="33134" y="2420720"/>
        <a:ext cx="6600565" cy="612478"/>
      </dsp:txXfrm>
    </dsp:sp>
    <dsp:sp modelId="{B1B6BCBA-525E-4CF3-B23D-A9E0D940EF33}">
      <dsp:nvSpPr>
        <dsp:cNvPr id="0" name=""/>
        <dsp:cNvSpPr/>
      </dsp:nvSpPr>
      <dsp:spPr>
        <a:xfrm>
          <a:off x="0" y="3115293"/>
          <a:ext cx="6666833" cy="678746"/>
        </a:xfrm>
        <a:prstGeom prst="roundRect">
          <a:avLst/>
        </a:prstGeom>
        <a:gradFill rotWithShape="0">
          <a:gsLst>
            <a:gs pos="0">
              <a:schemeClr val="accent5">
                <a:hueOff val="-8101434"/>
                <a:satOff val="-551"/>
                <a:lumOff val="1307"/>
                <a:alphaOff val="0"/>
                <a:satMod val="103000"/>
                <a:lumMod val="102000"/>
                <a:tint val="94000"/>
              </a:schemeClr>
            </a:gs>
            <a:gs pos="50000">
              <a:schemeClr val="accent5">
                <a:hueOff val="-8101434"/>
                <a:satOff val="-551"/>
                <a:lumOff val="1307"/>
                <a:alphaOff val="0"/>
                <a:satMod val="110000"/>
                <a:lumMod val="100000"/>
                <a:shade val="100000"/>
              </a:schemeClr>
            </a:gs>
            <a:gs pos="100000">
              <a:schemeClr val="accent5">
                <a:hueOff val="-8101434"/>
                <a:satOff val="-551"/>
                <a:lumOff val="1307"/>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b="1" kern="1200"/>
            <a:t>Industrial Firmware Development </a:t>
          </a:r>
          <a:r>
            <a:rPr lang="en-US" sz="1700" kern="1200"/>
            <a:t> Understanding of production-grade firmware coding standards and debugging practices</a:t>
          </a:r>
        </a:p>
      </dsp:txBody>
      <dsp:txXfrm>
        <a:off x="33134" y="3148427"/>
        <a:ext cx="6600565" cy="612478"/>
      </dsp:txXfrm>
    </dsp:sp>
    <dsp:sp modelId="{CED4CD3F-0185-4843-8565-4C1892C2432D}">
      <dsp:nvSpPr>
        <dsp:cNvPr id="0" name=""/>
        <dsp:cNvSpPr/>
      </dsp:nvSpPr>
      <dsp:spPr>
        <a:xfrm>
          <a:off x="0" y="3842999"/>
          <a:ext cx="6666833" cy="678746"/>
        </a:xfrm>
        <a:prstGeom prst="roundRect">
          <a:avLst/>
        </a:prstGeom>
        <a:gradFill rotWithShape="0">
          <a:gsLst>
            <a:gs pos="0">
              <a:schemeClr val="accent5">
                <a:hueOff val="-10126791"/>
                <a:satOff val="-688"/>
                <a:lumOff val="1634"/>
                <a:alphaOff val="0"/>
                <a:satMod val="103000"/>
                <a:lumMod val="102000"/>
                <a:tint val="94000"/>
              </a:schemeClr>
            </a:gs>
            <a:gs pos="50000">
              <a:schemeClr val="accent5">
                <a:hueOff val="-10126791"/>
                <a:satOff val="-688"/>
                <a:lumOff val="1634"/>
                <a:alphaOff val="0"/>
                <a:satMod val="110000"/>
                <a:lumMod val="100000"/>
                <a:shade val="100000"/>
              </a:schemeClr>
            </a:gs>
            <a:gs pos="100000">
              <a:schemeClr val="accent5">
                <a:hueOff val="-10126791"/>
                <a:satOff val="-688"/>
                <a:lumOff val="1634"/>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b="1" kern="1200"/>
            <a:t>System Integration </a:t>
          </a:r>
          <a:r>
            <a:rPr lang="en-US" sz="1700" kern="1200"/>
            <a:t>Enhanced skills in connecting sensors, actuators, and communication modules</a:t>
          </a:r>
        </a:p>
      </dsp:txBody>
      <dsp:txXfrm>
        <a:off x="33134" y="3876133"/>
        <a:ext cx="6600565" cy="612478"/>
      </dsp:txXfrm>
    </dsp:sp>
    <dsp:sp modelId="{FD5954D3-9449-4031-BCEA-A82DF7657DC9}">
      <dsp:nvSpPr>
        <dsp:cNvPr id="0" name=""/>
        <dsp:cNvSpPr/>
      </dsp:nvSpPr>
      <dsp:spPr>
        <a:xfrm>
          <a:off x="0" y="4570705"/>
          <a:ext cx="6666833" cy="678746"/>
        </a:xfrm>
        <a:prstGeom prst="roundRect">
          <a:avLst/>
        </a:prstGeom>
        <a:gradFill rotWithShape="0">
          <a:gsLst>
            <a:gs pos="0">
              <a:schemeClr val="accent5">
                <a:hueOff val="-12152150"/>
                <a:satOff val="-826"/>
                <a:lumOff val="1961"/>
                <a:alphaOff val="0"/>
                <a:satMod val="103000"/>
                <a:lumMod val="102000"/>
                <a:tint val="94000"/>
              </a:schemeClr>
            </a:gs>
            <a:gs pos="50000">
              <a:schemeClr val="accent5">
                <a:hueOff val="-12152150"/>
                <a:satOff val="-826"/>
                <a:lumOff val="1961"/>
                <a:alphaOff val="0"/>
                <a:satMod val="110000"/>
                <a:lumMod val="100000"/>
                <a:shade val="100000"/>
              </a:schemeClr>
            </a:gs>
            <a:gs pos="100000">
              <a:schemeClr val="accent5">
                <a:hueOff val="-12152150"/>
                <a:satOff val="-826"/>
                <a:lumOff val="1961"/>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b="1" kern="1200"/>
            <a:t>Real-time Systems </a:t>
          </a:r>
          <a:r>
            <a:rPr lang="en-US" sz="1700" kern="1200"/>
            <a:t> Learned to develop time-critical embedded applications with precise timing requirements</a:t>
          </a:r>
        </a:p>
      </dsp:txBody>
      <dsp:txXfrm>
        <a:off x="33134" y="4603839"/>
        <a:ext cx="6600565" cy="612478"/>
      </dsp:txXfrm>
    </dsp:sp>
  </dsp:spTree>
</dsp:drawing>
</file>

<file path=ppt/diagrams/drawing1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C9F7AB1-33C6-46EE-BE35-420BDEB4E0B2}">
      <dsp:nvSpPr>
        <dsp:cNvPr id="0" name=""/>
        <dsp:cNvSpPr/>
      </dsp:nvSpPr>
      <dsp:spPr>
        <a:xfrm>
          <a:off x="472505" y="2282"/>
          <a:ext cx="2724677" cy="1634806"/>
        </a:xfrm>
        <a:prstGeom prst="rect">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b="1" kern="1200"/>
            <a:t>Soft Skills Development</a:t>
          </a:r>
          <a:endParaRPr lang="en-US" sz="1700" kern="1200"/>
        </a:p>
      </dsp:txBody>
      <dsp:txXfrm>
        <a:off x="472505" y="2282"/>
        <a:ext cx="2724677" cy="1634806"/>
      </dsp:txXfrm>
    </dsp:sp>
    <dsp:sp modelId="{01E1C559-703C-4FA2-8677-BCB57D643A95}">
      <dsp:nvSpPr>
        <dsp:cNvPr id="0" name=""/>
        <dsp:cNvSpPr/>
      </dsp:nvSpPr>
      <dsp:spPr>
        <a:xfrm>
          <a:off x="3469650" y="2282"/>
          <a:ext cx="2724677" cy="1634806"/>
        </a:xfrm>
        <a:prstGeom prst="rect">
          <a:avLst/>
        </a:prstGeom>
        <a:gradFill rotWithShape="0">
          <a:gsLst>
            <a:gs pos="0">
              <a:schemeClr val="accent5">
                <a:hueOff val="-2430430"/>
                <a:satOff val="-165"/>
                <a:lumOff val="392"/>
                <a:alphaOff val="0"/>
                <a:satMod val="103000"/>
                <a:lumMod val="102000"/>
                <a:tint val="94000"/>
              </a:schemeClr>
            </a:gs>
            <a:gs pos="50000">
              <a:schemeClr val="accent5">
                <a:hueOff val="-2430430"/>
                <a:satOff val="-165"/>
                <a:lumOff val="392"/>
                <a:alphaOff val="0"/>
                <a:satMod val="110000"/>
                <a:lumMod val="100000"/>
                <a:shade val="100000"/>
              </a:schemeClr>
            </a:gs>
            <a:gs pos="100000">
              <a:schemeClr val="accent5">
                <a:hueOff val="-2430430"/>
                <a:satOff val="-165"/>
                <a:lumOff val="392"/>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b="1" kern="1200"/>
            <a:t>Technical Communication</a:t>
          </a:r>
          <a:r>
            <a:rPr lang="en-US" sz="1700" kern="1200"/>
            <a:t>  Presenting complex embedded system and SolidWorks concepts clearly to diverse audiences</a:t>
          </a:r>
        </a:p>
      </dsp:txBody>
      <dsp:txXfrm>
        <a:off x="3469650" y="2282"/>
        <a:ext cx="2724677" cy="1634806"/>
      </dsp:txXfrm>
    </dsp:sp>
    <dsp:sp modelId="{5970B308-01E6-44CB-BF02-44C21CA2054D}">
      <dsp:nvSpPr>
        <dsp:cNvPr id="0" name=""/>
        <dsp:cNvSpPr/>
      </dsp:nvSpPr>
      <dsp:spPr>
        <a:xfrm>
          <a:off x="472505" y="1909556"/>
          <a:ext cx="2724677" cy="1634806"/>
        </a:xfrm>
        <a:prstGeom prst="rect">
          <a:avLst/>
        </a:prstGeom>
        <a:gradFill rotWithShape="0">
          <a:gsLst>
            <a:gs pos="0">
              <a:schemeClr val="accent5">
                <a:hueOff val="-4860860"/>
                <a:satOff val="-330"/>
                <a:lumOff val="784"/>
                <a:alphaOff val="0"/>
                <a:satMod val="103000"/>
                <a:lumMod val="102000"/>
                <a:tint val="94000"/>
              </a:schemeClr>
            </a:gs>
            <a:gs pos="50000">
              <a:schemeClr val="accent5">
                <a:hueOff val="-4860860"/>
                <a:satOff val="-330"/>
                <a:lumOff val="784"/>
                <a:alphaOff val="0"/>
                <a:satMod val="110000"/>
                <a:lumMod val="100000"/>
                <a:shade val="100000"/>
              </a:schemeClr>
            </a:gs>
            <a:gs pos="100000">
              <a:schemeClr val="accent5">
                <a:hueOff val="-4860860"/>
                <a:satOff val="-330"/>
                <a:lumOff val="784"/>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b="1" kern="1200"/>
            <a:t>Cross-functional Collaboration </a:t>
          </a:r>
          <a:r>
            <a:rPr lang="en-US" sz="1700" kern="1200"/>
            <a:t> Working effectively with hardware engineers, software developers, and project managers</a:t>
          </a:r>
        </a:p>
      </dsp:txBody>
      <dsp:txXfrm>
        <a:off x="472505" y="1909556"/>
        <a:ext cx="2724677" cy="1634806"/>
      </dsp:txXfrm>
    </dsp:sp>
    <dsp:sp modelId="{8C2EE34B-6293-4DBF-828B-3AA46FC8F620}">
      <dsp:nvSpPr>
        <dsp:cNvPr id="0" name=""/>
        <dsp:cNvSpPr/>
      </dsp:nvSpPr>
      <dsp:spPr>
        <a:xfrm>
          <a:off x="3469650" y="1909556"/>
          <a:ext cx="2724677" cy="1634806"/>
        </a:xfrm>
        <a:prstGeom prst="rect">
          <a:avLst/>
        </a:prstGeom>
        <a:gradFill rotWithShape="0">
          <a:gsLst>
            <a:gs pos="0">
              <a:schemeClr val="accent5">
                <a:hueOff val="-7291290"/>
                <a:satOff val="-496"/>
                <a:lumOff val="1177"/>
                <a:alphaOff val="0"/>
                <a:satMod val="103000"/>
                <a:lumMod val="102000"/>
                <a:tint val="94000"/>
              </a:schemeClr>
            </a:gs>
            <a:gs pos="50000">
              <a:schemeClr val="accent5">
                <a:hueOff val="-7291290"/>
                <a:satOff val="-496"/>
                <a:lumOff val="1177"/>
                <a:alphaOff val="0"/>
                <a:satMod val="110000"/>
                <a:lumMod val="100000"/>
                <a:shade val="100000"/>
              </a:schemeClr>
            </a:gs>
            <a:gs pos="100000">
              <a:schemeClr val="accent5">
                <a:hueOff val="-7291290"/>
                <a:satOff val="-496"/>
                <a:lumOff val="1177"/>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b="1" kern="1200"/>
            <a:t>Project Management </a:t>
          </a:r>
          <a:r>
            <a:rPr lang="en-US" sz="1700" kern="1200"/>
            <a:t> Balancing multiple embedded projects while maintaining academic excellence</a:t>
          </a:r>
        </a:p>
      </dsp:txBody>
      <dsp:txXfrm>
        <a:off x="3469650" y="1909556"/>
        <a:ext cx="2724677" cy="1634806"/>
      </dsp:txXfrm>
    </dsp:sp>
    <dsp:sp modelId="{AEF7B91B-1EA5-4F25-807F-F0DFB33C39B2}">
      <dsp:nvSpPr>
        <dsp:cNvPr id="0" name=""/>
        <dsp:cNvSpPr/>
      </dsp:nvSpPr>
      <dsp:spPr>
        <a:xfrm>
          <a:off x="472505" y="3816830"/>
          <a:ext cx="2724677" cy="1634806"/>
        </a:xfrm>
        <a:prstGeom prst="rect">
          <a:avLst/>
        </a:prstGeom>
        <a:gradFill rotWithShape="0">
          <a:gsLst>
            <a:gs pos="0">
              <a:schemeClr val="accent5">
                <a:hueOff val="-9721720"/>
                <a:satOff val="-661"/>
                <a:lumOff val="1569"/>
                <a:alphaOff val="0"/>
                <a:satMod val="103000"/>
                <a:lumMod val="102000"/>
                <a:tint val="94000"/>
              </a:schemeClr>
            </a:gs>
            <a:gs pos="50000">
              <a:schemeClr val="accent5">
                <a:hueOff val="-9721720"/>
                <a:satOff val="-661"/>
                <a:lumOff val="1569"/>
                <a:alphaOff val="0"/>
                <a:satMod val="110000"/>
                <a:lumMod val="100000"/>
                <a:shade val="100000"/>
              </a:schemeClr>
            </a:gs>
            <a:gs pos="100000">
              <a:schemeClr val="accent5">
                <a:hueOff val="-9721720"/>
                <a:satOff val="-661"/>
                <a:lumOff val="1569"/>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b="1" kern="1200"/>
            <a:t>Continuous Learning </a:t>
          </a:r>
          <a:r>
            <a:rPr lang="en-US" sz="1700" kern="1200"/>
            <a:t> Developing expertise in emerging IoT technologies and industry trends</a:t>
          </a:r>
        </a:p>
      </dsp:txBody>
      <dsp:txXfrm>
        <a:off x="472505" y="3816830"/>
        <a:ext cx="2724677" cy="1634806"/>
      </dsp:txXfrm>
    </dsp:sp>
    <dsp:sp modelId="{CB913ED9-5CC4-4C9E-B248-E080D9CC6ED4}">
      <dsp:nvSpPr>
        <dsp:cNvPr id="0" name=""/>
        <dsp:cNvSpPr/>
      </dsp:nvSpPr>
      <dsp:spPr>
        <a:xfrm>
          <a:off x="3469650" y="3816830"/>
          <a:ext cx="2724677" cy="1634806"/>
        </a:xfrm>
        <a:prstGeom prst="rect">
          <a:avLst/>
        </a:prstGeom>
        <a:gradFill rotWithShape="0">
          <a:gsLst>
            <a:gs pos="0">
              <a:schemeClr val="accent5">
                <a:hueOff val="-12152150"/>
                <a:satOff val="-826"/>
                <a:lumOff val="1961"/>
                <a:alphaOff val="0"/>
                <a:satMod val="103000"/>
                <a:lumMod val="102000"/>
                <a:tint val="94000"/>
              </a:schemeClr>
            </a:gs>
            <a:gs pos="50000">
              <a:schemeClr val="accent5">
                <a:hueOff val="-12152150"/>
                <a:satOff val="-826"/>
                <a:lumOff val="1961"/>
                <a:alphaOff val="0"/>
                <a:satMod val="110000"/>
                <a:lumMod val="100000"/>
                <a:shade val="100000"/>
              </a:schemeClr>
            </a:gs>
            <a:gs pos="100000">
              <a:schemeClr val="accent5">
                <a:hueOff val="-12152150"/>
                <a:satOff val="-826"/>
                <a:lumOff val="1961"/>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b="1" kern="1200"/>
            <a:t>Mentorship</a:t>
          </a:r>
          <a:r>
            <a:rPr lang="en-US" sz="1700" kern="1200"/>
            <a:t> Guiding colleagues on embedded programming concepts and best practices</a:t>
          </a:r>
        </a:p>
      </dsp:txBody>
      <dsp:txXfrm>
        <a:off x="3469650" y="3816830"/>
        <a:ext cx="2724677" cy="1634806"/>
      </dsp:txXfrm>
    </dsp:sp>
  </dsp:spTree>
</dsp:drawing>
</file>

<file path=ppt/diagrams/drawing1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42CD214-6776-424C-95EF-93A45625A690}">
      <dsp:nvSpPr>
        <dsp:cNvPr id="0" name=""/>
        <dsp:cNvSpPr/>
      </dsp:nvSpPr>
      <dsp:spPr>
        <a:xfrm>
          <a:off x="0" y="108571"/>
          <a:ext cx="10515600" cy="998156"/>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kern="1200"/>
            <a:t>Industry Insights</a:t>
          </a:r>
          <a:endParaRPr lang="en-US" sz="2500" kern="1200"/>
        </a:p>
      </dsp:txBody>
      <dsp:txXfrm>
        <a:off x="48726" y="157297"/>
        <a:ext cx="10418148" cy="900704"/>
      </dsp:txXfrm>
    </dsp:sp>
    <dsp:sp modelId="{165047AA-341F-4BD6-8C1E-F0A6831021BA}">
      <dsp:nvSpPr>
        <dsp:cNvPr id="0" name=""/>
        <dsp:cNvSpPr/>
      </dsp:nvSpPr>
      <dsp:spPr>
        <a:xfrm>
          <a:off x="0" y="1178728"/>
          <a:ext cx="10515600" cy="998156"/>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kern="1200"/>
            <a:t>Understanding of IoT product development lifecycle from concept to deployment.</a:t>
          </a:r>
        </a:p>
      </dsp:txBody>
      <dsp:txXfrm>
        <a:off x="48726" y="1227454"/>
        <a:ext cx="10418148" cy="900704"/>
      </dsp:txXfrm>
    </dsp:sp>
    <dsp:sp modelId="{CEF68F07-00E9-408F-BC89-39F909836700}">
      <dsp:nvSpPr>
        <dsp:cNvPr id="0" name=""/>
        <dsp:cNvSpPr/>
      </dsp:nvSpPr>
      <dsp:spPr>
        <a:xfrm>
          <a:off x="0" y="2248884"/>
          <a:ext cx="10515600" cy="998156"/>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kern="1200"/>
            <a:t>Experience with real-world embedded system constraints including power management, memory optimization, and performance requirements</a:t>
          </a:r>
        </a:p>
      </dsp:txBody>
      <dsp:txXfrm>
        <a:off x="48726" y="2297610"/>
        <a:ext cx="10418148" cy="900704"/>
      </dsp:txXfrm>
    </dsp:sp>
    <dsp:sp modelId="{DE2FF4DA-58D6-4EB4-A166-34D6B6CD0665}">
      <dsp:nvSpPr>
        <dsp:cNvPr id="0" name=""/>
        <dsp:cNvSpPr/>
      </dsp:nvSpPr>
      <dsp:spPr>
        <a:xfrm>
          <a:off x="0" y="3319040"/>
          <a:ext cx="10515600" cy="998156"/>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kern="1200"/>
            <a:t>Appreciation for the importance of scalable IoT architectures and robust firmware design.</a:t>
          </a:r>
        </a:p>
      </dsp:txBody>
      <dsp:txXfrm>
        <a:off x="48726" y="3367766"/>
        <a:ext cx="10418148" cy="900704"/>
      </dsp:txXfrm>
    </dsp:sp>
    <dsp:sp modelId="{48A68489-3C40-49FD-B467-52F49A9BA217}">
      <dsp:nvSpPr>
        <dsp:cNvPr id="0" name=""/>
        <dsp:cNvSpPr/>
      </dsp:nvSpPr>
      <dsp:spPr>
        <a:xfrm>
          <a:off x="0" y="4389196"/>
          <a:ext cx="10515600" cy="998156"/>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kern="1200"/>
            <a:t>Insight into professional embedded development tools and industry-standard practices</a:t>
          </a:r>
        </a:p>
      </dsp:txBody>
      <dsp:txXfrm>
        <a:off x="48726" y="4437922"/>
        <a:ext cx="10418148" cy="900704"/>
      </dsp:txXfrm>
    </dsp:sp>
  </dsp:spTree>
</dsp:drawing>
</file>

<file path=ppt/diagrams/drawing1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D380201-A2A6-41C7-B0BE-7ABB3567C298}">
      <dsp:nvSpPr>
        <dsp:cNvPr id="0" name=""/>
        <dsp:cNvSpPr/>
      </dsp:nvSpPr>
      <dsp:spPr>
        <a:xfrm>
          <a:off x="0" y="2281"/>
          <a:ext cx="10515600" cy="1156076"/>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8F9C12F-AF6F-4BCF-A124-F71A1571207B}">
      <dsp:nvSpPr>
        <dsp:cNvPr id="0" name=""/>
        <dsp:cNvSpPr/>
      </dsp:nvSpPr>
      <dsp:spPr>
        <a:xfrm>
          <a:off x="349713" y="262398"/>
          <a:ext cx="635842" cy="63584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F330D9A-69B8-4856-AB85-1026BDC831E4}">
      <dsp:nvSpPr>
        <dsp:cNvPr id="0" name=""/>
        <dsp:cNvSpPr/>
      </dsp:nvSpPr>
      <dsp:spPr>
        <a:xfrm>
          <a:off x="1335268" y="2281"/>
          <a:ext cx="9180331" cy="115607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2351" tIns="122351" rIns="122351" bIns="122351" numCol="1" spcCol="1270" anchor="ctr" anchorCtr="0">
          <a:noAutofit/>
        </a:bodyPr>
        <a:lstStyle/>
        <a:p>
          <a:pPr marL="0" lvl="0" indent="0" algn="l" defTabSz="977900">
            <a:lnSpc>
              <a:spcPct val="100000"/>
            </a:lnSpc>
            <a:spcBef>
              <a:spcPct val="0"/>
            </a:spcBef>
            <a:spcAft>
              <a:spcPct val="35000"/>
            </a:spcAft>
            <a:buNone/>
          </a:pPr>
          <a:r>
            <a:rPr lang="en-US" sz="2200" b="1" kern="1200"/>
            <a:t>Academic-Industry Connection</a:t>
          </a:r>
          <a:endParaRPr lang="en-US" sz="2200" kern="1200"/>
        </a:p>
      </dsp:txBody>
      <dsp:txXfrm>
        <a:off x="1335268" y="2281"/>
        <a:ext cx="9180331" cy="1156076"/>
      </dsp:txXfrm>
    </dsp:sp>
    <dsp:sp modelId="{99341226-E343-4C6D-BD28-734A54643785}">
      <dsp:nvSpPr>
        <dsp:cNvPr id="0" name=""/>
        <dsp:cNvSpPr/>
      </dsp:nvSpPr>
      <dsp:spPr>
        <a:xfrm>
          <a:off x="0" y="1447376"/>
          <a:ext cx="10515600" cy="1156076"/>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FA4C66E-E513-42A9-8DB8-BBE49113DF1A}">
      <dsp:nvSpPr>
        <dsp:cNvPr id="0" name=""/>
        <dsp:cNvSpPr/>
      </dsp:nvSpPr>
      <dsp:spPr>
        <a:xfrm>
          <a:off x="349713" y="1707493"/>
          <a:ext cx="635842" cy="635842"/>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F94D82E-E0B3-43B2-BED6-81179A22135E}">
      <dsp:nvSpPr>
        <dsp:cNvPr id="0" name=""/>
        <dsp:cNvSpPr/>
      </dsp:nvSpPr>
      <dsp:spPr>
        <a:xfrm>
          <a:off x="1335268" y="1447376"/>
          <a:ext cx="9180331" cy="115607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2351" tIns="122351" rIns="122351" bIns="122351" numCol="1" spcCol="1270" anchor="ctr" anchorCtr="0">
          <a:noAutofit/>
        </a:bodyPr>
        <a:lstStyle/>
        <a:p>
          <a:pPr marL="0" lvl="0" indent="0" algn="l" defTabSz="977900">
            <a:lnSpc>
              <a:spcPct val="100000"/>
            </a:lnSpc>
            <a:spcBef>
              <a:spcPct val="0"/>
            </a:spcBef>
            <a:spcAft>
              <a:spcPct val="35000"/>
            </a:spcAft>
            <a:buNone/>
          </a:pPr>
          <a:r>
            <a:rPr lang="en-US" sz="2200" kern="1200"/>
            <a:t>Applied Digital Signal Processing knowledge to practical IoT sensor data processing.</a:t>
          </a:r>
        </a:p>
      </dsp:txBody>
      <dsp:txXfrm>
        <a:off x="1335268" y="1447376"/>
        <a:ext cx="9180331" cy="1156076"/>
      </dsp:txXfrm>
    </dsp:sp>
    <dsp:sp modelId="{1A8DF598-B385-46D9-BD8C-0A2AB80BD646}">
      <dsp:nvSpPr>
        <dsp:cNvPr id="0" name=""/>
        <dsp:cNvSpPr/>
      </dsp:nvSpPr>
      <dsp:spPr>
        <a:xfrm>
          <a:off x="0" y="2892472"/>
          <a:ext cx="10515600" cy="1156076"/>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34B0C43-7B31-4246-9B24-FBBDAA5A29F7}">
      <dsp:nvSpPr>
        <dsp:cNvPr id="0" name=""/>
        <dsp:cNvSpPr/>
      </dsp:nvSpPr>
      <dsp:spPr>
        <a:xfrm>
          <a:off x="349713" y="3152589"/>
          <a:ext cx="635842" cy="635842"/>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E835461-0D48-4469-98B5-9FB43006C4BC}">
      <dsp:nvSpPr>
        <dsp:cNvPr id="0" name=""/>
        <dsp:cNvSpPr/>
      </dsp:nvSpPr>
      <dsp:spPr>
        <a:xfrm>
          <a:off x="1335268" y="2892472"/>
          <a:ext cx="9180331" cy="115607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2351" tIns="122351" rIns="122351" bIns="122351" numCol="1" spcCol="1270" anchor="ctr" anchorCtr="0">
          <a:noAutofit/>
        </a:bodyPr>
        <a:lstStyle/>
        <a:p>
          <a:pPr marL="0" lvl="0" indent="0" algn="l" defTabSz="977900">
            <a:lnSpc>
              <a:spcPct val="100000"/>
            </a:lnSpc>
            <a:spcBef>
              <a:spcPct val="0"/>
            </a:spcBef>
            <a:spcAft>
              <a:spcPct val="35000"/>
            </a:spcAft>
            <a:buNone/>
          </a:pPr>
          <a:r>
            <a:rPr lang="en-US" sz="2200" kern="1200"/>
            <a:t>Utilized Database Management skills for IoT data logging and analytics.</a:t>
          </a:r>
        </a:p>
      </dsp:txBody>
      <dsp:txXfrm>
        <a:off x="1335268" y="2892472"/>
        <a:ext cx="9180331" cy="1156076"/>
      </dsp:txXfrm>
    </dsp:sp>
    <dsp:sp modelId="{934286DA-8C0F-45A1-BF13-8F2529E1EF3E}">
      <dsp:nvSpPr>
        <dsp:cNvPr id="0" name=""/>
        <dsp:cNvSpPr/>
      </dsp:nvSpPr>
      <dsp:spPr>
        <a:xfrm>
          <a:off x="0" y="4337567"/>
          <a:ext cx="10515600" cy="1156076"/>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60728C5-A1D9-4691-ABD7-F1E502D992A9}">
      <dsp:nvSpPr>
        <dsp:cNvPr id="0" name=""/>
        <dsp:cNvSpPr/>
      </dsp:nvSpPr>
      <dsp:spPr>
        <a:xfrm>
          <a:off x="349713" y="4597684"/>
          <a:ext cx="635842" cy="635842"/>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D8811C7-220F-4309-B3A2-8521A4DE632B}">
      <dsp:nvSpPr>
        <dsp:cNvPr id="0" name=""/>
        <dsp:cNvSpPr/>
      </dsp:nvSpPr>
      <dsp:spPr>
        <a:xfrm>
          <a:off x="1335268" y="4337567"/>
          <a:ext cx="9180331" cy="115607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2351" tIns="122351" rIns="122351" bIns="122351" numCol="1" spcCol="1270" anchor="ctr" anchorCtr="0">
          <a:noAutofit/>
        </a:bodyPr>
        <a:lstStyle/>
        <a:p>
          <a:pPr marL="0" lvl="0" indent="0" algn="l" defTabSz="977900">
            <a:lnSpc>
              <a:spcPct val="100000"/>
            </a:lnSpc>
            <a:spcBef>
              <a:spcPct val="0"/>
            </a:spcBef>
            <a:spcAft>
              <a:spcPct val="35000"/>
            </a:spcAft>
            <a:buNone/>
          </a:pPr>
          <a:r>
            <a:rPr lang="en-US" sz="2200" kern="1200"/>
            <a:t>Implemented Circuit Design &amp; Analysis principles in real embedded hardware projects.</a:t>
          </a:r>
        </a:p>
      </dsp:txBody>
      <dsp:txXfrm>
        <a:off x="1335268" y="4337567"/>
        <a:ext cx="9180331" cy="1156076"/>
      </dsp:txXfrm>
    </dsp:sp>
  </dsp:spTree>
</dsp:drawing>
</file>

<file path=ppt/diagrams/drawing2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311036E-4D4F-41A3-9C60-4DF1453F0353}">
      <dsp:nvSpPr>
        <dsp:cNvPr id="0" name=""/>
        <dsp:cNvSpPr/>
      </dsp:nvSpPr>
      <dsp:spPr>
        <a:xfrm>
          <a:off x="0" y="4293"/>
          <a:ext cx="10515600" cy="914556"/>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CA26DF3-0F5D-4BE8-998A-CFD3EF11E653}">
      <dsp:nvSpPr>
        <dsp:cNvPr id="0" name=""/>
        <dsp:cNvSpPr/>
      </dsp:nvSpPr>
      <dsp:spPr>
        <a:xfrm>
          <a:off x="276653" y="210068"/>
          <a:ext cx="503005" cy="503005"/>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2D134BB-890A-483B-BBC1-48D20A65324E}">
      <dsp:nvSpPr>
        <dsp:cNvPr id="0" name=""/>
        <dsp:cNvSpPr/>
      </dsp:nvSpPr>
      <dsp:spPr>
        <a:xfrm>
          <a:off x="1056312" y="4293"/>
          <a:ext cx="9459287" cy="91455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6791" tIns="96791" rIns="96791" bIns="96791" numCol="1" spcCol="1270" anchor="ctr" anchorCtr="0">
          <a:noAutofit/>
        </a:bodyPr>
        <a:lstStyle/>
        <a:p>
          <a:pPr marL="0" lvl="0" indent="0" algn="l" defTabSz="844550">
            <a:lnSpc>
              <a:spcPct val="100000"/>
            </a:lnSpc>
            <a:spcBef>
              <a:spcPct val="0"/>
            </a:spcBef>
            <a:spcAft>
              <a:spcPct val="35000"/>
            </a:spcAft>
            <a:buNone/>
          </a:pPr>
          <a:r>
            <a:rPr lang="en-US" sz="1900" kern="1200"/>
            <a:t>Lessons That Will Shape My Future</a:t>
          </a:r>
        </a:p>
      </dsp:txBody>
      <dsp:txXfrm>
        <a:off x="1056312" y="4293"/>
        <a:ext cx="9459287" cy="914556"/>
      </dsp:txXfrm>
    </dsp:sp>
    <dsp:sp modelId="{E804223F-CCCC-4BA0-96DA-FDFE30A8BAA6}">
      <dsp:nvSpPr>
        <dsp:cNvPr id="0" name=""/>
        <dsp:cNvSpPr/>
      </dsp:nvSpPr>
      <dsp:spPr>
        <a:xfrm>
          <a:off x="0" y="1147489"/>
          <a:ext cx="10515600" cy="914556"/>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2C50144-25EB-497C-BBD1-9BC1EE5C4016}">
      <dsp:nvSpPr>
        <dsp:cNvPr id="0" name=""/>
        <dsp:cNvSpPr/>
      </dsp:nvSpPr>
      <dsp:spPr>
        <a:xfrm>
          <a:off x="276653" y="1353264"/>
          <a:ext cx="503005" cy="503005"/>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917DAF4-D45E-43D5-AB8E-D2B86248C904}">
      <dsp:nvSpPr>
        <dsp:cNvPr id="0" name=""/>
        <dsp:cNvSpPr/>
      </dsp:nvSpPr>
      <dsp:spPr>
        <a:xfrm>
          <a:off x="1056312" y="1147489"/>
          <a:ext cx="9459287" cy="91455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6791" tIns="96791" rIns="96791" bIns="96791" numCol="1" spcCol="1270" anchor="ctr" anchorCtr="0">
          <a:noAutofit/>
        </a:bodyPr>
        <a:lstStyle/>
        <a:p>
          <a:pPr marL="0" lvl="0" indent="0" algn="l" defTabSz="844550">
            <a:lnSpc>
              <a:spcPct val="100000"/>
            </a:lnSpc>
            <a:spcBef>
              <a:spcPct val="0"/>
            </a:spcBef>
            <a:spcAft>
              <a:spcPct val="35000"/>
            </a:spcAft>
            <a:buNone/>
          </a:pPr>
          <a:r>
            <a:rPr lang="en-US" sz="1900" b="1" kern="1200"/>
            <a:t>The importance of asking questions</a:t>
          </a:r>
          <a:r>
            <a:rPr lang="en-US" sz="1900" kern="1200"/>
            <a:t> - No question is too small when it comes to delivering quality work</a:t>
          </a:r>
        </a:p>
      </dsp:txBody>
      <dsp:txXfrm>
        <a:off x="1056312" y="1147489"/>
        <a:ext cx="9459287" cy="914556"/>
      </dsp:txXfrm>
    </dsp:sp>
    <dsp:sp modelId="{5AF62D3C-C69F-4117-A3C6-D1295B87AB70}">
      <dsp:nvSpPr>
        <dsp:cNvPr id="0" name=""/>
        <dsp:cNvSpPr/>
      </dsp:nvSpPr>
      <dsp:spPr>
        <a:xfrm>
          <a:off x="0" y="2290684"/>
          <a:ext cx="10515600" cy="914556"/>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65B9EB0-D125-448C-BB37-001672DBA678}">
      <dsp:nvSpPr>
        <dsp:cNvPr id="0" name=""/>
        <dsp:cNvSpPr/>
      </dsp:nvSpPr>
      <dsp:spPr>
        <a:xfrm>
          <a:off x="276653" y="2496459"/>
          <a:ext cx="503005" cy="503005"/>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33A28D0-110B-4649-AB42-D67575DA34C1}">
      <dsp:nvSpPr>
        <dsp:cNvPr id="0" name=""/>
        <dsp:cNvSpPr/>
      </dsp:nvSpPr>
      <dsp:spPr>
        <a:xfrm>
          <a:off x="1056312" y="2290684"/>
          <a:ext cx="9459287" cy="91455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6791" tIns="96791" rIns="96791" bIns="96791" numCol="1" spcCol="1270" anchor="ctr" anchorCtr="0">
          <a:noAutofit/>
        </a:bodyPr>
        <a:lstStyle/>
        <a:p>
          <a:pPr marL="0" lvl="0" indent="0" algn="l" defTabSz="844550">
            <a:lnSpc>
              <a:spcPct val="100000"/>
            </a:lnSpc>
            <a:spcBef>
              <a:spcPct val="0"/>
            </a:spcBef>
            <a:spcAft>
              <a:spcPct val="35000"/>
            </a:spcAft>
            <a:buNone/>
          </a:pPr>
          <a:r>
            <a:rPr lang="en-US" sz="1900" b="1" kern="1200"/>
            <a:t>Code is read more than it's written</a:t>
          </a:r>
          <a:r>
            <a:rPr lang="en-US" sz="1900" kern="1200"/>
            <a:t> - Writing clean, maintainable code is crucial</a:t>
          </a:r>
        </a:p>
      </dsp:txBody>
      <dsp:txXfrm>
        <a:off x="1056312" y="2290684"/>
        <a:ext cx="9459287" cy="914556"/>
      </dsp:txXfrm>
    </dsp:sp>
    <dsp:sp modelId="{14A0A4E0-541B-4ED6-9789-955498D155BF}">
      <dsp:nvSpPr>
        <dsp:cNvPr id="0" name=""/>
        <dsp:cNvSpPr/>
      </dsp:nvSpPr>
      <dsp:spPr>
        <a:xfrm>
          <a:off x="0" y="3433879"/>
          <a:ext cx="10515600" cy="914556"/>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076776E-F3ED-4C54-B769-AA9F99628276}">
      <dsp:nvSpPr>
        <dsp:cNvPr id="0" name=""/>
        <dsp:cNvSpPr/>
      </dsp:nvSpPr>
      <dsp:spPr>
        <a:xfrm>
          <a:off x="276653" y="3639654"/>
          <a:ext cx="503005" cy="503005"/>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DEF7AD4-337B-4F23-A7C4-73E254713E64}">
      <dsp:nvSpPr>
        <dsp:cNvPr id="0" name=""/>
        <dsp:cNvSpPr/>
      </dsp:nvSpPr>
      <dsp:spPr>
        <a:xfrm>
          <a:off x="1056312" y="3433879"/>
          <a:ext cx="9459287" cy="91455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6791" tIns="96791" rIns="96791" bIns="96791" numCol="1" spcCol="1270" anchor="ctr" anchorCtr="0">
          <a:noAutofit/>
        </a:bodyPr>
        <a:lstStyle/>
        <a:p>
          <a:pPr marL="0" lvl="0" indent="0" algn="l" defTabSz="844550">
            <a:lnSpc>
              <a:spcPct val="100000"/>
            </a:lnSpc>
            <a:spcBef>
              <a:spcPct val="0"/>
            </a:spcBef>
            <a:spcAft>
              <a:spcPct val="35000"/>
            </a:spcAft>
            <a:buNone/>
          </a:pPr>
          <a:r>
            <a:rPr lang="en-US" sz="1900" b="1" kern="1200"/>
            <a:t>Continuous learning is essential</a:t>
          </a:r>
          <a:r>
            <a:rPr lang="en-US" sz="1900" kern="1200"/>
            <a:t> - Technology evolves rapidly, and staying curious is key</a:t>
          </a:r>
        </a:p>
      </dsp:txBody>
      <dsp:txXfrm>
        <a:off x="1056312" y="3433879"/>
        <a:ext cx="9459287" cy="914556"/>
      </dsp:txXfrm>
    </dsp:sp>
    <dsp:sp modelId="{09476493-3935-4AA6-B22C-08B3254CC99B}">
      <dsp:nvSpPr>
        <dsp:cNvPr id="0" name=""/>
        <dsp:cNvSpPr/>
      </dsp:nvSpPr>
      <dsp:spPr>
        <a:xfrm>
          <a:off x="0" y="4577075"/>
          <a:ext cx="10515600" cy="914556"/>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7DD5D22-8816-417E-8A88-1AB3F7DA9451}">
      <dsp:nvSpPr>
        <dsp:cNvPr id="0" name=""/>
        <dsp:cNvSpPr/>
      </dsp:nvSpPr>
      <dsp:spPr>
        <a:xfrm>
          <a:off x="276653" y="4782850"/>
          <a:ext cx="503005" cy="503005"/>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CB31D47-20A4-4FCE-BCBD-F02C8398EE42}">
      <dsp:nvSpPr>
        <dsp:cNvPr id="0" name=""/>
        <dsp:cNvSpPr/>
      </dsp:nvSpPr>
      <dsp:spPr>
        <a:xfrm>
          <a:off x="1056312" y="4577075"/>
          <a:ext cx="9459287" cy="91455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6791" tIns="96791" rIns="96791" bIns="96791" numCol="1" spcCol="1270" anchor="ctr" anchorCtr="0">
          <a:noAutofit/>
        </a:bodyPr>
        <a:lstStyle/>
        <a:p>
          <a:pPr marL="0" lvl="0" indent="0" algn="l" defTabSz="844550">
            <a:lnSpc>
              <a:spcPct val="100000"/>
            </a:lnSpc>
            <a:spcBef>
              <a:spcPct val="0"/>
            </a:spcBef>
            <a:spcAft>
              <a:spcPct val="35000"/>
            </a:spcAft>
            <a:buNone/>
          </a:pPr>
          <a:r>
            <a:rPr lang="en-US" sz="1900" b="1" kern="1200"/>
            <a:t>Team collaboration makes everything better</a:t>
          </a:r>
          <a:r>
            <a:rPr lang="en-US" sz="1900" kern="1200"/>
            <a:t> - Different perspectives lead to better solutions</a:t>
          </a:r>
        </a:p>
      </dsp:txBody>
      <dsp:txXfrm>
        <a:off x="1056312" y="4577075"/>
        <a:ext cx="9459287" cy="914556"/>
      </dsp:txXfrm>
    </dsp:sp>
  </dsp:spTree>
</dsp:drawing>
</file>

<file path=ppt/diagrams/drawing2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DFD996A-FEC2-44CE-A06F-A94D6C1321B2}">
      <dsp:nvSpPr>
        <dsp:cNvPr id="0" name=""/>
        <dsp:cNvSpPr/>
      </dsp:nvSpPr>
      <dsp:spPr>
        <a:xfrm>
          <a:off x="0" y="3072"/>
          <a:ext cx="10515600" cy="479498"/>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0F31AA1-7893-4672-94DF-8B726A392EDE}">
      <dsp:nvSpPr>
        <dsp:cNvPr id="0" name=""/>
        <dsp:cNvSpPr/>
      </dsp:nvSpPr>
      <dsp:spPr>
        <a:xfrm>
          <a:off x="145048" y="110959"/>
          <a:ext cx="263982" cy="263724"/>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485CA16-488C-4B57-A64D-A22407AB2ABB}">
      <dsp:nvSpPr>
        <dsp:cNvPr id="0" name=""/>
        <dsp:cNvSpPr/>
      </dsp:nvSpPr>
      <dsp:spPr>
        <a:xfrm>
          <a:off x="554078" y="3072"/>
          <a:ext cx="9878743" cy="62934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6605" tIns="66605" rIns="66605" bIns="66605" numCol="1" spcCol="1270" anchor="ctr" anchorCtr="0">
          <a:noAutofit/>
        </a:bodyPr>
        <a:lstStyle/>
        <a:p>
          <a:pPr marL="0" lvl="0" indent="0" algn="l" defTabSz="622300">
            <a:lnSpc>
              <a:spcPct val="100000"/>
            </a:lnSpc>
            <a:spcBef>
              <a:spcPct val="0"/>
            </a:spcBef>
            <a:spcAft>
              <a:spcPct val="35000"/>
            </a:spcAft>
            <a:buNone/>
          </a:pPr>
          <a:r>
            <a:rPr lang="en-US" sz="1400" kern="1200"/>
            <a:t>This internship at MachaDev has been transformative for my career in embedded systems and IOT development. </a:t>
          </a:r>
        </a:p>
      </dsp:txBody>
      <dsp:txXfrm>
        <a:off x="554078" y="3072"/>
        <a:ext cx="9878743" cy="629342"/>
      </dsp:txXfrm>
    </dsp:sp>
    <dsp:sp modelId="{AF615A8D-D27C-464B-BD7A-E791D618435F}">
      <dsp:nvSpPr>
        <dsp:cNvPr id="0" name=""/>
        <dsp:cNvSpPr/>
      </dsp:nvSpPr>
      <dsp:spPr>
        <a:xfrm>
          <a:off x="0" y="789749"/>
          <a:ext cx="10515600" cy="479498"/>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FDCA936-CEF5-4338-BA34-B5265D0A3A1A}">
      <dsp:nvSpPr>
        <dsp:cNvPr id="0" name=""/>
        <dsp:cNvSpPr/>
      </dsp:nvSpPr>
      <dsp:spPr>
        <a:xfrm>
          <a:off x="145048" y="897637"/>
          <a:ext cx="263982" cy="263724"/>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E62B996-19E9-4EB5-B250-A9A52173CEB9}">
      <dsp:nvSpPr>
        <dsp:cNvPr id="0" name=""/>
        <dsp:cNvSpPr/>
      </dsp:nvSpPr>
      <dsp:spPr>
        <a:xfrm>
          <a:off x="554078" y="789749"/>
          <a:ext cx="9878743" cy="62934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6605" tIns="66605" rIns="66605" bIns="66605" numCol="1" spcCol="1270" anchor="ctr" anchorCtr="0">
          <a:noAutofit/>
        </a:bodyPr>
        <a:lstStyle/>
        <a:p>
          <a:pPr marL="0" lvl="0" indent="0" algn="l" defTabSz="622300">
            <a:lnSpc>
              <a:spcPct val="100000"/>
            </a:lnSpc>
            <a:spcBef>
              <a:spcPct val="0"/>
            </a:spcBef>
            <a:spcAft>
              <a:spcPct val="35000"/>
            </a:spcAft>
            <a:buNone/>
          </a:pPr>
          <a:r>
            <a:rPr lang="en-US" sz="1400" kern="1200"/>
            <a:t>I entered with a strong academic foundation from HITEC University and practical experience from my previous RISETECH internship, and I'm leaving as a confident embedded systems engineer ready to tackle complex IOT challenges and CAM/CAD MODEL.</a:t>
          </a:r>
        </a:p>
      </dsp:txBody>
      <dsp:txXfrm>
        <a:off x="554078" y="789749"/>
        <a:ext cx="9878743" cy="629342"/>
      </dsp:txXfrm>
    </dsp:sp>
    <dsp:sp modelId="{CCEF4EFF-986E-4B42-A386-96BACF6F1018}">
      <dsp:nvSpPr>
        <dsp:cNvPr id="0" name=""/>
        <dsp:cNvSpPr/>
      </dsp:nvSpPr>
      <dsp:spPr>
        <a:xfrm>
          <a:off x="0" y="1576427"/>
          <a:ext cx="10515600" cy="479498"/>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03A8F61-5A8F-4406-B9A1-6760195B50EE}">
      <dsp:nvSpPr>
        <dsp:cNvPr id="0" name=""/>
        <dsp:cNvSpPr/>
      </dsp:nvSpPr>
      <dsp:spPr>
        <a:xfrm>
          <a:off x="145048" y="1684314"/>
          <a:ext cx="263982" cy="263724"/>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EC5F2AA-7EAF-413C-89AC-AE61E4E7228F}">
      <dsp:nvSpPr>
        <dsp:cNvPr id="0" name=""/>
        <dsp:cNvSpPr/>
      </dsp:nvSpPr>
      <dsp:spPr>
        <a:xfrm>
          <a:off x="554078" y="1576427"/>
          <a:ext cx="9878743" cy="62934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6605" tIns="66605" rIns="66605" bIns="66605" numCol="1" spcCol="1270" anchor="ctr" anchorCtr="0">
          <a:noAutofit/>
        </a:bodyPr>
        <a:lstStyle/>
        <a:p>
          <a:pPr marL="0" lvl="0" indent="0" algn="l" defTabSz="622300">
            <a:lnSpc>
              <a:spcPct val="100000"/>
            </a:lnSpc>
            <a:spcBef>
              <a:spcPct val="0"/>
            </a:spcBef>
            <a:spcAft>
              <a:spcPct val="35000"/>
            </a:spcAft>
            <a:buNone/>
          </a:pPr>
          <a:r>
            <a:rPr lang="en-US" sz="1400" kern="1200"/>
            <a:t>The experience has not only enhanced my technical expertise in firmware programming and hardware-software integration but also prepared me for the realities of professional embedded systems development.</a:t>
          </a:r>
        </a:p>
      </dsp:txBody>
      <dsp:txXfrm>
        <a:off x="554078" y="1576427"/>
        <a:ext cx="9878743" cy="629342"/>
      </dsp:txXfrm>
    </dsp:sp>
    <dsp:sp modelId="{093072F8-ED4D-453C-9F13-BDB4BB76FAAF}">
      <dsp:nvSpPr>
        <dsp:cNvPr id="0" name=""/>
        <dsp:cNvSpPr/>
      </dsp:nvSpPr>
      <dsp:spPr>
        <a:xfrm>
          <a:off x="0" y="2363105"/>
          <a:ext cx="10515600" cy="479498"/>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D02026B-DAA1-4745-96FC-8AEFCE2AB05D}">
      <dsp:nvSpPr>
        <dsp:cNvPr id="0" name=""/>
        <dsp:cNvSpPr/>
      </dsp:nvSpPr>
      <dsp:spPr>
        <a:xfrm>
          <a:off x="145048" y="2470992"/>
          <a:ext cx="263982" cy="263724"/>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084B6AC-A765-4D18-B788-2C1E782BC989}">
      <dsp:nvSpPr>
        <dsp:cNvPr id="0" name=""/>
        <dsp:cNvSpPr/>
      </dsp:nvSpPr>
      <dsp:spPr>
        <a:xfrm>
          <a:off x="554078" y="2363105"/>
          <a:ext cx="9878743" cy="62934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6605" tIns="66605" rIns="66605" bIns="66605" numCol="1" spcCol="1270" anchor="ctr" anchorCtr="0">
          <a:noAutofit/>
        </a:bodyPr>
        <a:lstStyle/>
        <a:p>
          <a:pPr marL="0" lvl="0" indent="0" algn="l" defTabSz="622300">
            <a:lnSpc>
              <a:spcPct val="100000"/>
            </a:lnSpc>
            <a:spcBef>
              <a:spcPct val="0"/>
            </a:spcBef>
            <a:spcAft>
              <a:spcPct val="35000"/>
            </a:spcAft>
            <a:buNone/>
          </a:pPr>
          <a:r>
            <a:rPr lang="en-US" sz="1400" kern="1200"/>
            <a:t>Most importantly, I've learned to bridge the gap between academic knowledge and industrial applications while maintaining my academic excellence.</a:t>
          </a:r>
        </a:p>
      </dsp:txBody>
      <dsp:txXfrm>
        <a:off x="554078" y="2363105"/>
        <a:ext cx="9878743" cy="629342"/>
      </dsp:txXfrm>
    </dsp:sp>
    <dsp:sp modelId="{B5CB8C17-3312-4F85-9AF0-62D25209442D}">
      <dsp:nvSpPr>
        <dsp:cNvPr id="0" name=""/>
        <dsp:cNvSpPr/>
      </dsp:nvSpPr>
      <dsp:spPr>
        <a:xfrm>
          <a:off x="0" y="3149783"/>
          <a:ext cx="10515600" cy="479498"/>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C17B1FC-CF61-44AC-9260-063D0B356E65}">
      <dsp:nvSpPr>
        <dsp:cNvPr id="0" name=""/>
        <dsp:cNvSpPr/>
      </dsp:nvSpPr>
      <dsp:spPr>
        <a:xfrm>
          <a:off x="145048" y="3257670"/>
          <a:ext cx="263982" cy="263724"/>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51D61AB-84FD-4882-8846-B3B6F61E8880}">
      <dsp:nvSpPr>
        <dsp:cNvPr id="0" name=""/>
        <dsp:cNvSpPr/>
      </dsp:nvSpPr>
      <dsp:spPr>
        <a:xfrm>
          <a:off x="554078" y="3149783"/>
          <a:ext cx="9878743" cy="62934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6605" tIns="66605" rIns="66605" bIns="66605" numCol="1" spcCol="1270" anchor="ctr" anchorCtr="0">
          <a:noAutofit/>
        </a:bodyPr>
        <a:lstStyle/>
        <a:p>
          <a:pPr marL="0" lvl="0" indent="0" algn="l" defTabSz="622300">
            <a:lnSpc>
              <a:spcPct val="100000"/>
            </a:lnSpc>
            <a:spcBef>
              <a:spcPct val="0"/>
            </a:spcBef>
            <a:spcAft>
              <a:spcPct val="35000"/>
            </a:spcAft>
            <a:buNone/>
          </a:pPr>
          <a:r>
            <a:rPr lang="en-US" sz="1400" kern="1200"/>
            <a:t>I carry forward invaluable industry insights that will enhance both my academic projects and my future career in Computer Engineering. </a:t>
          </a:r>
        </a:p>
      </dsp:txBody>
      <dsp:txXfrm>
        <a:off x="554078" y="3149783"/>
        <a:ext cx="9878743" cy="629342"/>
      </dsp:txXfrm>
    </dsp:sp>
    <dsp:sp modelId="{EE0533AD-7434-4139-8ADA-35799D7F88F8}">
      <dsp:nvSpPr>
        <dsp:cNvPr id="0" name=""/>
        <dsp:cNvSpPr/>
      </dsp:nvSpPr>
      <dsp:spPr>
        <a:xfrm>
          <a:off x="0" y="3936460"/>
          <a:ext cx="10515600" cy="479498"/>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21149F0-3EF1-43B7-B51B-A74712EE2838}">
      <dsp:nvSpPr>
        <dsp:cNvPr id="0" name=""/>
        <dsp:cNvSpPr/>
      </dsp:nvSpPr>
      <dsp:spPr>
        <a:xfrm>
          <a:off x="145048" y="4044348"/>
          <a:ext cx="263982" cy="263724"/>
        </a:xfrm>
        <a:prstGeom prst="rect">
          <a:avLst/>
        </a:prstGeom>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E465649-C9AD-4C17-A8E3-B3E467FCD749}">
      <dsp:nvSpPr>
        <dsp:cNvPr id="0" name=""/>
        <dsp:cNvSpPr/>
      </dsp:nvSpPr>
      <dsp:spPr>
        <a:xfrm>
          <a:off x="554078" y="3936460"/>
          <a:ext cx="9878743" cy="62934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6605" tIns="66605" rIns="66605" bIns="66605" numCol="1" spcCol="1270" anchor="ctr" anchorCtr="0">
          <a:noAutofit/>
        </a:bodyPr>
        <a:lstStyle/>
        <a:p>
          <a:pPr marL="0" lvl="0" indent="0" algn="l" defTabSz="622300">
            <a:lnSpc>
              <a:spcPct val="100000"/>
            </a:lnSpc>
            <a:spcBef>
              <a:spcPct val="0"/>
            </a:spcBef>
            <a:spcAft>
              <a:spcPct val="35000"/>
            </a:spcAft>
            <a:buNone/>
          </a:pPr>
          <a:r>
            <a:rPr lang="en-US" sz="1400" kern="1200"/>
            <a:t>This experience has solidified my passion for IoT development and embedded systems engineering.</a:t>
          </a:r>
        </a:p>
      </dsp:txBody>
      <dsp:txXfrm>
        <a:off x="554078" y="3936460"/>
        <a:ext cx="9878743" cy="629342"/>
      </dsp:txXfrm>
    </dsp:sp>
    <dsp:sp modelId="{025F7D08-E29C-4EA2-BCD7-B8B37A0C94CE}">
      <dsp:nvSpPr>
        <dsp:cNvPr id="0" name=""/>
        <dsp:cNvSpPr/>
      </dsp:nvSpPr>
      <dsp:spPr>
        <a:xfrm>
          <a:off x="0" y="4723138"/>
          <a:ext cx="10515600" cy="479498"/>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E92442D-C2AE-4258-B430-BBB9367DE1FC}">
      <dsp:nvSpPr>
        <dsp:cNvPr id="0" name=""/>
        <dsp:cNvSpPr/>
      </dsp:nvSpPr>
      <dsp:spPr>
        <a:xfrm>
          <a:off x="145048" y="4831025"/>
          <a:ext cx="263982" cy="263724"/>
        </a:xfrm>
        <a:prstGeom prst="rect">
          <a:avLst/>
        </a:prstGeom>
        <a:blipFill>
          <a:blip xmlns:r="http://schemas.openxmlformats.org/officeDocument/2006/relationships"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E4909C5-7B2F-474A-A561-A1183A1F9F53}">
      <dsp:nvSpPr>
        <dsp:cNvPr id="0" name=""/>
        <dsp:cNvSpPr/>
      </dsp:nvSpPr>
      <dsp:spPr>
        <a:xfrm>
          <a:off x="554078" y="4723138"/>
          <a:ext cx="9878743" cy="62934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6605" tIns="66605" rIns="66605" bIns="66605" numCol="1" spcCol="1270" anchor="ctr" anchorCtr="0">
          <a:noAutofit/>
        </a:bodyPr>
        <a:lstStyle/>
        <a:p>
          <a:pPr marL="0" lvl="0" indent="0" algn="l" defTabSz="622300">
            <a:lnSpc>
              <a:spcPct val="100000"/>
            </a:lnSpc>
            <a:spcBef>
              <a:spcPct val="0"/>
            </a:spcBef>
            <a:spcAft>
              <a:spcPct val="35000"/>
            </a:spcAft>
            <a:buNone/>
          </a:pPr>
          <a:r>
            <a:rPr lang="en-US" sz="1400" kern="1200"/>
            <a:t>I'm grateful to my mentors, teammates, and everyone at MachaDev who supported my growth throughout this journey.</a:t>
          </a:r>
        </a:p>
      </dsp:txBody>
      <dsp:txXfrm>
        <a:off x="554078" y="4723138"/>
        <a:ext cx="9878743" cy="629342"/>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4.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8.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9.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10.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1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1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7.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1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9.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0.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7.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AC877D-501E-42A1-9710-ECC3328AB29F}" type="datetimeFigureOut">
              <a:rPr lang="en-US" smtClean="0"/>
              <a:t>26-Aug-25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79143F0-67E0-4D5E-8CCE-A220134682F0}" type="slidenum">
              <a:rPr lang="en-US" smtClean="0"/>
              <a:t>‹#›</a:t>
            </a:fld>
            <a:endParaRPr lang="en-US"/>
          </a:p>
        </p:txBody>
      </p:sp>
    </p:spTree>
    <p:extLst>
      <p:ext uri="{BB962C8B-B14F-4D97-AF65-F5344CB8AC3E}">
        <p14:creationId xmlns:p14="http://schemas.microsoft.com/office/powerpoint/2010/main" val="19234022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DA9ED1-D17B-5509-AB72-7863D994437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77C916C-87E1-322B-54B3-C6EBC772FF8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417AAAF-93C6-898F-45A3-1A9391449075}"/>
              </a:ext>
            </a:extLst>
          </p:cNvPr>
          <p:cNvSpPr>
            <a:spLocks noGrp="1"/>
          </p:cNvSpPr>
          <p:nvPr>
            <p:ph type="dt" sz="half" idx="10"/>
          </p:nvPr>
        </p:nvSpPr>
        <p:spPr/>
        <p:txBody>
          <a:bodyPr/>
          <a:lstStyle/>
          <a:p>
            <a:fld id="{D85D3D1E-107B-4BF2-B9BF-81C190A782F8}" type="datetime1">
              <a:rPr lang="en-US" smtClean="0"/>
              <a:t>26-Aug-25</a:t>
            </a:fld>
            <a:endParaRPr lang="en-US"/>
          </a:p>
        </p:txBody>
      </p:sp>
      <p:sp>
        <p:nvSpPr>
          <p:cNvPr id="5" name="Footer Placeholder 4">
            <a:extLst>
              <a:ext uri="{FF2B5EF4-FFF2-40B4-BE49-F238E27FC236}">
                <a16:creationId xmlns:a16="http://schemas.microsoft.com/office/drawing/2014/main" id="{9A6CD3FB-CF42-BD97-B3C7-C3A7DFDF1B4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7E9F04B-21DB-46CA-193F-B8952C599096}"/>
              </a:ext>
            </a:extLst>
          </p:cNvPr>
          <p:cNvSpPr>
            <a:spLocks noGrp="1"/>
          </p:cNvSpPr>
          <p:nvPr>
            <p:ph type="sldNum" sz="quarter" idx="12"/>
          </p:nvPr>
        </p:nvSpPr>
        <p:spPr/>
        <p:txBody>
          <a:bodyPr/>
          <a:lstStyle/>
          <a:p>
            <a:fld id="{392B3D3E-E485-44A8-BBDD-34DFF53F1CFF}" type="slidenum">
              <a:rPr lang="en-US" smtClean="0"/>
              <a:t>‹#›</a:t>
            </a:fld>
            <a:endParaRPr lang="en-US"/>
          </a:p>
        </p:txBody>
      </p:sp>
    </p:spTree>
    <p:extLst>
      <p:ext uri="{BB962C8B-B14F-4D97-AF65-F5344CB8AC3E}">
        <p14:creationId xmlns:p14="http://schemas.microsoft.com/office/powerpoint/2010/main" val="8277693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F2C7CF-9D07-15C1-F63B-B86673DD441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1C4E48D-DAB5-C446-B9B0-3C2A6062C3A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BBF0E1C-2000-A682-E312-D29F612FF3AB}"/>
              </a:ext>
            </a:extLst>
          </p:cNvPr>
          <p:cNvSpPr>
            <a:spLocks noGrp="1"/>
          </p:cNvSpPr>
          <p:nvPr>
            <p:ph type="dt" sz="half" idx="10"/>
          </p:nvPr>
        </p:nvSpPr>
        <p:spPr/>
        <p:txBody>
          <a:bodyPr/>
          <a:lstStyle/>
          <a:p>
            <a:fld id="{4D9D0B41-E2A2-4967-8EA2-AC05468908AE}" type="datetime1">
              <a:rPr lang="en-US" smtClean="0"/>
              <a:t>26-Aug-25</a:t>
            </a:fld>
            <a:endParaRPr lang="en-US"/>
          </a:p>
        </p:txBody>
      </p:sp>
      <p:sp>
        <p:nvSpPr>
          <p:cNvPr id="5" name="Footer Placeholder 4">
            <a:extLst>
              <a:ext uri="{FF2B5EF4-FFF2-40B4-BE49-F238E27FC236}">
                <a16:creationId xmlns:a16="http://schemas.microsoft.com/office/drawing/2014/main" id="{E2D924FE-C769-730F-51AF-B90201F9D16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15BFB2B-7965-5652-AF42-8332CA1025EA}"/>
              </a:ext>
            </a:extLst>
          </p:cNvPr>
          <p:cNvSpPr>
            <a:spLocks noGrp="1"/>
          </p:cNvSpPr>
          <p:nvPr>
            <p:ph type="sldNum" sz="quarter" idx="12"/>
          </p:nvPr>
        </p:nvSpPr>
        <p:spPr/>
        <p:txBody>
          <a:bodyPr/>
          <a:lstStyle/>
          <a:p>
            <a:fld id="{392B3D3E-E485-44A8-BBDD-34DFF53F1CFF}" type="slidenum">
              <a:rPr lang="en-US" smtClean="0"/>
              <a:t>‹#›</a:t>
            </a:fld>
            <a:endParaRPr lang="en-US"/>
          </a:p>
        </p:txBody>
      </p:sp>
    </p:spTree>
    <p:extLst>
      <p:ext uri="{BB962C8B-B14F-4D97-AF65-F5344CB8AC3E}">
        <p14:creationId xmlns:p14="http://schemas.microsoft.com/office/powerpoint/2010/main" val="22047896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B1E8D4-55B7-1577-FEBA-FF80BBB3F5E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40FD972-D639-BBF4-57A2-3E3D742BFF4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A8CEE83-4B2C-9849-A0CE-19D39BFC1E4E}"/>
              </a:ext>
            </a:extLst>
          </p:cNvPr>
          <p:cNvSpPr>
            <a:spLocks noGrp="1"/>
          </p:cNvSpPr>
          <p:nvPr>
            <p:ph type="dt" sz="half" idx="10"/>
          </p:nvPr>
        </p:nvSpPr>
        <p:spPr/>
        <p:txBody>
          <a:bodyPr/>
          <a:lstStyle/>
          <a:p>
            <a:fld id="{149226D6-37C9-432A-BC35-D643EE85C338}" type="datetime1">
              <a:rPr lang="en-US" smtClean="0"/>
              <a:t>26-Aug-25</a:t>
            </a:fld>
            <a:endParaRPr lang="en-US"/>
          </a:p>
        </p:txBody>
      </p:sp>
      <p:sp>
        <p:nvSpPr>
          <p:cNvPr id="5" name="Footer Placeholder 4">
            <a:extLst>
              <a:ext uri="{FF2B5EF4-FFF2-40B4-BE49-F238E27FC236}">
                <a16:creationId xmlns:a16="http://schemas.microsoft.com/office/drawing/2014/main" id="{FC8FD706-6CAF-C896-C13B-5E2479FFE60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4AF4B1A-9CB3-1496-1C7A-29B9EBE375D5}"/>
              </a:ext>
            </a:extLst>
          </p:cNvPr>
          <p:cNvSpPr>
            <a:spLocks noGrp="1"/>
          </p:cNvSpPr>
          <p:nvPr>
            <p:ph type="sldNum" sz="quarter" idx="12"/>
          </p:nvPr>
        </p:nvSpPr>
        <p:spPr/>
        <p:txBody>
          <a:bodyPr/>
          <a:lstStyle/>
          <a:p>
            <a:fld id="{392B3D3E-E485-44A8-BBDD-34DFF53F1CFF}" type="slidenum">
              <a:rPr lang="en-US" smtClean="0"/>
              <a:t>‹#›</a:t>
            </a:fld>
            <a:endParaRPr lang="en-US"/>
          </a:p>
        </p:txBody>
      </p:sp>
    </p:spTree>
    <p:extLst>
      <p:ext uri="{BB962C8B-B14F-4D97-AF65-F5344CB8AC3E}">
        <p14:creationId xmlns:p14="http://schemas.microsoft.com/office/powerpoint/2010/main" val="22919748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6543DF-4365-C3DD-8216-11779F59EC3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77AB792-E8AF-FB9F-BE9B-CA66ADE0CF0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897F370-A811-11F1-F313-320949D901E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7B5E72C-253F-78E5-AE44-873A6F7683F5}"/>
              </a:ext>
            </a:extLst>
          </p:cNvPr>
          <p:cNvSpPr>
            <a:spLocks noGrp="1"/>
          </p:cNvSpPr>
          <p:nvPr>
            <p:ph type="dt" sz="half" idx="10"/>
          </p:nvPr>
        </p:nvSpPr>
        <p:spPr/>
        <p:txBody>
          <a:bodyPr/>
          <a:lstStyle/>
          <a:p>
            <a:fld id="{3968F6D0-D353-4462-921A-280A0EB899CB}" type="datetime1">
              <a:rPr lang="en-US" smtClean="0"/>
              <a:t>26-Aug-25</a:t>
            </a:fld>
            <a:endParaRPr lang="en-US"/>
          </a:p>
        </p:txBody>
      </p:sp>
      <p:sp>
        <p:nvSpPr>
          <p:cNvPr id="6" name="Footer Placeholder 5">
            <a:extLst>
              <a:ext uri="{FF2B5EF4-FFF2-40B4-BE49-F238E27FC236}">
                <a16:creationId xmlns:a16="http://schemas.microsoft.com/office/drawing/2014/main" id="{FB4A7F7B-8B18-1879-AE07-1FDD35CB960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2447D76-D315-2228-E7FD-E9A9217D3E8F}"/>
              </a:ext>
            </a:extLst>
          </p:cNvPr>
          <p:cNvSpPr>
            <a:spLocks noGrp="1"/>
          </p:cNvSpPr>
          <p:nvPr>
            <p:ph type="sldNum" sz="quarter" idx="12"/>
          </p:nvPr>
        </p:nvSpPr>
        <p:spPr/>
        <p:txBody>
          <a:bodyPr/>
          <a:lstStyle/>
          <a:p>
            <a:fld id="{392B3D3E-E485-44A8-BBDD-34DFF53F1CFF}" type="slidenum">
              <a:rPr lang="en-US" smtClean="0"/>
              <a:t>‹#›</a:t>
            </a:fld>
            <a:endParaRPr lang="en-US"/>
          </a:p>
        </p:txBody>
      </p:sp>
    </p:spTree>
    <p:extLst>
      <p:ext uri="{BB962C8B-B14F-4D97-AF65-F5344CB8AC3E}">
        <p14:creationId xmlns:p14="http://schemas.microsoft.com/office/powerpoint/2010/main" val="20109514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2F8DC5-9173-A52E-B683-8D02026F964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BCF81B0-0FF1-3BBC-D065-2CA3E661CAB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51879AB-C12B-5832-9955-1E03A81EC0C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FB4B75B-81D3-6DCF-8F28-2828E65E12B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1FFB760-4773-02B8-39D3-0183D9801D4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29FBF76-0312-490F-049F-B8C1B5ADBDC1}"/>
              </a:ext>
            </a:extLst>
          </p:cNvPr>
          <p:cNvSpPr>
            <a:spLocks noGrp="1"/>
          </p:cNvSpPr>
          <p:nvPr>
            <p:ph type="dt" sz="half" idx="10"/>
          </p:nvPr>
        </p:nvSpPr>
        <p:spPr/>
        <p:txBody>
          <a:bodyPr/>
          <a:lstStyle/>
          <a:p>
            <a:fld id="{82260291-BFD8-493C-98F8-DF382F1ABD88}" type="datetime1">
              <a:rPr lang="en-US" smtClean="0"/>
              <a:t>26-Aug-25</a:t>
            </a:fld>
            <a:endParaRPr lang="en-US"/>
          </a:p>
        </p:txBody>
      </p:sp>
      <p:sp>
        <p:nvSpPr>
          <p:cNvPr id="8" name="Footer Placeholder 7">
            <a:extLst>
              <a:ext uri="{FF2B5EF4-FFF2-40B4-BE49-F238E27FC236}">
                <a16:creationId xmlns:a16="http://schemas.microsoft.com/office/drawing/2014/main" id="{A793937D-2537-A7F2-40F4-48F8E271D83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0F18A99-AE8B-0989-F8D2-F0E8672BDA1E}"/>
              </a:ext>
            </a:extLst>
          </p:cNvPr>
          <p:cNvSpPr>
            <a:spLocks noGrp="1"/>
          </p:cNvSpPr>
          <p:nvPr>
            <p:ph type="sldNum" sz="quarter" idx="12"/>
          </p:nvPr>
        </p:nvSpPr>
        <p:spPr/>
        <p:txBody>
          <a:bodyPr/>
          <a:lstStyle/>
          <a:p>
            <a:fld id="{392B3D3E-E485-44A8-BBDD-34DFF53F1CFF}" type="slidenum">
              <a:rPr lang="en-US" smtClean="0"/>
              <a:t>‹#›</a:t>
            </a:fld>
            <a:endParaRPr lang="en-US"/>
          </a:p>
        </p:txBody>
      </p:sp>
    </p:spTree>
    <p:extLst>
      <p:ext uri="{BB962C8B-B14F-4D97-AF65-F5344CB8AC3E}">
        <p14:creationId xmlns:p14="http://schemas.microsoft.com/office/powerpoint/2010/main" val="29687748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064E91-238C-9445-80BB-BA265FAAEB2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5438053-D0E7-C65A-9604-E139750B9296}"/>
              </a:ext>
            </a:extLst>
          </p:cNvPr>
          <p:cNvSpPr>
            <a:spLocks noGrp="1"/>
          </p:cNvSpPr>
          <p:nvPr>
            <p:ph type="dt" sz="half" idx="10"/>
          </p:nvPr>
        </p:nvSpPr>
        <p:spPr/>
        <p:txBody>
          <a:bodyPr/>
          <a:lstStyle/>
          <a:p>
            <a:fld id="{72D26470-4836-46D8-AE88-00B555FC8857}" type="datetime1">
              <a:rPr lang="en-US" smtClean="0"/>
              <a:t>26-Aug-25</a:t>
            </a:fld>
            <a:endParaRPr lang="en-US"/>
          </a:p>
        </p:txBody>
      </p:sp>
      <p:sp>
        <p:nvSpPr>
          <p:cNvPr id="4" name="Footer Placeholder 3">
            <a:extLst>
              <a:ext uri="{FF2B5EF4-FFF2-40B4-BE49-F238E27FC236}">
                <a16:creationId xmlns:a16="http://schemas.microsoft.com/office/drawing/2014/main" id="{9154BF7F-49CB-7895-29A8-1B580B14CF5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3FFDF64-B3C5-03DB-66FF-3473651DD917}"/>
              </a:ext>
            </a:extLst>
          </p:cNvPr>
          <p:cNvSpPr>
            <a:spLocks noGrp="1"/>
          </p:cNvSpPr>
          <p:nvPr>
            <p:ph type="sldNum" sz="quarter" idx="12"/>
          </p:nvPr>
        </p:nvSpPr>
        <p:spPr/>
        <p:txBody>
          <a:bodyPr/>
          <a:lstStyle/>
          <a:p>
            <a:fld id="{392B3D3E-E485-44A8-BBDD-34DFF53F1CFF}" type="slidenum">
              <a:rPr lang="en-US" smtClean="0"/>
              <a:t>‹#›</a:t>
            </a:fld>
            <a:endParaRPr lang="en-US"/>
          </a:p>
        </p:txBody>
      </p:sp>
    </p:spTree>
    <p:extLst>
      <p:ext uri="{BB962C8B-B14F-4D97-AF65-F5344CB8AC3E}">
        <p14:creationId xmlns:p14="http://schemas.microsoft.com/office/powerpoint/2010/main" val="7098217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F27590D-DB05-969F-E196-4022842CE645}"/>
              </a:ext>
            </a:extLst>
          </p:cNvPr>
          <p:cNvSpPr>
            <a:spLocks noGrp="1"/>
          </p:cNvSpPr>
          <p:nvPr>
            <p:ph type="dt" sz="half" idx="10"/>
          </p:nvPr>
        </p:nvSpPr>
        <p:spPr/>
        <p:txBody>
          <a:bodyPr/>
          <a:lstStyle/>
          <a:p>
            <a:fld id="{C5157FA9-1D0C-46AA-9167-CB9AD1027C27}" type="datetime1">
              <a:rPr lang="en-US" smtClean="0"/>
              <a:t>26-Aug-25</a:t>
            </a:fld>
            <a:endParaRPr lang="en-US"/>
          </a:p>
        </p:txBody>
      </p:sp>
      <p:sp>
        <p:nvSpPr>
          <p:cNvPr id="3" name="Footer Placeholder 2">
            <a:extLst>
              <a:ext uri="{FF2B5EF4-FFF2-40B4-BE49-F238E27FC236}">
                <a16:creationId xmlns:a16="http://schemas.microsoft.com/office/drawing/2014/main" id="{AAAC4894-8A1F-526E-DC8D-A2BC1026D40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0EB22D5-8327-A046-DD9C-0861C1658783}"/>
              </a:ext>
            </a:extLst>
          </p:cNvPr>
          <p:cNvSpPr>
            <a:spLocks noGrp="1"/>
          </p:cNvSpPr>
          <p:nvPr>
            <p:ph type="sldNum" sz="quarter" idx="12"/>
          </p:nvPr>
        </p:nvSpPr>
        <p:spPr/>
        <p:txBody>
          <a:bodyPr/>
          <a:lstStyle/>
          <a:p>
            <a:fld id="{392B3D3E-E485-44A8-BBDD-34DFF53F1CFF}" type="slidenum">
              <a:rPr lang="en-US" smtClean="0"/>
              <a:t>‹#›</a:t>
            </a:fld>
            <a:endParaRPr lang="en-US"/>
          </a:p>
        </p:txBody>
      </p:sp>
    </p:spTree>
    <p:extLst>
      <p:ext uri="{BB962C8B-B14F-4D97-AF65-F5344CB8AC3E}">
        <p14:creationId xmlns:p14="http://schemas.microsoft.com/office/powerpoint/2010/main" val="16648211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6C86B5-5873-C538-883A-BE8A3F95215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12A3507-057A-D9B2-F777-11EF276CC9D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670521C-4F96-7311-F312-CEFCDF63E2E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05F5630-87CE-D5BD-5174-3CC2A6B1FF6C}"/>
              </a:ext>
            </a:extLst>
          </p:cNvPr>
          <p:cNvSpPr>
            <a:spLocks noGrp="1"/>
          </p:cNvSpPr>
          <p:nvPr>
            <p:ph type="dt" sz="half" idx="10"/>
          </p:nvPr>
        </p:nvSpPr>
        <p:spPr/>
        <p:txBody>
          <a:bodyPr/>
          <a:lstStyle/>
          <a:p>
            <a:fld id="{79A7B04D-466C-4C96-A169-2986C28106C7}" type="datetime1">
              <a:rPr lang="en-US" smtClean="0"/>
              <a:t>26-Aug-25</a:t>
            </a:fld>
            <a:endParaRPr lang="en-US"/>
          </a:p>
        </p:txBody>
      </p:sp>
      <p:sp>
        <p:nvSpPr>
          <p:cNvPr id="6" name="Footer Placeholder 5">
            <a:extLst>
              <a:ext uri="{FF2B5EF4-FFF2-40B4-BE49-F238E27FC236}">
                <a16:creationId xmlns:a16="http://schemas.microsoft.com/office/drawing/2014/main" id="{F79A7EF4-D802-0060-8811-E8C5589B979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C9418C0-E51B-A254-F408-B7144DB19E68}"/>
              </a:ext>
            </a:extLst>
          </p:cNvPr>
          <p:cNvSpPr>
            <a:spLocks noGrp="1"/>
          </p:cNvSpPr>
          <p:nvPr>
            <p:ph type="sldNum" sz="quarter" idx="12"/>
          </p:nvPr>
        </p:nvSpPr>
        <p:spPr/>
        <p:txBody>
          <a:bodyPr/>
          <a:lstStyle/>
          <a:p>
            <a:fld id="{392B3D3E-E485-44A8-BBDD-34DFF53F1CFF}" type="slidenum">
              <a:rPr lang="en-US" smtClean="0"/>
              <a:t>‹#›</a:t>
            </a:fld>
            <a:endParaRPr lang="en-US"/>
          </a:p>
        </p:txBody>
      </p:sp>
    </p:spTree>
    <p:extLst>
      <p:ext uri="{BB962C8B-B14F-4D97-AF65-F5344CB8AC3E}">
        <p14:creationId xmlns:p14="http://schemas.microsoft.com/office/powerpoint/2010/main" val="38689520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77A6C6-278E-07B0-F926-8B0F2A0C3C2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3992AE3-49E0-933C-FE67-5B0600DE772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96B1469-D54A-C6F1-C160-E2EF3CA50D1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1A9179A-BEDF-6B17-0050-EB184C53A7F0}"/>
              </a:ext>
            </a:extLst>
          </p:cNvPr>
          <p:cNvSpPr>
            <a:spLocks noGrp="1"/>
          </p:cNvSpPr>
          <p:nvPr>
            <p:ph type="dt" sz="half" idx="10"/>
          </p:nvPr>
        </p:nvSpPr>
        <p:spPr/>
        <p:txBody>
          <a:bodyPr/>
          <a:lstStyle/>
          <a:p>
            <a:fld id="{D65AB144-8725-487B-9FF2-C26480CE54C1}" type="datetime1">
              <a:rPr lang="en-US" smtClean="0"/>
              <a:t>26-Aug-25</a:t>
            </a:fld>
            <a:endParaRPr lang="en-US"/>
          </a:p>
        </p:txBody>
      </p:sp>
      <p:sp>
        <p:nvSpPr>
          <p:cNvPr id="6" name="Footer Placeholder 5">
            <a:extLst>
              <a:ext uri="{FF2B5EF4-FFF2-40B4-BE49-F238E27FC236}">
                <a16:creationId xmlns:a16="http://schemas.microsoft.com/office/drawing/2014/main" id="{4D68A145-D8B2-392E-58D0-BFE3BF6FE1D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1CABC6B-377D-2997-33D6-DCC474BB5B24}"/>
              </a:ext>
            </a:extLst>
          </p:cNvPr>
          <p:cNvSpPr>
            <a:spLocks noGrp="1"/>
          </p:cNvSpPr>
          <p:nvPr>
            <p:ph type="sldNum" sz="quarter" idx="12"/>
          </p:nvPr>
        </p:nvSpPr>
        <p:spPr/>
        <p:txBody>
          <a:bodyPr/>
          <a:lstStyle/>
          <a:p>
            <a:fld id="{392B3D3E-E485-44A8-BBDD-34DFF53F1CFF}" type="slidenum">
              <a:rPr lang="en-US" smtClean="0"/>
              <a:t>‹#›</a:t>
            </a:fld>
            <a:endParaRPr lang="en-US"/>
          </a:p>
        </p:txBody>
      </p:sp>
    </p:spTree>
    <p:extLst>
      <p:ext uri="{BB962C8B-B14F-4D97-AF65-F5344CB8AC3E}">
        <p14:creationId xmlns:p14="http://schemas.microsoft.com/office/powerpoint/2010/main" val="7126542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ED54E8-CAE6-6C0F-6C71-7C3473B8931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B9111DF-92D5-F48D-A8E1-2AE85D24681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7E7863E-8A59-D255-9544-97D4B5117BA1}"/>
              </a:ext>
            </a:extLst>
          </p:cNvPr>
          <p:cNvSpPr>
            <a:spLocks noGrp="1"/>
          </p:cNvSpPr>
          <p:nvPr>
            <p:ph type="dt" sz="half" idx="10"/>
          </p:nvPr>
        </p:nvSpPr>
        <p:spPr/>
        <p:txBody>
          <a:bodyPr/>
          <a:lstStyle/>
          <a:p>
            <a:fld id="{EB0E5859-1BDA-412B-ACC3-397E0F45F1F7}" type="datetime1">
              <a:rPr lang="en-US" smtClean="0"/>
              <a:t>26-Aug-25</a:t>
            </a:fld>
            <a:endParaRPr lang="en-US"/>
          </a:p>
        </p:txBody>
      </p:sp>
      <p:sp>
        <p:nvSpPr>
          <p:cNvPr id="5" name="Footer Placeholder 4">
            <a:extLst>
              <a:ext uri="{FF2B5EF4-FFF2-40B4-BE49-F238E27FC236}">
                <a16:creationId xmlns:a16="http://schemas.microsoft.com/office/drawing/2014/main" id="{28E618E7-14C5-18EB-F75D-8A3EAA28EE4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439F5D5-7563-E0F7-1FCF-62E641043FB5}"/>
              </a:ext>
            </a:extLst>
          </p:cNvPr>
          <p:cNvSpPr>
            <a:spLocks noGrp="1"/>
          </p:cNvSpPr>
          <p:nvPr>
            <p:ph type="sldNum" sz="quarter" idx="12"/>
          </p:nvPr>
        </p:nvSpPr>
        <p:spPr/>
        <p:txBody>
          <a:bodyPr/>
          <a:lstStyle/>
          <a:p>
            <a:fld id="{392B3D3E-E485-44A8-BBDD-34DFF53F1CFF}" type="slidenum">
              <a:rPr lang="en-US" smtClean="0"/>
              <a:t>‹#›</a:t>
            </a:fld>
            <a:endParaRPr lang="en-US"/>
          </a:p>
        </p:txBody>
      </p:sp>
    </p:spTree>
    <p:extLst>
      <p:ext uri="{BB962C8B-B14F-4D97-AF65-F5344CB8AC3E}">
        <p14:creationId xmlns:p14="http://schemas.microsoft.com/office/powerpoint/2010/main" val="31039480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E9710C9-1C31-C9AE-0287-57BD4B47D51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0DA4833-C173-D03A-230E-22A2A7894CE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621FF27-96CE-3C07-C510-CFE84C7713F5}"/>
              </a:ext>
            </a:extLst>
          </p:cNvPr>
          <p:cNvSpPr>
            <a:spLocks noGrp="1"/>
          </p:cNvSpPr>
          <p:nvPr>
            <p:ph type="dt" sz="half" idx="10"/>
          </p:nvPr>
        </p:nvSpPr>
        <p:spPr/>
        <p:txBody>
          <a:bodyPr/>
          <a:lstStyle/>
          <a:p>
            <a:fld id="{91C04176-F8E1-4B15-BF8B-81F81DD82E21}" type="datetime1">
              <a:rPr lang="en-US" smtClean="0"/>
              <a:t>26-Aug-25</a:t>
            </a:fld>
            <a:endParaRPr lang="en-US"/>
          </a:p>
        </p:txBody>
      </p:sp>
      <p:sp>
        <p:nvSpPr>
          <p:cNvPr id="5" name="Footer Placeholder 4">
            <a:extLst>
              <a:ext uri="{FF2B5EF4-FFF2-40B4-BE49-F238E27FC236}">
                <a16:creationId xmlns:a16="http://schemas.microsoft.com/office/drawing/2014/main" id="{43BDE6EA-AD2A-EEA9-1080-AAD3CB7B4F9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E75818E-8DB1-5458-74CB-71BAAA4D5844}"/>
              </a:ext>
            </a:extLst>
          </p:cNvPr>
          <p:cNvSpPr>
            <a:spLocks noGrp="1"/>
          </p:cNvSpPr>
          <p:nvPr>
            <p:ph type="sldNum" sz="quarter" idx="12"/>
          </p:nvPr>
        </p:nvSpPr>
        <p:spPr/>
        <p:txBody>
          <a:bodyPr/>
          <a:lstStyle/>
          <a:p>
            <a:fld id="{392B3D3E-E485-44A8-BBDD-34DFF53F1CFF}" type="slidenum">
              <a:rPr lang="en-US" smtClean="0"/>
              <a:t>‹#›</a:t>
            </a:fld>
            <a:endParaRPr lang="en-US"/>
          </a:p>
        </p:txBody>
      </p:sp>
    </p:spTree>
    <p:extLst>
      <p:ext uri="{BB962C8B-B14F-4D97-AF65-F5344CB8AC3E}">
        <p14:creationId xmlns:p14="http://schemas.microsoft.com/office/powerpoint/2010/main" val="16567653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5F598F7-91D5-9C7E-572E-9F971D0DEBF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AAB6C0D-D702-1C43-3A03-8741EB81347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A62A4D5-CFE3-AE67-2AEC-E633BF85C06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6B4CE29-A3DA-48DF-95C5-BC630A2043DD}" type="datetime1">
              <a:rPr lang="en-US" smtClean="0"/>
              <a:t>26-Aug-25</a:t>
            </a:fld>
            <a:endParaRPr lang="en-US"/>
          </a:p>
        </p:txBody>
      </p:sp>
      <p:sp>
        <p:nvSpPr>
          <p:cNvPr id="5" name="Footer Placeholder 4">
            <a:extLst>
              <a:ext uri="{FF2B5EF4-FFF2-40B4-BE49-F238E27FC236}">
                <a16:creationId xmlns:a16="http://schemas.microsoft.com/office/drawing/2014/main" id="{D6855D8D-99A9-8D43-A930-46F1B5FE712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15D626E7-470C-DF34-A440-41C22F2F9E5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92B3D3E-E485-44A8-BBDD-34DFF53F1CFF}" type="slidenum">
              <a:rPr lang="en-US" smtClean="0"/>
              <a:t>‹#›</a:t>
            </a:fld>
            <a:endParaRPr lang="en-US"/>
          </a:p>
        </p:txBody>
      </p:sp>
    </p:spTree>
    <p:extLst>
      <p:ext uri="{BB962C8B-B14F-4D97-AF65-F5344CB8AC3E}">
        <p14:creationId xmlns:p14="http://schemas.microsoft.com/office/powerpoint/2010/main" val="353415753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2.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Layout" Target="../slideLayouts/slideLayout2.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9.xml"/><Relationship Id="rId2" Type="http://schemas.openxmlformats.org/officeDocument/2006/relationships/diagramData" Target="../diagrams/data9.xml"/><Relationship Id="rId1" Type="http://schemas.openxmlformats.org/officeDocument/2006/relationships/slideLayout" Target="../slideLayouts/slideLayout2.xml"/><Relationship Id="rId6" Type="http://schemas.microsoft.com/office/2007/relationships/diagramDrawing" Target="../diagrams/drawing9.xml"/><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s/_rels/slide12.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10.xml"/><Relationship Id="rId2" Type="http://schemas.openxmlformats.org/officeDocument/2006/relationships/diagramData" Target="../diagrams/data10.xml"/><Relationship Id="rId1" Type="http://schemas.openxmlformats.org/officeDocument/2006/relationships/slideLayout" Target="../slideLayouts/slideLayout2.xml"/><Relationship Id="rId6" Type="http://schemas.microsoft.com/office/2007/relationships/diagramDrawing" Target="../diagrams/drawing10.xml"/><Relationship Id="rId5" Type="http://schemas.openxmlformats.org/officeDocument/2006/relationships/diagramColors" Target="../diagrams/colors10.xml"/><Relationship Id="rId4" Type="http://schemas.openxmlformats.org/officeDocument/2006/relationships/diagramQuickStyle" Target="../diagrams/quickStyle10.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11.xml"/><Relationship Id="rId2" Type="http://schemas.openxmlformats.org/officeDocument/2006/relationships/diagramData" Target="../diagrams/data11.xml"/><Relationship Id="rId1" Type="http://schemas.openxmlformats.org/officeDocument/2006/relationships/slideLayout" Target="../slideLayouts/slideLayout2.xml"/><Relationship Id="rId6" Type="http://schemas.microsoft.com/office/2007/relationships/diagramDrawing" Target="../diagrams/drawing11.xml"/><Relationship Id="rId5" Type="http://schemas.openxmlformats.org/officeDocument/2006/relationships/diagramColors" Target="../diagrams/colors11.xml"/><Relationship Id="rId4" Type="http://schemas.openxmlformats.org/officeDocument/2006/relationships/diagramQuickStyle" Target="../diagrams/quickStyle11.xml"/></Relationships>
</file>

<file path=ppt/slides/_rels/slide15.xml.rels><?xml version="1.0" encoding="UTF-8" standalone="yes"?>
<Relationships xmlns="http://schemas.openxmlformats.org/package/2006/relationships"><Relationship Id="rId3" Type="http://schemas.openxmlformats.org/officeDocument/2006/relationships/diagramLayout" Target="../diagrams/layout12.xml"/><Relationship Id="rId2" Type="http://schemas.openxmlformats.org/officeDocument/2006/relationships/diagramData" Target="../diagrams/data12.xml"/><Relationship Id="rId1" Type="http://schemas.openxmlformats.org/officeDocument/2006/relationships/slideLayout" Target="../slideLayouts/slideLayout2.xml"/><Relationship Id="rId6" Type="http://schemas.microsoft.com/office/2007/relationships/diagramDrawing" Target="../diagrams/drawing12.xml"/><Relationship Id="rId5" Type="http://schemas.openxmlformats.org/officeDocument/2006/relationships/diagramColors" Target="../diagrams/colors12.xml"/><Relationship Id="rId4" Type="http://schemas.openxmlformats.org/officeDocument/2006/relationships/diagramQuickStyle" Target="../diagrams/quickStyle12.xml"/></Relationships>
</file>

<file path=ppt/slides/_rels/slide16.xml.rels><?xml version="1.0" encoding="UTF-8" standalone="yes"?>
<Relationships xmlns="http://schemas.openxmlformats.org/package/2006/relationships"><Relationship Id="rId3" Type="http://schemas.openxmlformats.org/officeDocument/2006/relationships/diagramLayout" Target="../diagrams/layout13.xml"/><Relationship Id="rId2" Type="http://schemas.openxmlformats.org/officeDocument/2006/relationships/diagramData" Target="../diagrams/data13.xml"/><Relationship Id="rId1" Type="http://schemas.openxmlformats.org/officeDocument/2006/relationships/slideLayout" Target="../slideLayouts/slideLayout2.xml"/><Relationship Id="rId6" Type="http://schemas.microsoft.com/office/2007/relationships/diagramDrawing" Target="../diagrams/drawing13.xml"/><Relationship Id="rId5" Type="http://schemas.openxmlformats.org/officeDocument/2006/relationships/diagramColors" Target="../diagrams/colors13.xml"/><Relationship Id="rId4" Type="http://schemas.openxmlformats.org/officeDocument/2006/relationships/diagramQuickStyle" Target="../diagrams/quickStyle13.xml"/></Relationships>
</file>

<file path=ppt/slides/_rels/slide17.xml.rels><?xml version="1.0" encoding="UTF-8" standalone="yes"?>
<Relationships xmlns="http://schemas.openxmlformats.org/package/2006/relationships"><Relationship Id="rId3" Type="http://schemas.openxmlformats.org/officeDocument/2006/relationships/diagramLayout" Target="../diagrams/layout14.xml"/><Relationship Id="rId2" Type="http://schemas.openxmlformats.org/officeDocument/2006/relationships/diagramData" Target="../diagrams/data14.xml"/><Relationship Id="rId1" Type="http://schemas.openxmlformats.org/officeDocument/2006/relationships/slideLayout" Target="../slideLayouts/slideLayout2.xml"/><Relationship Id="rId6" Type="http://schemas.microsoft.com/office/2007/relationships/diagramDrawing" Target="../diagrams/drawing14.xml"/><Relationship Id="rId5" Type="http://schemas.openxmlformats.org/officeDocument/2006/relationships/diagramColors" Target="../diagrams/colors14.xml"/><Relationship Id="rId4" Type="http://schemas.openxmlformats.org/officeDocument/2006/relationships/diagramQuickStyle" Target="../diagrams/quickStyle14.xml"/></Relationships>
</file>

<file path=ppt/slides/_rels/slide18.xml.rels><?xml version="1.0" encoding="UTF-8" standalone="yes"?>
<Relationships xmlns="http://schemas.openxmlformats.org/package/2006/relationships"><Relationship Id="rId3" Type="http://schemas.openxmlformats.org/officeDocument/2006/relationships/diagramLayout" Target="../diagrams/layout15.xml"/><Relationship Id="rId2" Type="http://schemas.openxmlformats.org/officeDocument/2006/relationships/diagramData" Target="../diagrams/data15.xml"/><Relationship Id="rId1" Type="http://schemas.openxmlformats.org/officeDocument/2006/relationships/slideLayout" Target="../slideLayouts/slideLayout2.xml"/><Relationship Id="rId6" Type="http://schemas.microsoft.com/office/2007/relationships/diagramDrawing" Target="../diagrams/drawing15.xml"/><Relationship Id="rId5" Type="http://schemas.openxmlformats.org/officeDocument/2006/relationships/diagramColors" Target="../diagrams/colors15.xml"/><Relationship Id="rId4" Type="http://schemas.openxmlformats.org/officeDocument/2006/relationships/diagramQuickStyle" Target="../diagrams/quickStyle15.xml"/></Relationships>
</file>

<file path=ppt/slides/_rels/slide19.xml.rels><?xml version="1.0" encoding="UTF-8" standalone="yes"?>
<Relationships xmlns="http://schemas.openxmlformats.org/package/2006/relationships"><Relationship Id="rId3" Type="http://schemas.openxmlformats.org/officeDocument/2006/relationships/diagramLayout" Target="../diagrams/layout16.xml"/><Relationship Id="rId2" Type="http://schemas.openxmlformats.org/officeDocument/2006/relationships/diagramData" Target="../diagrams/data16.xml"/><Relationship Id="rId1" Type="http://schemas.openxmlformats.org/officeDocument/2006/relationships/slideLayout" Target="../slideLayouts/slideLayout2.xml"/><Relationship Id="rId6" Type="http://schemas.microsoft.com/office/2007/relationships/diagramDrawing" Target="../diagrams/drawing16.xml"/><Relationship Id="rId5" Type="http://schemas.openxmlformats.org/officeDocument/2006/relationships/diagramColors" Target="../diagrams/colors16.xml"/><Relationship Id="rId4" Type="http://schemas.openxmlformats.org/officeDocument/2006/relationships/diagramQuickStyle" Target="../diagrams/quickStyle16.xml"/></Relationships>
</file>

<file path=ppt/slides/_rels/slide20.xml.rels><?xml version="1.0" encoding="UTF-8" standalone="yes"?>
<Relationships xmlns="http://schemas.openxmlformats.org/package/2006/relationships"><Relationship Id="rId3" Type="http://schemas.openxmlformats.org/officeDocument/2006/relationships/diagramLayout" Target="../diagrams/layout17.xml"/><Relationship Id="rId2" Type="http://schemas.openxmlformats.org/officeDocument/2006/relationships/diagramData" Target="../diagrams/data17.xml"/><Relationship Id="rId1" Type="http://schemas.openxmlformats.org/officeDocument/2006/relationships/slideLayout" Target="../slideLayouts/slideLayout2.xml"/><Relationship Id="rId6" Type="http://schemas.microsoft.com/office/2007/relationships/diagramDrawing" Target="../diagrams/drawing17.xml"/><Relationship Id="rId5" Type="http://schemas.openxmlformats.org/officeDocument/2006/relationships/diagramColors" Target="../diagrams/colors17.xml"/><Relationship Id="rId4" Type="http://schemas.openxmlformats.org/officeDocument/2006/relationships/diagramQuickStyle" Target="../diagrams/quickStyle17.xml"/></Relationships>
</file>

<file path=ppt/slides/_rels/slide21.xml.rels><?xml version="1.0" encoding="UTF-8" standalone="yes"?>
<Relationships xmlns="http://schemas.openxmlformats.org/package/2006/relationships"><Relationship Id="rId3" Type="http://schemas.openxmlformats.org/officeDocument/2006/relationships/diagramLayout" Target="../diagrams/layout18.xml"/><Relationship Id="rId2" Type="http://schemas.openxmlformats.org/officeDocument/2006/relationships/diagramData" Target="../diagrams/data18.xml"/><Relationship Id="rId1" Type="http://schemas.openxmlformats.org/officeDocument/2006/relationships/slideLayout" Target="../slideLayouts/slideLayout2.xml"/><Relationship Id="rId6" Type="http://schemas.microsoft.com/office/2007/relationships/diagramDrawing" Target="../diagrams/drawing18.xml"/><Relationship Id="rId5" Type="http://schemas.openxmlformats.org/officeDocument/2006/relationships/diagramColors" Target="../diagrams/colors18.xml"/><Relationship Id="rId4" Type="http://schemas.openxmlformats.org/officeDocument/2006/relationships/diagramQuickStyle" Target="../diagrams/quickStyle18.xml"/></Relationships>
</file>

<file path=ppt/slides/_rels/slide22.xml.rels><?xml version="1.0" encoding="UTF-8" standalone="yes"?>
<Relationships xmlns="http://schemas.openxmlformats.org/package/2006/relationships"><Relationship Id="rId3" Type="http://schemas.openxmlformats.org/officeDocument/2006/relationships/diagramLayout" Target="../diagrams/layout19.xml"/><Relationship Id="rId2" Type="http://schemas.openxmlformats.org/officeDocument/2006/relationships/diagramData" Target="../diagrams/data19.xml"/><Relationship Id="rId1" Type="http://schemas.openxmlformats.org/officeDocument/2006/relationships/slideLayout" Target="../slideLayouts/slideLayout2.xml"/><Relationship Id="rId6" Type="http://schemas.microsoft.com/office/2007/relationships/diagramDrawing" Target="../diagrams/drawing19.xml"/><Relationship Id="rId5" Type="http://schemas.openxmlformats.org/officeDocument/2006/relationships/diagramColors" Target="../diagrams/colors19.xml"/><Relationship Id="rId4" Type="http://schemas.openxmlformats.org/officeDocument/2006/relationships/diagramQuickStyle" Target="../diagrams/quickStyle19.xml"/></Relationships>
</file>

<file path=ppt/slides/_rels/slide23.xml.rels><?xml version="1.0" encoding="UTF-8" standalone="yes"?>
<Relationships xmlns="http://schemas.openxmlformats.org/package/2006/relationships"><Relationship Id="rId3" Type="http://schemas.openxmlformats.org/officeDocument/2006/relationships/diagramLayout" Target="../diagrams/layout20.xml"/><Relationship Id="rId2" Type="http://schemas.openxmlformats.org/officeDocument/2006/relationships/diagramData" Target="../diagrams/data20.xml"/><Relationship Id="rId1" Type="http://schemas.openxmlformats.org/officeDocument/2006/relationships/slideLayout" Target="../slideLayouts/slideLayout2.xml"/><Relationship Id="rId6" Type="http://schemas.microsoft.com/office/2007/relationships/diagramDrawing" Target="../diagrams/drawing20.xml"/><Relationship Id="rId5" Type="http://schemas.openxmlformats.org/officeDocument/2006/relationships/diagramColors" Target="../diagrams/colors20.xml"/><Relationship Id="rId4" Type="http://schemas.openxmlformats.org/officeDocument/2006/relationships/diagramQuickStyle" Target="../diagrams/quickStyle20.xml"/></Relationships>
</file>

<file path=ppt/slides/_rels/slide24.xml.rels><?xml version="1.0" encoding="UTF-8" standalone="yes"?>
<Relationships xmlns="http://schemas.openxmlformats.org/package/2006/relationships"><Relationship Id="rId3" Type="http://schemas.openxmlformats.org/officeDocument/2006/relationships/diagramLayout" Target="../diagrams/layout21.xml"/><Relationship Id="rId2" Type="http://schemas.openxmlformats.org/officeDocument/2006/relationships/diagramData" Target="../diagrams/data21.xml"/><Relationship Id="rId1" Type="http://schemas.openxmlformats.org/officeDocument/2006/relationships/slideLayout" Target="../slideLayouts/slideLayout2.xml"/><Relationship Id="rId6" Type="http://schemas.microsoft.com/office/2007/relationships/diagramDrawing" Target="../diagrams/drawing21.xml"/><Relationship Id="rId5" Type="http://schemas.openxmlformats.org/officeDocument/2006/relationships/diagramColors" Target="../diagrams/colors21.xml"/><Relationship Id="rId4" Type="http://schemas.openxmlformats.org/officeDocument/2006/relationships/diagramQuickStyle" Target="../diagrams/quickStyle2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BC38B2-D9AD-4874-46DC-6EE1BA3F8339}"/>
              </a:ext>
            </a:extLst>
          </p:cNvPr>
          <p:cNvSpPr>
            <a:spLocks noGrp="1"/>
          </p:cNvSpPr>
          <p:nvPr>
            <p:ph type="ctrTitle"/>
          </p:nvPr>
        </p:nvSpPr>
        <p:spPr/>
        <p:txBody>
          <a:bodyPr/>
          <a:lstStyle/>
          <a:p>
            <a:endParaRPr lang="en-US"/>
          </a:p>
        </p:txBody>
      </p:sp>
      <p:sp>
        <p:nvSpPr>
          <p:cNvPr id="3" name="Subtitle 2">
            <a:extLst>
              <a:ext uri="{FF2B5EF4-FFF2-40B4-BE49-F238E27FC236}">
                <a16:creationId xmlns:a16="http://schemas.microsoft.com/office/drawing/2014/main" id="{D0B99754-91D4-BCAF-CBBD-08D697031642}"/>
              </a:ext>
            </a:extLst>
          </p:cNvPr>
          <p:cNvSpPr>
            <a:spLocks noGrp="1"/>
          </p:cNvSpPr>
          <p:nvPr>
            <p:ph type="subTitle" idx="1"/>
          </p:nvPr>
        </p:nvSpPr>
        <p:spPr/>
        <p:txBody>
          <a:bodyPr/>
          <a:lstStyle/>
          <a:p>
            <a:endParaRPr lang="en-US"/>
          </a:p>
        </p:txBody>
      </p:sp>
      <p:pic>
        <p:nvPicPr>
          <p:cNvPr id="4" name="Picture 2" descr="A yellow and black logo&#10;&#10;AI-generated content may be incorrect.">
            <a:extLst>
              <a:ext uri="{FF2B5EF4-FFF2-40B4-BE49-F238E27FC236}">
                <a16:creationId xmlns:a16="http://schemas.microsoft.com/office/drawing/2014/main" id="{DD285ECF-2BC9-978F-FEB2-65DE1FE5109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t="19"/>
          <a:stretch>
            <a:fillRect/>
          </a:stretch>
        </p:blipFill>
        <p:spPr bwMode="auto">
          <a:xfrm>
            <a:off x="20" y="1282"/>
            <a:ext cx="12191980" cy="6856718"/>
          </a:xfrm>
          <a:prstGeom prst="rect">
            <a:avLst/>
          </a:prstGeom>
          <a:noFill/>
          <a:extLst>
            <a:ext uri="{909E8E84-426E-40DD-AFC4-6F175D3DCCD1}">
              <a14:hiddenFill xmlns:a14="http://schemas.microsoft.com/office/drawing/2010/main">
                <a:solidFill>
                  <a:srgbClr val="FFFFFF"/>
                </a:solidFill>
              </a14:hiddenFill>
            </a:ext>
          </a:extLst>
        </p:spPr>
      </p:pic>
      <p:sp>
        <p:nvSpPr>
          <p:cNvPr id="5" name="Slide Number Placeholder 4">
            <a:extLst>
              <a:ext uri="{FF2B5EF4-FFF2-40B4-BE49-F238E27FC236}">
                <a16:creationId xmlns:a16="http://schemas.microsoft.com/office/drawing/2014/main" id="{04F6A913-B19B-B1D3-0E5B-8B0DB6E89258}"/>
              </a:ext>
            </a:extLst>
          </p:cNvPr>
          <p:cNvSpPr>
            <a:spLocks noGrp="1"/>
          </p:cNvSpPr>
          <p:nvPr>
            <p:ph type="sldNum" sz="quarter" idx="12"/>
          </p:nvPr>
        </p:nvSpPr>
        <p:spPr/>
        <p:txBody>
          <a:bodyPr/>
          <a:lstStyle/>
          <a:p>
            <a:fld id="{392B3D3E-E485-44A8-BBDD-34DFF53F1CFF}" type="slidenum">
              <a:rPr lang="en-US" smtClean="0"/>
              <a:t>1</a:t>
            </a:fld>
            <a:endParaRPr lang="en-US"/>
          </a:p>
        </p:txBody>
      </p:sp>
    </p:spTree>
    <p:extLst>
      <p:ext uri="{BB962C8B-B14F-4D97-AF65-F5344CB8AC3E}">
        <p14:creationId xmlns:p14="http://schemas.microsoft.com/office/powerpoint/2010/main" val="10648149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810EE4-764A-FCA7-B2B4-76107DDB0F9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21BB988-269F-3E7D-C224-5E4FA6B00C47}"/>
              </a:ext>
            </a:extLst>
          </p:cNvPr>
          <p:cNvSpPr>
            <a:spLocks noGrp="1"/>
          </p:cNvSpPr>
          <p:nvPr>
            <p:ph type="ctrTitle"/>
          </p:nvPr>
        </p:nvSpPr>
        <p:spPr/>
        <p:txBody>
          <a:bodyPr/>
          <a:lstStyle/>
          <a:p>
            <a:r>
              <a:rPr lang="en-US" dirty="0"/>
              <a:t>PRESENTATION</a:t>
            </a:r>
          </a:p>
        </p:txBody>
      </p:sp>
      <p:sp>
        <p:nvSpPr>
          <p:cNvPr id="3" name="Subtitle 2">
            <a:extLst>
              <a:ext uri="{FF2B5EF4-FFF2-40B4-BE49-F238E27FC236}">
                <a16:creationId xmlns:a16="http://schemas.microsoft.com/office/drawing/2014/main" id="{757A71EC-49F9-E57E-E4C8-6F386D1DAF12}"/>
              </a:ext>
            </a:extLst>
          </p:cNvPr>
          <p:cNvSpPr>
            <a:spLocks noGrp="1"/>
          </p:cNvSpPr>
          <p:nvPr>
            <p:ph type="subTitle" idx="1"/>
          </p:nvPr>
        </p:nvSpPr>
        <p:spPr/>
        <p:txBody>
          <a:bodyPr>
            <a:normAutofit lnSpcReduction="10000"/>
          </a:bodyPr>
          <a:lstStyle/>
          <a:p>
            <a:r>
              <a:rPr lang="en-US" dirty="0"/>
              <a:t>PRESENTED BY:</a:t>
            </a:r>
          </a:p>
          <a:p>
            <a:r>
              <a:rPr lang="en-US" dirty="0"/>
              <a:t>HUZAIFA SHAHBAZ</a:t>
            </a:r>
          </a:p>
          <a:p>
            <a:r>
              <a:rPr lang="en-US" dirty="0"/>
              <a:t>PRESENTED TO:</a:t>
            </a:r>
          </a:p>
          <a:p>
            <a:r>
              <a:rPr lang="en-US" dirty="0"/>
              <a:t>MACHADEV COMPANY</a:t>
            </a:r>
          </a:p>
        </p:txBody>
      </p:sp>
      <p:sp>
        <p:nvSpPr>
          <p:cNvPr id="4" name="Slide Number Placeholder 3">
            <a:extLst>
              <a:ext uri="{FF2B5EF4-FFF2-40B4-BE49-F238E27FC236}">
                <a16:creationId xmlns:a16="http://schemas.microsoft.com/office/drawing/2014/main" id="{84FFAFF2-0981-3BED-1440-FC28572DD0B2}"/>
              </a:ext>
            </a:extLst>
          </p:cNvPr>
          <p:cNvSpPr>
            <a:spLocks noGrp="1"/>
          </p:cNvSpPr>
          <p:nvPr>
            <p:ph type="sldNum" sz="quarter" idx="12"/>
          </p:nvPr>
        </p:nvSpPr>
        <p:spPr/>
        <p:txBody>
          <a:bodyPr/>
          <a:lstStyle/>
          <a:p>
            <a:fld id="{392B3D3E-E485-44A8-BBDD-34DFF53F1CFF}" type="slidenum">
              <a:rPr lang="en-US" smtClean="0"/>
              <a:t>2</a:t>
            </a:fld>
            <a:endParaRPr lang="en-US"/>
          </a:p>
        </p:txBody>
      </p:sp>
    </p:spTree>
    <p:extLst>
      <p:ext uri="{BB962C8B-B14F-4D97-AF65-F5344CB8AC3E}">
        <p14:creationId xmlns:p14="http://schemas.microsoft.com/office/powerpoint/2010/main" val="7428529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AFF8D2E5-2C4E-47B1-930B-6C82B7C313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52AC931-49B6-E7F3-8577-2088CBC48CE8}"/>
              </a:ext>
            </a:extLst>
          </p:cNvPr>
          <p:cNvSpPr>
            <a:spLocks noGrp="1"/>
          </p:cNvSpPr>
          <p:nvPr>
            <p:ph type="title"/>
          </p:nvPr>
        </p:nvSpPr>
        <p:spPr>
          <a:xfrm>
            <a:off x="841248" y="251312"/>
            <a:ext cx="10506456" cy="1010264"/>
          </a:xfrm>
        </p:spPr>
        <p:txBody>
          <a:bodyPr anchor="ctr">
            <a:normAutofit/>
          </a:bodyPr>
          <a:lstStyle/>
          <a:p>
            <a:r>
              <a:rPr lang="en-US" b="1"/>
              <a:t>INTRODUCTION</a:t>
            </a:r>
          </a:p>
        </p:txBody>
      </p:sp>
      <p:sp>
        <p:nvSpPr>
          <p:cNvPr id="12" name="Rectangle 11">
            <a:extLst>
              <a:ext uri="{FF2B5EF4-FFF2-40B4-BE49-F238E27FC236}">
                <a16:creationId xmlns:a16="http://schemas.microsoft.com/office/drawing/2014/main" id="{801E4ADA-0EA9-4930-846E-3C11E8BED6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17618"/>
            <a:ext cx="128016" cy="63141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Rectangle 13">
            <a:extLst>
              <a:ext uri="{FF2B5EF4-FFF2-40B4-BE49-F238E27FC236}">
                <a16:creationId xmlns:a16="http://schemas.microsoft.com/office/drawing/2014/main" id="{FB92FFCE-0C90-454E-AA25-D4EE9A6C39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1248" y="1380864"/>
            <a:ext cx="10506456"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4" name="Slide Number Placeholder 3">
            <a:extLst>
              <a:ext uri="{FF2B5EF4-FFF2-40B4-BE49-F238E27FC236}">
                <a16:creationId xmlns:a16="http://schemas.microsoft.com/office/drawing/2014/main" id="{437332D1-27B1-8B74-D80F-55A9B5666BDD}"/>
              </a:ext>
            </a:extLst>
          </p:cNvPr>
          <p:cNvSpPr>
            <a:spLocks noGrp="1"/>
          </p:cNvSpPr>
          <p:nvPr>
            <p:ph type="sldNum" sz="quarter" idx="12"/>
          </p:nvPr>
        </p:nvSpPr>
        <p:spPr>
          <a:xfrm>
            <a:off x="8860536" y="6356350"/>
            <a:ext cx="2490216" cy="365125"/>
          </a:xfrm>
        </p:spPr>
        <p:txBody>
          <a:bodyPr>
            <a:normAutofit/>
          </a:bodyPr>
          <a:lstStyle/>
          <a:p>
            <a:pPr>
              <a:spcAft>
                <a:spcPts val="600"/>
              </a:spcAft>
            </a:pPr>
            <a:fld id="{392B3D3E-E485-44A8-BBDD-34DFF53F1CFF}" type="slidenum">
              <a:rPr lang="en-US">
                <a:solidFill>
                  <a:schemeClr val="tx1">
                    <a:lumMod val="50000"/>
                    <a:lumOff val="50000"/>
                  </a:schemeClr>
                </a:solidFill>
              </a:rPr>
              <a:pPr>
                <a:spcAft>
                  <a:spcPts val="600"/>
                </a:spcAft>
              </a:pPr>
              <a:t>3</a:t>
            </a:fld>
            <a:endParaRPr lang="en-US">
              <a:solidFill>
                <a:schemeClr val="tx1">
                  <a:lumMod val="50000"/>
                  <a:lumOff val="50000"/>
                </a:schemeClr>
              </a:solidFill>
            </a:endParaRPr>
          </a:p>
        </p:txBody>
      </p:sp>
      <p:graphicFrame>
        <p:nvGraphicFramePr>
          <p:cNvPr id="6" name="Content Placeholder 2">
            <a:extLst>
              <a:ext uri="{FF2B5EF4-FFF2-40B4-BE49-F238E27FC236}">
                <a16:creationId xmlns:a16="http://schemas.microsoft.com/office/drawing/2014/main" id="{28B34876-879C-556F-6C1F-B892365D6744}"/>
              </a:ext>
            </a:extLst>
          </p:cNvPr>
          <p:cNvGraphicFramePr>
            <a:graphicFrameLocks noGrp="1"/>
          </p:cNvGraphicFramePr>
          <p:nvPr>
            <p:ph idx="1"/>
            <p:extLst>
              <p:ext uri="{D42A27DB-BD31-4B8C-83A1-F6EECF244321}">
                <p14:modId xmlns:p14="http://schemas.microsoft.com/office/powerpoint/2010/main" val="3628041323"/>
              </p:ext>
            </p:extLst>
          </p:nvPr>
        </p:nvGraphicFramePr>
        <p:xfrm>
          <a:off x="838200" y="1650222"/>
          <a:ext cx="10506456" cy="458494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8877752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D0E950B-1F1A-9ACF-FB4A-4C56DB536678}"/>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AFF8D2E5-2C4E-47B1-930B-6C82B7C313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A32AC7C-392B-2646-6B00-A9BC7DA2DFD1}"/>
              </a:ext>
            </a:extLst>
          </p:cNvPr>
          <p:cNvSpPr>
            <a:spLocks noGrp="1"/>
          </p:cNvSpPr>
          <p:nvPr>
            <p:ph type="title"/>
          </p:nvPr>
        </p:nvSpPr>
        <p:spPr>
          <a:xfrm>
            <a:off x="841248" y="251312"/>
            <a:ext cx="10506456" cy="1010264"/>
          </a:xfrm>
        </p:spPr>
        <p:txBody>
          <a:bodyPr anchor="ctr">
            <a:normAutofit/>
          </a:bodyPr>
          <a:lstStyle/>
          <a:p>
            <a:r>
              <a:rPr lang="en-US" b="1"/>
              <a:t>INTRODUCTION</a:t>
            </a:r>
          </a:p>
        </p:txBody>
      </p:sp>
      <p:sp>
        <p:nvSpPr>
          <p:cNvPr id="12" name="Rectangle 11">
            <a:extLst>
              <a:ext uri="{FF2B5EF4-FFF2-40B4-BE49-F238E27FC236}">
                <a16:creationId xmlns:a16="http://schemas.microsoft.com/office/drawing/2014/main" id="{801E4ADA-0EA9-4930-846E-3C11E8BED6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17618"/>
            <a:ext cx="128016" cy="63141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Rectangle 13">
            <a:extLst>
              <a:ext uri="{FF2B5EF4-FFF2-40B4-BE49-F238E27FC236}">
                <a16:creationId xmlns:a16="http://schemas.microsoft.com/office/drawing/2014/main" id="{FB92FFCE-0C90-454E-AA25-D4EE9A6C39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1248" y="1380864"/>
            <a:ext cx="10506456"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4" name="Slide Number Placeholder 3">
            <a:extLst>
              <a:ext uri="{FF2B5EF4-FFF2-40B4-BE49-F238E27FC236}">
                <a16:creationId xmlns:a16="http://schemas.microsoft.com/office/drawing/2014/main" id="{157926F0-E305-CCE6-4EB3-8E9794068773}"/>
              </a:ext>
            </a:extLst>
          </p:cNvPr>
          <p:cNvSpPr>
            <a:spLocks noGrp="1"/>
          </p:cNvSpPr>
          <p:nvPr>
            <p:ph type="sldNum" sz="quarter" idx="12"/>
          </p:nvPr>
        </p:nvSpPr>
        <p:spPr>
          <a:xfrm>
            <a:off x="8860536" y="6356350"/>
            <a:ext cx="2490216" cy="365125"/>
          </a:xfrm>
        </p:spPr>
        <p:txBody>
          <a:bodyPr>
            <a:normAutofit/>
          </a:bodyPr>
          <a:lstStyle/>
          <a:p>
            <a:pPr>
              <a:spcAft>
                <a:spcPts val="600"/>
              </a:spcAft>
            </a:pPr>
            <a:fld id="{392B3D3E-E485-44A8-BBDD-34DFF53F1CFF}" type="slidenum">
              <a:rPr lang="en-US">
                <a:solidFill>
                  <a:schemeClr val="tx1">
                    <a:lumMod val="50000"/>
                    <a:lumOff val="50000"/>
                  </a:schemeClr>
                </a:solidFill>
              </a:rPr>
              <a:pPr>
                <a:spcAft>
                  <a:spcPts val="600"/>
                </a:spcAft>
              </a:pPr>
              <a:t>4</a:t>
            </a:fld>
            <a:endParaRPr lang="en-US">
              <a:solidFill>
                <a:schemeClr val="tx1">
                  <a:lumMod val="50000"/>
                  <a:lumOff val="50000"/>
                </a:schemeClr>
              </a:solidFill>
            </a:endParaRPr>
          </a:p>
        </p:txBody>
      </p:sp>
      <p:graphicFrame>
        <p:nvGraphicFramePr>
          <p:cNvPr id="6" name="Content Placeholder 2">
            <a:extLst>
              <a:ext uri="{FF2B5EF4-FFF2-40B4-BE49-F238E27FC236}">
                <a16:creationId xmlns:a16="http://schemas.microsoft.com/office/drawing/2014/main" id="{78048735-A074-5353-C7D9-C378E84E73CC}"/>
              </a:ext>
            </a:extLst>
          </p:cNvPr>
          <p:cNvGraphicFramePr>
            <a:graphicFrameLocks noGrp="1"/>
          </p:cNvGraphicFramePr>
          <p:nvPr>
            <p:ph idx="1"/>
            <p:extLst>
              <p:ext uri="{D42A27DB-BD31-4B8C-83A1-F6EECF244321}">
                <p14:modId xmlns:p14="http://schemas.microsoft.com/office/powerpoint/2010/main" val="3243647110"/>
              </p:ext>
            </p:extLst>
          </p:nvPr>
        </p:nvGraphicFramePr>
        <p:xfrm>
          <a:off x="838200" y="1650222"/>
          <a:ext cx="10506456" cy="458494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2375236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AFF8D2E5-2C4E-47B1-930B-6C82B7C313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5BD3177-F894-5F11-CF49-C0A4E17E7A7E}"/>
              </a:ext>
            </a:extLst>
          </p:cNvPr>
          <p:cNvSpPr>
            <a:spLocks noGrp="1"/>
          </p:cNvSpPr>
          <p:nvPr>
            <p:ph type="title"/>
          </p:nvPr>
        </p:nvSpPr>
        <p:spPr>
          <a:xfrm>
            <a:off x="841248" y="251312"/>
            <a:ext cx="10506456" cy="1010264"/>
          </a:xfrm>
        </p:spPr>
        <p:txBody>
          <a:bodyPr anchor="ctr">
            <a:normAutofit/>
          </a:bodyPr>
          <a:lstStyle/>
          <a:p>
            <a:pPr algn="ctr"/>
            <a:r>
              <a:rPr lang="en-US" sz="4000" b="1" dirty="0"/>
              <a:t>Where I Are Standing Right Now</a:t>
            </a:r>
          </a:p>
        </p:txBody>
      </p:sp>
      <p:sp>
        <p:nvSpPr>
          <p:cNvPr id="12" name="Rectangle 11">
            <a:extLst>
              <a:ext uri="{FF2B5EF4-FFF2-40B4-BE49-F238E27FC236}">
                <a16:creationId xmlns:a16="http://schemas.microsoft.com/office/drawing/2014/main" id="{801E4ADA-0EA9-4930-846E-3C11E8BED6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17618"/>
            <a:ext cx="128016" cy="63141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Rectangle 13">
            <a:extLst>
              <a:ext uri="{FF2B5EF4-FFF2-40B4-BE49-F238E27FC236}">
                <a16:creationId xmlns:a16="http://schemas.microsoft.com/office/drawing/2014/main" id="{FB92FFCE-0C90-454E-AA25-D4EE9A6C39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1248" y="1380864"/>
            <a:ext cx="10506456"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4" name="Slide Number Placeholder 3">
            <a:extLst>
              <a:ext uri="{FF2B5EF4-FFF2-40B4-BE49-F238E27FC236}">
                <a16:creationId xmlns:a16="http://schemas.microsoft.com/office/drawing/2014/main" id="{47D6CD8A-2B68-1717-51C1-7FC831874448}"/>
              </a:ext>
            </a:extLst>
          </p:cNvPr>
          <p:cNvSpPr>
            <a:spLocks noGrp="1"/>
          </p:cNvSpPr>
          <p:nvPr>
            <p:ph type="sldNum" sz="quarter" idx="12"/>
          </p:nvPr>
        </p:nvSpPr>
        <p:spPr>
          <a:xfrm>
            <a:off x="8860536" y="6356350"/>
            <a:ext cx="2490216" cy="365125"/>
          </a:xfrm>
        </p:spPr>
        <p:txBody>
          <a:bodyPr>
            <a:normAutofit/>
          </a:bodyPr>
          <a:lstStyle/>
          <a:p>
            <a:pPr>
              <a:spcAft>
                <a:spcPts val="600"/>
              </a:spcAft>
            </a:pPr>
            <a:fld id="{392B3D3E-E485-44A8-BBDD-34DFF53F1CFF}" type="slidenum">
              <a:rPr lang="en-US">
                <a:solidFill>
                  <a:schemeClr val="tx1">
                    <a:lumMod val="50000"/>
                    <a:lumOff val="50000"/>
                  </a:schemeClr>
                </a:solidFill>
              </a:rPr>
              <a:pPr>
                <a:spcAft>
                  <a:spcPts val="600"/>
                </a:spcAft>
              </a:pPr>
              <a:t>5</a:t>
            </a:fld>
            <a:endParaRPr lang="en-US">
              <a:solidFill>
                <a:schemeClr val="tx1">
                  <a:lumMod val="50000"/>
                  <a:lumOff val="50000"/>
                </a:schemeClr>
              </a:solidFill>
            </a:endParaRPr>
          </a:p>
        </p:txBody>
      </p:sp>
      <p:graphicFrame>
        <p:nvGraphicFramePr>
          <p:cNvPr id="6" name="Content Placeholder 2">
            <a:extLst>
              <a:ext uri="{FF2B5EF4-FFF2-40B4-BE49-F238E27FC236}">
                <a16:creationId xmlns:a16="http://schemas.microsoft.com/office/drawing/2014/main" id="{A6CC55E9-77E8-90E9-2A24-1A78B7072869}"/>
              </a:ext>
            </a:extLst>
          </p:cNvPr>
          <p:cNvGraphicFramePr>
            <a:graphicFrameLocks noGrp="1"/>
          </p:cNvGraphicFramePr>
          <p:nvPr>
            <p:ph idx="1"/>
            <p:extLst>
              <p:ext uri="{D42A27DB-BD31-4B8C-83A1-F6EECF244321}">
                <p14:modId xmlns:p14="http://schemas.microsoft.com/office/powerpoint/2010/main" val="1667976071"/>
              </p:ext>
            </p:extLst>
          </p:nvPr>
        </p:nvGraphicFramePr>
        <p:xfrm>
          <a:off x="838200" y="1650222"/>
          <a:ext cx="10506456" cy="458494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5949374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256B2C21-A230-48C0-8DF1-C46611373C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847E18C-932D-4C95-AABA-FEC7C9499A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3150CB11-0C61-439E-910F-5787759E72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43F8A58B-5155-44CE-A5FF-7647B47D0A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443F2ACA-E6D6-4028-82DD-F03C262D5D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5" y="1410079"/>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5FB3F80-96B6-7D62-ED71-7C15418178A4}"/>
              </a:ext>
            </a:extLst>
          </p:cNvPr>
          <p:cNvSpPr>
            <a:spLocks noGrp="1"/>
          </p:cNvSpPr>
          <p:nvPr>
            <p:ph type="title"/>
          </p:nvPr>
        </p:nvSpPr>
        <p:spPr>
          <a:xfrm>
            <a:off x="586478" y="1683756"/>
            <a:ext cx="3115265" cy="2396359"/>
          </a:xfrm>
        </p:spPr>
        <p:txBody>
          <a:bodyPr anchor="b">
            <a:normAutofit/>
          </a:bodyPr>
          <a:lstStyle/>
          <a:p>
            <a:pPr algn="r"/>
            <a:r>
              <a:rPr lang="en-US" sz="4000" b="1" dirty="0">
                <a:solidFill>
                  <a:srgbClr val="FFFFFF"/>
                </a:solidFill>
              </a:rPr>
              <a:t>Where I Are Standing Right Now</a:t>
            </a:r>
          </a:p>
        </p:txBody>
      </p:sp>
      <p:sp>
        <p:nvSpPr>
          <p:cNvPr id="4" name="Slide Number Placeholder 3">
            <a:extLst>
              <a:ext uri="{FF2B5EF4-FFF2-40B4-BE49-F238E27FC236}">
                <a16:creationId xmlns:a16="http://schemas.microsoft.com/office/drawing/2014/main" id="{BC63F0F6-D967-B61D-6B46-D60013A6773A}"/>
              </a:ext>
            </a:extLst>
          </p:cNvPr>
          <p:cNvSpPr>
            <a:spLocks noGrp="1"/>
          </p:cNvSpPr>
          <p:nvPr>
            <p:ph type="sldNum" sz="quarter" idx="12"/>
          </p:nvPr>
        </p:nvSpPr>
        <p:spPr>
          <a:xfrm>
            <a:off x="11704320" y="6455664"/>
            <a:ext cx="448056" cy="365125"/>
          </a:xfrm>
        </p:spPr>
        <p:txBody>
          <a:bodyPr>
            <a:normAutofit/>
          </a:bodyPr>
          <a:lstStyle/>
          <a:p>
            <a:pPr>
              <a:spcAft>
                <a:spcPts val="600"/>
              </a:spcAft>
            </a:pPr>
            <a:fld id="{392B3D3E-E485-44A8-BBDD-34DFF53F1CFF}" type="slidenum">
              <a:rPr lang="en-US" sz="1100">
                <a:solidFill>
                  <a:schemeClr val="tx1">
                    <a:lumMod val="50000"/>
                    <a:lumOff val="50000"/>
                  </a:schemeClr>
                </a:solidFill>
              </a:rPr>
              <a:pPr>
                <a:spcAft>
                  <a:spcPts val="600"/>
                </a:spcAft>
              </a:pPr>
              <a:t>6</a:t>
            </a:fld>
            <a:endParaRPr lang="en-US" sz="1100">
              <a:solidFill>
                <a:schemeClr val="tx1">
                  <a:lumMod val="50000"/>
                  <a:lumOff val="50000"/>
                </a:schemeClr>
              </a:solidFill>
            </a:endParaRPr>
          </a:p>
        </p:txBody>
      </p:sp>
      <p:graphicFrame>
        <p:nvGraphicFramePr>
          <p:cNvPr id="6" name="Content Placeholder 2">
            <a:extLst>
              <a:ext uri="{FF2B5EF4-FFF2-40B4-BE49-F238E27FC236}">
                <a16:creationId xmlns:a16="http://schemas.microsoft.com/office/drawing/2014/main" id="{A277DFC5-686D-62F7-41DE-455FF1A26A2B}"/>
              </a:ext>
            </a:extLst>
          </p:cNvPr>
          <p:cNvGraphicFramePr>
            <a:graphicFrameLocks noGrp="1"/>
          </p:cNvGraphicFramePr>
          <p:nvPr>
            <p:ph idx="1"/>
            <p:extLst>
              <p:ext uri="{D42A27DB-BD31-4B8C-83A1-F6EECF244321}">
                <p14:modId xmlns:p14="http://schemas.microsoft.com/office/powerpoint/2010/main" val="1878515261"/>
              </p:ext>
            </p:extLst>
          </p:nvPr>
        </p:nvGraphicFramePr>
        <p:xfrm>
          <a:off x="4905052" y="750440"/>
          <a:ext cx="6666833" cy="54539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4736768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256B2C21-A230-48C0-8DF1-C46611373C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847E18C-932D-4C95-AABA-FEC7C9499A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3150CB11-0C61-439E-910F-5787759E72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43F8A58B-5155-44CE-A5FF-7647B47D0A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443F2ACA-E6D6-4028-82DD-F03C262D5D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5" y="1410079"/>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76CB15E-DD41-5BEB-EA7D-CD9E28740C25}"/>
              </a:ext>
            </a:extLst>
          </p:cNvPr>
          <p:cNvSpPr>
            <a:spLocks noGrp="1"/>
          </p:cNvSpPr>
          <p:nvPr>
            <p:ph type="title"/>
          </p:nvPr>
        </p:nvSpPr>
        <p:spPr>
          <a:xfrm>
            <a:off x="586478" y="1683756"/>
            <a:ext cx="3115265" cy="2396359"/>
          </a:xfrm>
        </p:spPr>
        <p:txBody>
          <a:bodyPr anchor="b">
            <a:normAutofit/>
          </a:bodyPr>
          <a:lstStyle/>
          <a:p>
            <a:pPr algn="r"/>
            <a:r>
              <a:rPr lang="en-US" sz="4000" b="1" dirty="0">
                <a:solidFill>
                  <a:srgbClr val="FFFFFF"/>
                </a:solidFill>
              </a:rPr>
              <a:t>Where I Are Standing Right Now</a:t>
            </a:r>
            <a:endParaRPr lang="en-US" sz="4000" dirty="0">
              <a:solidFill>
                <a:srgbClr val="FFFFFF"/>
              </a:solidFill>
            </a:endParaRPr>
          </a:p>
        </p:txBody>
      </p:sp>
      <p:sp>
        <p:nvSpPr>
          <p:cNvPr id="4" name="Slide Number Placeholder 3">
            <a:extLst>
              <a:ext uri="{FF2B5EF4-FFF2-40B4-BE49-F238E27FC236}">
                <a16:creationId xmlns:a16="http://schemas.microsoft.com/office/drawing/2014/main" id="{519FBAFB-D998-5B34-EC80-E4072C6DFE1E}"/>
              </a:ext>
            </a:extLst>
          </p:cNvPr>
          <p:cNvSpPr>
            <a:spLocks noGrp="1"/>
          </p:cNvSpPr>
          <p:nvPr>
            <p:ph type="sldNum" sz="quarter" idx="12"/>
          </p:nvPr>
        </p:nvSpPr>
        <p:spPr>
          <a:xfrm>
            <a:off x="11704320" y="6455664"/>
            <a:ext cx="448056" cy="365125"/>
          </a:xfrm>
        </p:spPr>
        <p:txBody>
          <a:bodyPr>
            <a:normAutofit/>
          </a:bodyPr>
          <a:lstStyle/>
          <a:p>
            <a:pPr>
              <a:spcAft>
                <a:spcPts val="600"/>
              </a:spcAft>
            </a:pPr>
            <a:fld id="{392B3D3E-E485-44A8-BBDD-34DFF53F1CFF}" type="slidenum">
              <a:rPr lang="en-US" sz="1100">
                <a:solidFill>
                  <a:schemeClr val="tx1">
                    <a:lumMod val="50000"/>
                    <a:lumOff val="50000"/>
                  </a:schemeClr>
                </a:solidFill>
              </a:rPr>
              <a:pPr>
                <a:spcAft>
                  <a:spcPts val="600"/>
                </a:spcAft>
              </a:pPr>
              <a:t>7</a:t>
            </a:fld>
            <a:endParaRPr lang="en-US" sz="1100">
              <a:solidFill>
                <a:schemeClr val="tx1">
                  <a:lumMod val="50000"/>
                  <a:lumOff val="50000"/>
                </a:schemeClr>
              </a:solidFill>
            </a:endParaRPr>
          </a:p>
        </p:txBody>
      </p:sp>
      <p:graphicFrame>
        <p:nvGraphicFramePr>
          <p:cNvPr id="6" name="Content Placeholder 2">
            <a:extLst>
              <a:ext uri="{FF2B5EF4-FFF2-40B4-BE49-F238E27FC236}">
                <a16:creationId xmlns:a16="http://schemas.microsoft.com/office/drawing/2014/main" id="{7E596049-284F-D1B5-9E2A-9E657F4D4A6E}"/>
              </a:ext>
            </a:extLst>
          </p:cNvPr>
          <p:cNvGraphicFramePr>
            <a:graphicFrameLocks noGrp="1"/>
          </p:cNvGraphicFramePr>
          <p:nvPr>
            <p:ph idx="1"/>
            <p:extLst>
              <p:ext uri="{D42A27DB-BD31-4B8C-83A1-F6EECF244321}">
                <p14:modId xmlns:p14="http://schemas.microsoft.com/office/powerpoint/2010/main" val="3743472390"/>
              </p:ext>
            </p:extLst>
          </p:nvPr>
        </p:nvGraphicFramePr>
        <p:xfrm>
          <a:off x="4905052" y="750440"/>
          <a:ext cx="6666833" cy="54539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8561688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256B2C21-A230-48C0-8DF1-C46611373C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847E18C-932D-4C95-AABA-FEC7C9499A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3150CB11-0C61-439E-910F-5787759E72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43F8A58B-5155-44CE-A5FF-7647B47D0A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443F2ACA-E6D6-4028-82DD-F03C262D5D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5" y="1410079"/>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7944A59-4379-3783-1CDE-8D2F563EC96A}"/>
              </a:ext>
            </a:extLst>
          </p:cNvPr>
          <p:cNvSpPr>
            <a:spLocks noGrp="1"/>
          </p:cNvSpPr>
          <p:nvPr>
            <p:ph type="title"/>
          </p:nvPr>
        </p:nvSpPr>
        <p:spPr>
          <a:xfrm>
            <a:off x="586478" y="1683756"/>
            <a:ext cx="3115265" cy="2396359"/>
          </a:xfrm>
        </p:spPr>
        <p:txBody>
          <a:bodyPr anchor="b">
            <a:normAutofit/>
          </a:bodyPr>
          <a:lstStyle/>
          <a:p>
            <a:pPr algn="r"/>
            <a:r>
              <a:rPr lang="en-US" sz="4000" b="1" dirty="0">
                <a:solidFill>
                  <a:srgbClr val="FFFFFF"/>
                </a:solidFill>
              </a:rPr>
              <a:t>Where I Are Standing Right Now</a:t>
            </a:r>
            <a:endParaRPr lang="en-US" sz="4000" dirty="0">
              <a:solidFill>
                <a:srgbClr val="FFFFFF"/>
              </a:solidFill>
            </a:endParaRPr>
          </a:p>
        </p:txBody>
      </p:sp>
      <p:sp>
        <p:nvSpPr>
          <p:cNvPr id="4" name="Slide Number Placeholder 3">
            <a:extLst>
              <a:ext uri="{FF2B5EF4-FFF2-40B4-BE49-F238E27FC236}">
                <a16:creationId xmlns:a16="http://schemas.microsoft.com/office/drawing/2014/main" id="{19CFA1BF-0296-76A9-0975-047B2690B35A}"/>
              </a:ext>
            </a:extLst>
          </p:cNvPr>
          <p:cNvSpPr>
            <a:spLocks noGrp="1"/>
          </p:cNvSpPr>
          <p:nvPr>
            <p:ph type="sldNum" sz="quarter" idx="12"/>
          </p:nvPr>
        </p:nvSpPr>
        <p:spPr>
          <a:xfrm>
            <a:off x="11704320" y="6455664"/>
            <a:ext cx="448056" cy="365125"/>
          </a:xfrm>
        </p:spPr>
        <p:txBody>
          <a:bodyPr>
            <a:normAutofit/>
          </a:bodyPr>
          <a:lstStyle/>
          <a:p>
            <a:pPr>
              <a:spcAft>
                <a:spcPts val="600"/>
              </a:spcAft>
            </a:pPr>
            <a:fld id="{392B3D3E-E485-44A8-BBDD-34DFF53F1CFF}" type="slidenum">
              <a:rPr lang="en-US" sz="1100">
                <a:solidFill>
                  <a:schemeClr val="tx1">
                    <a:lumMod val="50000"/>
                    <a:lumOff val="50000"/>
                  </a:schemeClr>
                </a:solidFill>
              </a:rPr>
              <a:pPr>
                <a:spcAft>
                  <a:spcPts val="600"/>
                </a:spcAft>
              </a:pPr>
              <a:t>8</a:t>
            </a:fld>
            <a:endParaRPr lang="en-US" sz="1100">
              <a:solidFill>
                <a:schemeClr val="tx1">
                  <a:lumMod val="50000"/>
                  <a:lumOff val="50000"/>
                </a:schemeClr>
              </a:solidFill>
            </a:endParaRPr>
          </a:p>
        </p:txBody>
      </p:sp>
      <p:graphicFrame>
        <p:nvGraphicFramePr>
          <p:cNvPr id="6" name="Content Placeholder 2">
            <a:extLst>
              <a:ext uri="{FF2B5EF4-FFF2-40B4-BE49-F238E27FC236}">
                <a16:creationId xmlns:a16="http://schemas.microsoft.com/office/drawing/2014/main" id="{E861A65C-94CD-67A3-2FDC-80BC705B2FE6}"/>
              </a:ext>
            </a:extLst>
          </p:cNvPr>
          <p:cNvGraphicFramePr>
            <a:graphicFrameLocks noGrp="1"/>
          </p:cNvGraphicFramePr>
          <p:nvPr>
            <p:ph idx="1"/>
            <p:extLst>
              <p:ext uri="{D42A27DB-BD31-4B8C-83A1-F6EECF244321}">
                <p14:modId xmlns:p14="http://schemas.microsoft.com/office/powerpoint/2010/main" val="2209766926"/>
              </p:ext>
            </p:extLst>
          </p:nvPr>
        </p:nvGraphicFramePr>
        <p:xfrm>
          <a:off x="4905052" y="750440"/>
          <a:ext cx="6666833" cy="54539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3135182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301F447-EEF7-48F5-AF73-7566EE7F64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C6C73E5-63EE-7D50-ACC0-61DF68E7DDF5}"/>
              </a:ext>
            </a:extLst>
          </p:cNvPr>
          <p:cNvSpPr>
            <a:spLocks noGrp="1"/>
          </p:cNvSpPr>
          <p:nvPr>
            <p:ph type="title"/>
          </p:nvPr>
        </p:nvSpPr>
        <p:spPr>
          <a:xfrm>
            <a:off x="841248" y="334644"/>
            <a:ext cx="10509504" cy="1076914"/>
          </a:xfrm>
        </p:spPr>
        <p:txBody>
          <a:bodyPr anchor="ctr">
            <a:normAutofit/>
          </a:bodyPr>
          <a:lstStyle/>
          <a:p>
            <a:r>
              <a:rPr lang="en-US" sz="4000" b="1" dirty="0"/>
              <a:t>My Achievements &amp; Learning</a:t>
            </a:r>
          </a:p>
        </p:txBody>
      </p:sp>
      <p:sp>
        <p:nvSpPr>
          <p:cNvPr id="12" name="Rectangle 11">
            <a:extLst>
              <a:ext uri="{FF2B5EF4-FFF2-40B4-BE49-F238E27FC236}">
                <a16:creationId xmlns:a16="http://schemas.microsoft.com/office/drawing/2014/main" id="{F7117410-A2A4-4085-9ADC-46744551DB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2772" y="0"/>
            <a:ext cx="10506456" cy="19138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4" name="Rectangle 13">
            <a:extLst>
              <a:ext uri="{FF2B5EF4-FFF2-40B4-BE49-F238E27FC236}">
                <a16:creationId xmlns:a16="http://schemas.microsoft.com/office/drawing/2014/main" id="{99F74EB5-E547-4FB4-95F5-BCC788F3C4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1248" y="1512994"/>
            <a:ext cx="10506456"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Slide Number Placeholder 3">
            <a:extLst>
              <a:ext uri="{FF2B5EF4-FFF2-40B4-BE49-F238E27FC236}">
                <a16:creationId xmlns:a16="http://schemas.microsoft.com/office/drawing/2014/main" id="{35D2B8EB-4026-E634-28EC-511D9308528A}"/>
              </a:ext>
            </a:extLst>
          </p:cNvPr>
          <p:cNvSpPr>
            <a:spLocks noGrp="1"/>
          </p:cNvSpPr>
          <p:nvPr>
            <p:ph type="sldNum" sz="quarter" idx="12"/>
          </p:nvPr>
        </p:nvSpPr>
        <p:spPr>
          <a:xfrm>
            <a:off x="8717280" y="6356350"/>
            <a:ext cx="2633472" cy="365125"/>
          </a:xfrm>
        </p:spPr>
        <p:txBody>
          <a:bodyPr>
            <a:normAutofit/>
          </a:bodyPr>
          <a:lstStyle/>
          <a:p>
            <a:pPr>
              <a:spcAft>
                <a:spcPts val="600"/>
              </a:spcAft>
            </a:pPr>
            <a:fld id="{392B3D3E-E485-44A8-BBDD-34DFF53F1CFF}" type="slidenum">
              <a:rPr lang="en-US">
                <a:solidFill>
                  <a:schemeClr val="tx1">
                    <a:lumMod val="50000"/>
                    <a:lumOff val="50000"/>
                  </a:schemeClr>
                </a:solidFill>
              </a:rPr>
              <a:pPr>
                <a:spcAft>
                  <a:spcPts val="600"/>
                </a:spcAft>
              </a:pPr>
              <a:t>9</a:t>
            </a:fld>
            <a:endParaRPr lang="en-US">
              <a:solidFill>
                <a:schemeClr val="tx1">
                  <a:lumMod val="50000"/>
                  <a:lumOff val="50000"/>
                </a:schemeClr>
              </a:solidFill>
            </a:endParaRPr>
          </a:p>
        </p:txBody>
      </p:sp>
      <p:graphicFrame>
        <p:nvGraphicFramePr>
          <p:cNvPr id="6" name="Content Placeholder 2">
            <a:extLst>
              <a:ext uri="{FF2B5EF4-FFF2-40B4-BE49-F238E27FC236}">
                <a16:creationId xmlns:a16="http://schemas.microsoft.com/office/drawing/2014/main" id="{07E4440A-A530-19FA-1D87-542BE5FD3C01}"/>
              </a:ext>
            </a:extLst>
          </p:cNvPr>
          <p:cNvGraphicFramePr>
            <a:graphicFrameLocks noGrp="1"/>
          </p:cNvGraphicFramePr>
          <p:nvPr>
            <p:ph idx="1"/>
            <p:extLst>
              <p:ext uri="{D42A27DB-BD31-4B8C-83A1-F6EECF244321}">
                <p14:modId xmlns:p14="http://schemas.microsoft.com/office/powerpoint/2010/main" val="2276734617"/>
              </p:ext>
            </p:extLst>
          </p:nvPr>
        </p:nvGraphicFramePr>
        <p:xfrm>
          <a:off x="838200" y="1737360"/>
          <a:ext cx="10506456" cy="453542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8965441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6D1A2CED-DA9B-4CCF-8215-CFC65FE716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1" name="Rectangle 20">
            <a:extLst>
              <a:ext uri="{FF2B5EF4-FFF2-40B4-BE49-F238E27FC236}">
                <a16:creationId xmlns:a16="http://schemas.microsoft.com/office/drawing/2014/main" id="{562DFC44-A40C-4573-9230-B3EDB3EC8E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260019"/>
            <a:ext cx="11167447" cy="5933012"/>
          </a:xfrm>
          <a:prstGeom prst="rect">
            <a:avLst/>
          </a:prstGeom>
          <a:ln w="12700">
            <a:solidFill>
              <a:srgbClr val="DEDEDE"/>
            </a:solidFill>
          </a:ln>
          <a:effectLst>
            <a:outerShdw blurRad="50800" dist="38100" dir="2700000" algn="tl" rotWithShape="0">
              <a:schemeClr val="bg2">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F7666BE9-D749-8853-6110-A686B9123087}"/>
              </a:ext>
            </a:extLst>
          </p:cNvPr>
          <p:cNvSpPr>
            <a:spLocks noGrp="1"/>
          </p:cNvSpPr>
          <p:nvPr>
            <p:ph type="title"/>
          </p:nvPr>
        </p:nvSpPr>
        <p:spPr>
          <a:xfrm>
            <a:off x="1115568" y="509521"/>
            <a:ext cx="10232136" cy="1014984"/>
          </a:xfrm>
        </p:spPr>
        <p:txBody>
          <a:bodyPr>
            <a:normAutofit/>
          </a:bodyPr>
          <a:lstStyle/>
          <a:p>
            <a:r>
              <a:rPr lang="en-US" sz="4000" b="1" dirty="0"/>
              <a:t>My Achievements &amp; Learning</a:t>
            </a:r>
            <a:endParaRPr lang="en-US" sz="4000" dirty="0"/>
          </a:p>
        </p:txBody>
      </p:sp>
      <p:sp>
        <p:nvSpPr>
          <p:cNvPr id="23" name="Rectangle 22">
            <a:extLst>
              <a:ext uri="{FF2B5EF4-FFF2-40B4-BE49-F238E27FC236}">
                <a16:creationId xmlns:a16="http://schemas.microsoft.com/office/drawing/2014/main" id="{15589D35-CF9F-4DE9-A792-8571A09E9B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658327"/>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4" name="Slide Number Placeholder 3">
            <a:extLst>
              <a:ext uri="{FF2B5EF4-FFF2-40B4-BE49-F238E27FC236}">
                <a16:creationId xmlns:a16="http://schemas.microsoft.com/office/drawing/2014/main" id="{2F5668B9-CCEC-C479-614B-78C8EC00C92B}"/>
              </a:ext>
            </a:extLst>
          </p:cNvPr>
          <p:cNvSpPr>
            <a:spLocks noGrp="1"/>
          </p:cNvSpPr>
          <p:nvPr>
            <p:ph type="sldNum" sz="quarter" idx="12"/>
          </p:nvPr>
        </p:nvSpPr>
        <p:spPr>
          <a:xfrm>
            <a:off x="8610600" y="6356350"/>
            <a:ext cx="2743200" cy="365125"/>
          </a:xfrm>
        </p:spPr>
        <p:txBody>
          <a:bodyPr>
            <a:normAutofit/>
          </a:bodyPr>
          <a:lstStyle/>
          <a:p>
            <a:pPr>
              <a:spcAft>
                <a:spcPts val="600"/>
              </a:spcAft>
            </a:pPr>
            <a:fld id="{392B3D3E-E485-44A8-BBDD-34DFF53F1CFF}" type="slidenum">
              <a:rPr lang="en-US">
                <a:solidFill>
                  <a:schemeClr val="tx1">
                    <a:lumMod val="50000"/>
                    <a:lumOff val="50000"/>
                  </a:schemeClr>
                </a:solidFill>
              </a:rPr>
              <a:pPr>
                <a:spcAft>
                  <a:spcPts val="600"/>
                </a:spcAft>
              </a:pPr>
              <a:t>10</a:t>
            </a:fld>
            <a:endParaRPr lang="en-US">
              <a:solidFill>
                <a:schemeClr val="tx1">
                  <a:lumMod val="50000"/>
                  <a:lumOff val="50000"/>
                </a:schemeClr>
              </a:solidFill>
            </a:endParaRPr>
          </a:p>
        </p:txBody>
      </p:sp>
      <p:graphicFrame>
        <p:nvGraphicFramePr>
          <p:cNvPr id="6" name="Content Placeholder 2">
            <a:extLst>
              <a:ext uri="{FF2B5EF4-FFF2-40B4-BE49-F238E27FC236}">
                <a16:creationId xmlns:a16="http://schemas.microsoft.com/office/drawing/2014/main" id="{86C0DCAF-E4E3-EA66-B5A4-3C40E40441BE}"/>
              </a:ext>
            </a:extLst>
          </p:cNvPr>
          <p:cNvGraphicFramePr>
            <a:graphicFrameLocks noGrp="1"/>
          </p:cNvGraphicFramePr>
          <p:nvPr>
            <p:ph idx="1"/>
            <p:extLst>
              <p:ext uri="{D42A27DB-BD31-4B8C-83A1-F6EECF244321}">
                <p14:modId xmlns:p14="http://schemas.microsoft.com/office/powerpoint/2010/main" val="3185490869"/>
              </p:ext>
            </p:extLst>
          </p:nvPr>
        </p:nvGraphicFramePr>
        <p:xfrm>
          <a:off x="1115568" y="1673352"/>
          <a:ext cx="10232136" cy="433425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94392085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AFF8D2E5-2C4E-47B1-930B-6C82B7C313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03CCDE7-8CF0-9A98-EDE6-1FDC7E58213F}"/>
              </a:ext>
            </a:extLst>
          </p:cNvPr>
          <p:cNvSpPr>
            <a:spLocks noGrp="1"/>
          </p:cNvSpPr>
          <p:nvPr>
            <p:ph type="title"/>
          </p:nvPr>
        </p:nvSpPr>
        <p:spPr>
          <a:xfrm>
            <a:off x="841248" y="251312"/>
            <a:ext cx="10506456" cy="1010264"/>
          </a:xfrm>
        </p:spPr>
        <p:txBody>
          <a:bodyPr anchor="ctr">
            <a:normAutofit/>
          </a:bodyPr>
          <a:lstStyle/>
          <a:p>
            <a:r>
              <a:rPr lang="en-US" b="1" dirty="0"/>
              <a:t>My Achievements &amp; Learning</a:t>
            </a:r>
            <a:endParaRPr lang="en-US" dirty="0"/>
          </a:p>
        </p:txBody>
      </p:sp>
      <p:sp>
        <p:nvSpPr>
          <p:cNvPr id="12" name="Rectangle 11">
            <a:extLst>
              <a:ext uri="{FF2B5EF4-FFF2-40B4-BE49-F238E27FC236}">
                <a16:creationId xmlns:a16="http://schemas.microsoft.com/office/drawing/2014/main" id="{801E4ADA-0EA9-4930-846E-3C11E8BED6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17618"/>
            <a:ext cx="128016" cy="63141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Rectangle 13">
            <a:extLst>
              <a:ext uri="{FF2B5EF4-FFF2-40B4-BE49-F238E27FC236}">
                <a16:creationId xmlns:a16="http://schemas.microsoft.com/office/drawing/2014/main" id="{FB92FFCE-0C90-454E-AA25-D4EE9A6C39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1248" y="1380864"/>
            <a:ext cx="10506456"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4" name="Slide Number Placeholder 3">
            <a:extLst>
              <a:ext uri="{FF2B5EF4-FFF2-40B4-BE49-F238E27FC236}">
                <a16:creationId xmlns:a16="http://schemas.microsoft.com/office/drawing/2014/main" id="{4F76F35B-40C9-3B89-C016-6E96065694DE}"/>
              </a:ext>
            </a:extLst>
          </p:cNvPr>
          <p:cNvSpPr>
            <a:spLocks noGrp="1"/>
          </p:cNvSpPr>
          <p:nvPr>
            <p:ph type="sldNum" sz="quarter" idx="12"/>
          </p:nvPr>
        </p:nvSpPr>
        <p:spPr>
          <a:xfrm>
            <a:off x="8860536" y="6356350"/>
            <a:ext cx="2490216" cy="365125"/>
          </a:xfrm>
        </p:spPr>
        <p:txBody>
          <a:bodyPr>
            <a:normAutofit/>
          </a:bodyPr>
          <a:lstStyle/>
          <a:p>
            <a:pPr>
              <a:spcAft>
                <a:spcPts val="600"/>
              </a:spcAft>
            </a:pPr>
            <a:fld id="{392B3D3E-E485-44A8-BBDD-34DFF53F1CFF}" type="slidenum">
              <a:rPr lang="en-US">
                <a:solidFill>
                  <a:schemeClr val="tx1">
                    <a:lumMod val="50000"/>
                    <a:lumOff val="50000"/>
                  </a:schemeClr>
                </a:solidFill>
              </a:rPr>
              <a:pPr>
                <a:spcAft>
                  <a:spcPts val="600"/>
                </a:spcAft>
              </a:pPr>
              <a:t>11</a:t>
            </a:fld>
            <a:endParaRPr lang="en-US">
              <a:solidFill>
                <a:schemeClr val="tx1">
                  <a:lumMod val="50000"/>
                  <a:lumOff val="50000"/>
                </a:schemeClr>
              </a:solidFill>
            </a:endParaRPr>
          </a:p>
        </p:txBody>
      </p:sp>
      <p:graphicFrame>
        <p:nvGraphicFramePr>
          <p:cNvPr id="6" name="Content Placeholder 2">
            <a:extLst>
              <a:ext uri="{FF2B5EF4-FFF2-40B4-BE49-F238E27FC236}">
                <a16:creationId xmlns:a16="http://schemas.microsoft.com/office/drawing/2014/main" id="{93231D1A-2F36-1C87-61B0-C43D3E8C1C90}"/>
              </a:ext>
            </a:extLst>
          </p:cNvPr>
          <p:cNvGraphicFramePr>
            <a:graphicFrameLocks noGrp="1"/>
          </p:cNvGraphicFramePr>
          <p:nvPr>
            <p:ph idx="1"/>
            <p:extLst>
              <p:ext uri="{D42A27DB-BD31-4B8C-83A1-F6EECF244321}">
                <p14:modId xmlns:p14="http://schemas.microsoft.com/office/powerpoint/2010/main" val="1220045078"/>
              </p:ext>
            </p:extLst>
          </p:nvPr>
        </p:nvGraphicFramePr>
        <p:xfrm>
          <a:off x="838200" y="1650222"/>
          <a:ext cx="10506456" cy="458494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5610174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E51BA4DF-2BD4-4EC2-B1DB-B27C8AC718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7B21D86-5F7D-0F28-78B2-2A52454EC9E5}"/>
              </a:ext>
            </a:extLst>
          </p:cNvPr>
          <p:cNvSpPr>
            <a:spLocks noGrp="1"/>
          </p:cNvSpPr>
          <p:nvPr>
            <p:ph type="title"/>
          </p:nvPr>
        </p:nvSpPr>
        <p:spPr>
          <a:xfrm>
            <a:off x="4553733" y="340964"/>
            <a:ext cx="6798541" cy="666426"/>
          </a:xfrm>
        </p:spPr>
        <p:txBody>
          <a:bodyPr anchor="b">
            <a:normAutofit/>
          </a:bodyPr>
          <a:lstStyle/>
          <a:p>
            <a:r>
              <a:rPr lang="en-US" sz="4000" b="1" dirty="0"/>
              <a:t>My Achievements &amp; Learning</a:t>
            </a:r>
            <a:endParaRPr lang="en-US" sz="4000" dirty="0"/>
          </a:p>
        </p:txBody>
      </p:sp>
      <p:pic>
        <p:nvPicPr>
          <p:cNvPr id="6" name="Picture 5" descr="Close up of circuit board">
            <a:extLst>
              <a:ext uri="{FF2B5EF4-FFF2-40B4-BE49-F238E27FC236}">
                <a16:creationId xmlns:a16="http://schemas.microsoft.com/office/drawing/2014/main" id="{2BDCAAE8-4467-A0A1-6146-A1BE6F717E10}"/>
              </a:ext>
            </a:extLst>
          </p:cNvPr>
          <p:cNvPicPr>
            <a:picLocks noChangeAspect="1"/>
          </p:cNvPicPr>
          <p:nvPr/>
        </p:nvPicPr>
        <p:blipFill>
          <a:blip r:embed="rId2"/>
          <a:srcRect l="20221" r="38933" b="-1"/>
          <a:stretch>
            <a:fillRect/>
          </a:stretch>
        </p:blipFill>
        <p:spPr>
          <a:xfrm>
            <a:off x="1" y="10"/>
            <a:ext cx="4196496" cy="6857990"/>
          </a:xfrm>
          <a:prstGeom prst="rect">
            <a:avLst/>
          </a:prstGeom>
          <a:effectLst/>
        </p:spPr>
      </p:pic>
      <p:sp>
        <p:nvSpPr>
          <p:cNvPr id="3" name="Content Placeholder 2">
            <a:extLst>
              <a:ext uri="{FF2B5EF4-FFF2-40B4-BE49-F238E27FC236}">
                <a16:creationId xmlns:a16="http://schemas.microsoft.com/office/drawing/2014/main" id="{3A370944-010B-AAC2-2014-7C0D9330FA50}"/>
              </a:ext>
            </a:extLst>
          </p:cNvPr>
          <p:cNvSpPr>
            <a:spLocks noGrp="1"/>
          </p:cNvSpPr>
          <p:nvPr>
            <p:ph idx="1"/>
          </p:nvPr>
        </p:nvSpPr>
        <p:spPr>
          <a:xfrm>
            <a:off x="4553734" y="1146876"/>
            <a:ext cx="6798539" cy="4968172"/>
          </a:xfrm>
        </p:spPr>
        <p:txBody>
          <a:bodyPr>
            <a:normAutofit/>
          </a:bodyPr>
          <a:lstStyle/>
          <a:p>
            <a:r>
              <a:rPr lang="en-US" sz="1800" dirty="0"/>
              <a:t>EMBEEDE SYSTEM PROJECT 3[PCB DESIGN BMS PCB]</a:t>
            </a:r>
          </a:p>
          <a:p>
            <a:r>
              <a:rPr lang="en-US" sz="1800" dirty="0"/>
              <a:t>OBJECTIVE  "Develop a compact USB Type-C powered battery management system featuring the BQ25895 charging controller for portable electronic devices requiring 3.7V lithium-ion battery operation.“</a:t>
            </a:r>
          </a:p>
          <a:p>
            <a:r>
              <a:rPr lang="en-US" sz="1800" dirty="0"/>
              <a:t>MY ROLE   "Designed and developed USB Type-C battery management PCB with BQ25895 charging IC for portable device power solutions.“</a:t>
            </a:r>
          </a:p>
          <a:p>
            <a:r>
              <a:rPr lang="en-US" sz="1800" dirty="0"/>
              <a:t>Technology used is EASY EDA</a:t>
            </a:r>
          </a:p>
          <a:p>
            <a:r>
              <a:rPr lang="en-US" sz="1800" dirty="0"/>
              <a:t>Innovation/improvements  "Implemented compact PCB layout with optimized trace routing and integrated BQ25895 charging IC to achieve miniaturized USB Type-C power management solution.“</a:t>
            </a:r>
          </a:p>
          <a:p>
            <a:r>
              <a:rPr lang="en-US" sz="1800" dirty="0"/>
              <a:t>OUTCOME "Delivered fully functional USB Type-C battery management system enabling efficient 3.7V/1400mAh lithium-ion charging with compact form factor for portable device integration."</a:t>
            </a:r>
          </a:p>
        </p:txBody>
      </p:sp>
      <p:sp>
        <p:nvSpPr>
          <p:cNvPr id="4" name="Slide Number Placeholder 3">
            <a:extLst>
              <a:ext uri="{FF2B5EF4-FFF2-40B4-BE49-F238E27FC236}">
                <a16:creationId xmlns:a16="http://schemas.microsoft.com/office/drawing/2014/main" id="{2487D46F-5405-9BF7-B8E6-C5D0059E8B4A}"/>
              </a:ext>
            </a:extLst>
          </p:cNvPr>
          <p:cNvSpPr>
            <a:spLocks noGrp="1"/>
          </p:cNvSpPr>
          <p:nvPr>
            <p:ph type="sldNum" sz="quarter" idx="12"/>
          </p:nvPr>
        </p:nvSpPr>
        <p:spPr>
          <a:xfrm>
            <a:off x="9193686" y="6356350"/>
            <a:ext cx="2160114" cy="365125"/>
          </a:xfrm>
        </p:spPr>
        <p:txBody>
          <a:bodyPr>
            <a:normAutofit/>
          </a:bodyPr>
          <a:lstStyle/>
          <a:p>
            <a:pPr>
              <a:spcAft>
                <a:spcPts val="600"/>
              </a:spcAft>
            </a:pPr>
            <a:fld id="{392B3D3E-E485-44A8-BBDD-34DFF53F1CFF}" type="slidenum">
              <a:rPr lang="en-US" smtClean="0"/>
              <a:pPr>
                <a:spcAft>
                  <a:spcPts val="600"/>
                </a:spcAft>
              </a:pPr>
              <a:t>12</a:t>
            </a:fld>
            <a:endParaRPr lang="en-US"/>
          </a:p>
        </p:txBody>
      </p:sp>
    </p:spTree>
    <p:extLst>
      <p:ext uri="{BB962C8B-B14F-4D97-AF65-F5344CB8AC3E}">
        <p14:creationId xmlns:p14="http://schemas.microsoft.com/office/powerpoint/2010/main" val="243456070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CD4586-D218-E059-5594-EE008465AF6C}"/>
              </a:ext>
            </a:extLst>
          </p:cNvPr>
          <p:cNvSpPr>
            <a:spLocks noGrp="1"/>
          </p:cNvSpPr>
          <p:nvPr>
            <p:ph type="title"/>
          </p:nvPr>
        </p:nvSpPr>
        <p:spPr>
          <a:xfrm>
            <a:off x="838200" y="136526"/>
            <a:ext cx="10515600" cy="544511"/>
          </a:xfrm>
        </p:spPr>
        <p:txBody>
          <a:bodyPr>
            <a:normAutofit fontScale="90000"/>
          </a:bodyPr>
          <a:lstStyle/>
          <a:p>
            <a:pPr algn="ctr"/>
            <a:r>
              <a:rPr lang="en-US" sz="4000" b="1" dirty="0"/>
              <a:t>My Achievements &amp; Learning</a:t>
            </a:r>
            <a:endParaRPr lang="en-US" sz="4000" dirty="0"/>
          </a:p>
        </p:txBody>
      </p:sp>
      <p:graphicFrame>
        <p:nvGraphicFramePr>
          <p:cNvPr id="6" name="Content Placeholder 2">
            <a:extLst>
              <a:ext uri="{FF2B5EF4-FFF2-40B4-BE49-F238E27FC236}">
                <a16:creationId xmlns:a16="http://schemas.microsoft.com/office/drawing/2014/main" id="{134EBE98-9A09-FFB9-AD64-D0138C6264CD}"/>
              </a:ext>
            </a:extLst>
          </p:cNvPr>
          <p:cNvGraphicFramePr>
            <a:graphicFrameLocks noGrp="1"/>
          </p:cNvGraphicFramePr>
          <p:nvPr>
            <p:ph idx="1"/>
          </p:nvPr>
        </p:nvGraphicFramePr>
        <p:xfrm>
          <a:off x="838200" y="681038"/>
          <a:ext cx="10515600" cy="549592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Slide Number Placeholder 3">
            <a:extLst>
              <a:ext uri="{FF2B5EF4-FFF2-40B4-BE49-F238E27FC236}">
                <a16:creationId xmlns:a16="http://schemas.microsoft.com/office/drawing/2014/main" id="{484BCA30-E608-9104-5B79-5ED1D6F23012}"/>
              </a:ext>
            </a:extLst>
          </p:cNvPr>
          <p:cNvSpPr>
            <a:spLocks noGrp="1"/>
          </p:cNvSpPr>
          <p:nvPr>
            <p:ph type="sldNum" sz="quarter" idx="12"/>
          </p:nvPr>
        </p:nvSpPr>
        <p:spPr/>
        <p:txBody>
          <a:bodyPr/>
          <a:lstStyle/>
          <a:p>
            <a:fld id="{392B3D3E-E485-44A8-BBDD-34DFF53F1CFF}" type="slidenum">
              <a:rPr lang="en-US" smtClean="0"/>
              <a:t>13</a:t>
            </a:fld>
            <a:endParaRPr lang="en-US"/>
          </a:p>
        </p:txBody>
      </p:sp>
    </p:spTree>
    <p:extLst>
      <p:ext uri="{BB962C8B-B14F-4D97-AF65-F5344CB8AC3E}">
        <p14:creationId xmlns:p14="http://schemas.microsoft.com/office/powerpoint/2010/main" val="83964889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301F447-EEF7-48F5-AF73-7566EE7F64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E360B4C-3640-645E-E84E-6E271CB6EF89}"/>
              </a:ext>
            </a:extLst>
          </p:cNvPr>
          <p:cNvSpPr>
            <a:spLocks noGrp="1"/>
          </p:cNvSpPr>
          <p:nvPr>
            <p:ph type="title"/>
          </p:nvPr>
        </p:nvSpPr>
        <p:spPr>
          <a:xfrm>
            <a:off x="841248" y="334644"/>
            <a:ext cx="10509504" cy="799212"/>
          </a:xfrm>
        </p:spPr>
        <p:txBody>
          <a:bodyPr anchor="ctr">
            <a:normAutofit/>
          </a:bodyPr>
          <a:lstStyle/>
          <a:p>
            <a:r>
              <a:rPr lang="en-US" sz="4000" b="1" dirty="0"/>
              <a:t>My Achievements &amp; Learning</a:t>
            </a:r>
            <a:endParaRPr lang="en-US" sz="4000" dirty="0"/>
          </a:p>
        </p:txBody>
      </p:sp>
      <p:sp>
        <p:nvSpPr>
          <p:cNvPr id="12" name="Rectangle 11">
            <a:extLst>
              <a:ext uri="{FF2B5EF4-FFF2-40B4-BE49-F238E27FC236}">
                <a16:creationId xmlns:a16="http://schemas.microsoft.com/office/drawing/2014/main" id="{F7117410-A2A4-4085-9ADC-46744551DB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2772" y="0"/>
            <a:ext cx="10506456" cy="19138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4" name="Rectangle 13">
            <a:extLst>
              <a:ext uri="{FF2B5EF4-FFF2-40B4-BE49-F238E27FC236}">
                <a16:creationId xmlns:a16="http://schemas.microsoft.com/office/drawing/2014/main" id="{99F74EB5-E547-4FB4-95F5-BCC788F3C4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1248" y="1512994"/>
            <a:ext cx="10506456"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Slide Number Placeholder 3">
            <a:extLst>
              <a:ext uri="{FF2B5EF4-FFF2-40B4-BE49-F238E27FC236}">
                <a16:creationId xmlns:a16="http://schemas.microsoft.com/office/drawing/2014/main" id="{FECE16D1-F49F-9464-C65D-44F54DE3D690}"/>
              </a:ext>
            </a:extLst>
          </p:cNvPr>
          <p:cNvSpPr>
            <a:spLocks noGrp="1"/>
          </p:cNvSpPr>
          <p:nvPr>
            <p:ph type="sldNum" sz="quarter" idx="12"/>
          </p:nvPr>
        </p:nvSpPr>
        <p:spPr>
          <a:xfrm>
            <a:off x="8717280" y="6356350"/>
            <a:ext cx="2633472" cy="365125"/>
          </a:xfrm>
        </p:spPr>
        <p:txBody>
          <a:bodyPr>
            <a:normAutofit/>
          </a:bodyPr>
          <a:lstStyle/>
          <a:p>
            <a:pPr>
              <a:spcAft>
                <a:spcPts val="600"/>
              </a:spcAft>
            </a:pPr>
            <a:fld id="{392B3D3E-E485-44A8-BBDD-34DFF53F1CFF}" type="slidenum">
              <a:rPr lang="en-US">
                <a:solidFill>
                  <a:schemeClr val="tx1">
                    <a:lumMod val="50000"/>
                    <a:lumOff val="50000"/>
                  </a:schemeClr>
                </a:solidFill>
              </a:rPr>
              <a:pPr>
                <a:spcAft>
                  <a:spcPts val="600"/>
                </a:spcAft>
              </a:pPr>
              <a:t>14</a:t>
            </a:fld>
            <a:endParaRPr lang="en-US">
              <a:solidFill>
                <a:schemeClr val="tx1">
                  <a:lumMod val="50000"/>
                  <a:lumOff val="50000"/>
                </a:schemeClr>
              </a:solidFill>
            </a:endParaRPr>
          </a:p>
        </p:txBody>
      </p:sp>
      <p:graphicFrame>
        <p:nvGraphicFramePr>
          <p:cNvPr id="6" name="Content Placeholder 2">
            <a:extLst>
              <a:ext uri="{FF2B5EF4-FFF2-40B4-BE49-F238E27FC236}">
                <a16:creationId xmlns:a16="http://schemas.microsoft.com/office/drawing/2014/main" id="{9A619532-0BF5-DFCE-1F72-CDDB3489EBC5}"/>
              </a:ext>
            </a:extLst>
          </p:cNvPr>
          <p:cNvGraphicFramePr>
            <a:graphicFrameLocks noGrp="1"/>
          </p:cNvGraphicFramePr>
          <p:nvPr>
            <p:ph idx="1"/>
            <p:extLst>
              <p:ext uri="{D42A27DB-BD31-4B8C-83A1-F6EECF244321}">
                <p14:modId xmlns:p14="http://schemas.microsoft.com/office/powerpoint/2010/main" val="4199983375"/>
              </p:ext>
            </p:extLst>
          </p:nvPr>
        </p:nvGraphicFramePr>
        <p:xfrm>
          <a:off x="838200" y="1468500"/>
          <a:ext cx="10506456" cy="480428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79219232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301F447-EEF7-48F5-AF73-7566EE7F64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3167F7C-4C46-821C-F442-1949327511AE}"/>
              </a:ext>
            </a:extLst>
          </p:cNvPr>
          <p:cNvSpPr>
            <a:spLocks noGrp="1"/>
          </p:cNvSpPr>
          <p:nvPr>
            <p:ph type="title"/>
          </p:nvPr>
        </p:nvSpPr>
        <p:spPr>
          <a:xfrm>
            <a:off x="841248" y="334644"/>
            <a:ext cx="10509504" cy="1076914"/>
          </a:xfrm>
        </p:spPr>
        <p:txBody>
          <a:bodyPr anchor="ctr">
            <a:normAutofit/>
          </a:bodyPr>
          <a:lstStyle/>
          <a:p>
            <a:r>
              <a:rPr lang="en-US" sz="4000" b="1" dirty="0"/>
              <a:t>My Achievements &amp; Learning</a:t>
            </a:r>
            <a:endParaRPr lang="en-US" sz="4000" dirty="0"/>
          </a:p>
        </p:txBody>
      </p:sp>
      <p:sp>
        <p:nvSpPr>
          <p:cNvPr id="12" name="Rectangle 11">
            <a:extLst>
              <a:ext uri="{FF2B5EF4-FFF2-40B4-BE49-F238E27FC236}">
                <a16:creationId xmlns:a16="http://schemas.microsoft.com/office/drawing/2014/main" id="{F7117410-A2A4-4085-9ADC-46744551DB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2772" y="0"/>
            <a:ext cx="10506456" cy="19138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4" name="Rectangle 13">
            <a:extLst>
              <a:ext uri="{FF2B5EF4-FFF2-40B4-BE49-F238E27FC236}">
                <a16:creationId xmlns:a16="http://schemas.microsoft.com/office/drawing/2014/main" id="{99F74EB5-E547-4FB4-95F5-BCC788F3C4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1248" y="1512994"/>
            <a:ext cx="10506456"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Slide Number Placeholder 3">
            <a:extLst>
              <a:ext uri="{FF2B5EF4-FFF2-40B4-BE49-F238E27FC236}">
                <a16:creationId xmlns:a16="http://schemas.microsoft.com/office/drawing/2014/main" id="{2B280269-9724-8071-2787-A0EEE78C8AA8}"/>
              </a:ext>
            </a:extLst>
          </p:cNvPr>
          <p:cNvSpPr>
            <a:spLocks noGrp="1"/>
          </p:cNvSpPr>
          <p:nvPr>
            <p:ph type="sldNum" sz="quarter" idx="12"/>
          </p:nvPr>
        </p:nvSpPr>
        <p:spPr>
          <a:xfrm>
            <a:off x="8717280" y="6356350"/>
            <a:ext cx="2633472" cy="365125"/>
          </a:xfrm>
        </p:spPr>
        <p:txBody>
          <a:bodyPr>
            <a:normAutofit/>
          </a:bodyPr>
          <a:lstStyle/>
          <a:p>
            <a:pPr>
              <a:spcAft>
                <a:spcPts val="600"/>
              </a:spcAft>
            </a:pPr>
            <a:fld id="{392B3D3E-E485-44A8-BBDD-34DFF53F1CFF}" type="slidenum">
              <a:rPr lang="en-US">
                <a:solidFill>
                  <a:schemeClr val="tx1">
                    <a:lumMod val="50000"/>
                    <a:lumOff val="50000"/>
                  </a:schemeClr>
                </a:solidFill>
              </a:rPr>
              <a:pPr>
                <a:spcAft>
                  <a:spcPts val="600"/>
                </a:spcAft>
              </a:pPr>
              <a:t>15</a:t>
            </a:fld>
            <a:endParaRPr lang="en-US">
              <a:solidFill>
                <a:schemeClr val="tx1">
                  <a:lumMod val="50000"/>
                  <a:lumOff val="50000"/>
                </a:schemeClr>
              </a:solidFill>
            </a:endParaRPr>
          </a:p>
        </p:txBody>
      </p:sp>
      <p:graphicFrame>
        <p:nvGraphicFramePr>
          <p:cNvPr id="6" name="Content Placeholder 2">
            <a:extLst>
              <a:ext uri="{FF2B5EF4-FFF2-40B4-BE49-F238E27FC236}">
                <a16:creationId xmlns:a16="http://schemas.microsoft.com/office/drawing/2014/main" id="{B67F7CFA-B657-2031-EABE-140BAA6A032B}"/>
              </a:ext>
            </a:extLst>
          </p:cNvPr>
          <p:cNvGraphicFramePr>
            <a:graphicFrameLocks noGrp="1"/>
          </p:cNvGraphicFramePr>
          <p:nvPr>
            <p:ph idx="1"/>
            <p:extLst>
              <p:ext uri="{D42A27DB-BD31-4B8C-83A1-F6EECF244321}">
                <p14:modId xmlns:p14="http://schemas.microsoft.com/office/powerpoint/2010/main" val="3008464433"/>
              </p:ext>
            </p:extLst>
          </p:nvPr>
        </p:nvGraphicFramePr>
        <p:xfrm>
          <a:off x="838200" y="1737360"/>
          <a:ext cx="10506456" cy="453542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61685665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256B2C21-A230-48C0-8DF1-C46611373C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847E18C-932D-4C95-AABA-FEC7C9499A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3150CB11-0C61-439E-910F-5787759E72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43F8A58B-5155-44CE-A5FF-7647B47D0A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443F2ACA-E6D6-4028-82DD-F03C262D5D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5" y="1410079"/>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22C6D15-B985-AADE-EBAE-6FD1871E15EA}"/>
              </a:ext>
            </a:extLst>
          </p:cNvPr>
          <p:cNvSpPr>
            <a:spLocks noGrp="1"/>
          </p:cNvSpPr>
          <p:nvPr>
            <p:ph type="title"/>
          </p:nvPr>
        </p:nvSpPr>
        <p:spPr>
          <a:xfrm>
            <a:off x="586478" y="1683756"/>
            <a:ext cx="3115265" cy="2396359"/>
          </a:xfrm>
        </p:spPr>
        <p:txBody>
          <a:bodyPr anchor="b">
            <a:normAutofit/>
          </a:bodyPr>
          <a:lstStyle/>
          <a:p>
            <a:pPr algn="r"/>
            <a:r>
              <a:rPr lang="en-US" sz="3700" b="1" dirty="0">
                <a:solidFill>
                  <a:srgbClr val="FFFFFF"/>
                </a:solidFill>
              </a:rPr>
              <a:t>My Achievements &amp; Learning</a:t>
            </a:r>
            <a:endParaRPr lang="en-US" sz="3700" dirty="0">
              <a:solidFill>
                <a:srgbClr val="FFFFFF"/>
              </a:solidFill>
            </a:endParaRPr>
          </a:p>
        </p:txBody>
      </p:sp>
      <p:sp>
        <p:nvSpPr>
          <p:cNvPr id="4" name="Slide Number Placeholder 3">
            <a:extLst>
              <a:ext uri="{FF2B5EF4-FFF2-40B4-BE49-F238E27FC236}">
                <a16:creationId xmlns:a16="http://schemas.microsoft.com/office/drawing/2014/main" id="{F16DB9C7-6C6A-9BB1-1C43-D40AEEB65F46}"/>
              </a:ext>
            </a:extLst>
          </p:cNvPr>
          <p:cNvSpPr>
            <a:spLocks noGrp="1"/>
          </p:cNvSpPr>
          <p:nvPr>
            <p:ph type="sldNum" sz="quarter" idx="12"/>
          </p:nvPr>
        </p:nvSpPr>
        <p:spPr>
          <a:xfrm>
            <a:off x="11704320" y="6455664"/>
            <a:ext cx="448056" cy="365125"/>
          </a:xfrm>
        </p:spPr>
        <p:txBody>
          <a:bodyPr>
            <a:normAutofit/>
          </a:bodyPr>
          <a:lstStyle/>
          <a:p>
            <a:pPr>
              <a:spcAft>
                <a:spcPts val="600"/>
              </a:spcAft>
            </a:pPr>
            <a:fld id="{392B3D3E-E485-44A8-BBDD-34DFF53F1CFF}" type="slidenum">
              <a:rPr lang="en-US" sz="1100">
                <a:solidFill>
                  <a:schemeClr val="tx1">
                    <a:lumMod val="50000"/>
                    <a:lumOff val="50000"/>
                  </a:schemeClr>
                </a:solidFill>
              </a:rPr>
              <a:pPr>
                <a:spcAft>
                  <a:spcPts val="600"/>
                </a:spcAft>
              </a:pPr>
              <a:t>16</a:t>
            </a:fld>
            <a:endParaRPr lang="en-US" sz="1100">
              <a:solidFill>
                <a:schemeClr val="tx1">
                  <a:lumMod val="50000"/>
                  <a:lumOff val="50000"/>
                </a:schemeClr>
              </a:solidFill>
            </a:endParaRPr>
          </a:p>
        </p:txBody>
      </p:sp>
      <p:graphicFrame>
        <p:nvGraphicFramePr>
          <p:cNvPr id="6" name="Content Placeholder 2">
            <a:extLst>
              <a:ext uri="{FF2B5EF4-FFF2-40B4-BE49-F238E27FC236}">
                <a16:creationId xmlns:a16="http://schemas.microsoft.com/office/drawing/2014/main" id="{3B57316D-A7D3-DCB6-7922-CB7517590A86}"/>
              </a:ext>
            </a:extLst>
          </p:cNvPr>
          <p:cNvGraphicFramePr>
            <a:graphicFrameLocks noGrp="1"/>
          </p:cNvGraphicFramePr>
          <p:nvPr>
            <p:ph idx="1"/>
            <p:extLst>
              <p:ext uri="{D42A27DB-BD31-4B8C-83A1-F6EECF244321}">
                <p14:modId xmlns:p14="http://schemas.microsoft.com/office/powerpoint/2010/main" val="2571796474"/>
              </p:ext>
            </p:extLst>
          </p:nvPr>
        </p:nvGraphicFramePr>
        <p:xfrm>
          <a:off x="4905052" y="750440"/>
          <a:ext cx="6666833" cy="54539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18212170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256B2C21-A230-48C0-8DF1-C46611373C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847E18C-932D-4C95-AABA-FEC7C9499A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3150CB11-0C61-439E-910F-5787759E72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43F8A58B-5155-44CE-A5FF-7647B47D0A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443F2ACA-E6D6-4028-82DD-F03C262D5D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5" y="1410079"/>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E2CC25C-9C4D-9D9C-C2B7-19C74C7129BF}"/>
              </a:ext>
            </a:extLst>
          </p:cNvPr>
          <p:cNvSpPr>
            <a:spLocks noGrp="1"/>
          </p:cNvSpPr>
          <p:nvPr>
            <p:ph type="title"/>
          </p:nvPr>
        </p:nvSpPr>
        <p:spPr>
          <a:xfrm>
            <a:off x="586478" y="1683756"/>
            <a:ext cx="3115265" cy="2396359"/>
          </a:xfrm>
        </p:spPr>
        <p:txBody>
          <a:bodyPr anchor="b">
            <a:normAutofit/>
          </a:bodyPr>
          <a:lstStyle/>
          <a:p>
            <a:pPr algn="r"/>
            <a:r>
              <a:rPr lang="en-US" sz="3700" b="1">
                <a:solidFill>
                  <a:srgbClr val="FFFFFF"/>
                </a:solidFill>
              </a:rPr>
              <a:t>My Achievements &amp; Learning</a:t>
            </a:r>
            <a:endParaRPr lang="en-US" sz="3700">
              <a:solidFill>
                <a:srgbClr val="FFFFFF"/>
              </a:solidFill>
            </a:endParaRPr>
          </a:p>
        </p:txBody>
      </p:sp>
      <p:sp>
        <p:nvSpPr>
          <p:cNvPr id="4" name="Slide Number Placeholder 3">
            <a:extLst>
              <a:ext uri="{FF2B5EF4-FFF2-40B4-BE49-F238E27FC236}">
                <a16:creationId xmlns:a16="http://schemas.microsoft.com/office/drawing/2014/main" id="{CC230C96-6A49-E1D0-EF7C-E13A1C440DCE}"/>
              </a:ext>
            </a:extLst>
          </p:cNvPr>
          <p:cNvSpPr>
            <a:spLocks noGrp="1"/>
          </p:cNvSpPr>
          <p:nvPr>
            <p:ph type="sldNum" sz="quarter" idx="12"/>
          </p:nvPr>
        </p:nvSpPr>
        <p:spPr>
          <a:xfrm>
            <a:off x="11704320" y="6455664"/>
            <a:ext cx="448056" cy="365125"/>
          </a:xfrm>
        </p:spPr>
        <p:txBody>
          <a:bodyPr>
            <a:normAutofit/>
          </a:bodyPr>
          <a:lstStyle/>
          <a:p>
            <a:pPr>
              <a:spcAft>
                <a:spcPts val="600"/>
              </a:spcAft>
            </a:pPr>
            <a:fld id="{392B3D3E-E485-44A8-BBDD-34DFF53F1CFF}" type="slidenum">
              <a:rPr lang="en-US" sz="1100">
                <a:solidFill>
                  <a:schemeClr val="tx1">
                    <a:lumMod val="50000"/>
                    <a:lumOff val="50000"/>
                  </a:schemeClr>
                </a:solidFill>
              </a:rPr>
              <a:pPr>
                <a:spcAft>
                  <a:spcPts val="600"/>
                </a:spcAft>
              </a:pPr>
              <a:t>17</a:t>
            </a:fld>
            <a:endParaRPr lang="en-US" sz="1100">
              <a:solidFill>
                <a:schemeClr val="tx1">
                  <a:lumMod val="50000"/>
                  <a:lumOff val="50000"/>
                </a:schemeClr>
              </a:solidFill>
            </a:endParaRPr>
          </a:p>
        </p:txBody>
      </p:sp>
      <p:graphicFrame>
        <p:nvGraphicFramePr>
          <p:cNvPr id="6" name="Content Placeholder 2">
            <a:extLst>
              <a:ext uri="{FF2B5EF4-FFF2-40B4-BE49-F238E27FC236}">
                <a16:creationId xmlns:a16="http://schemas.microsoft.com/office/drawing/2014/main" id="{348A8C3F-57AF-3B8B-1852-5CBEE9217FB9}"/>
              </a:ext>
            </a:extLst>
          </p:cNvPr>
          <p:cNvGraphicFramePr>
            <a:graphicFrameLocks noGrp="1"/>
          </p:cNvGraphicFramePr>
          <p:nvPr>
            <p:ph idx="1"/>
            <p:extLst>
              <p:ext uri="{D42A27DB-BD31-4B8C-83A1-F6EECF244321}">
                <p14:modId xmlns:p14="http://schemas.microsoft.com/office/powerpoint/2010/main" val="636316061"/>
              </p:ext>
            </p:extLst>
          </p:nvPr>
        </p:nvGraphicFramePr>
        <p:xfrm>
          <a:off x="4905052" y="750440"/>
          <a:ext cx="6666833" cy="54539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7933660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256B2C21-A230-48C0-8DF1-C46611373C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847E18C-932D-4C95-AABA-FEC7C9499A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3150CB11-0C61-439E-910F-5787759E72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43F8A58B-5155-44CE-A5FF-7647B47D0A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443F2ACA-E6D6-4028-82DD-F03C262D5D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5" y="1410079"/>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B393C19-F72C-7E73-63CF-82CCC624E9E6}"/>
              </a:ext>
            </a:extLst>
          </p:cNvPr>
          <p:cNvSpPr>
            <a:spLocks noGrp="1"/>
          </p:cNvSpPr>
          <p:nvPr>
            <p:ph type="title"/>
          </p:nvPr>
        </p:nvSpPr>
        <p:spPr>
          <a:xfrm>
            <a:off x="586478" y="1683756"/>
            <a:ext cx="3115265" cy="2396359"/>
          </a:xfrm>
        </p:spPr>
        <p:txBody>
          <a:bodyPr anchor="b">
            <a:normAutofit/>
          </a:bodyPr>
          <a:lstStyle/>
          <a:p>
            <a:pPr algn="r"/>
            <a:r>
              <a:rPr lang="en-US" sz="3700" b="1">
                <a:solidFill>
                  <a:srgbClr val="FFFFFF"/>
                </a:solidFill>
              </a:rPr>
              <a:t>My Achievements &amp; Learning</a:t>
            </a:r>
            <a:endParaRPr lang="en-US" sz="3700">
              <a:solidFill>
                <a:srgbClr val="FFFFFF"/>
              </a:solidFill>
            </a:endParaRPr>
          </a:p>
        </p:txBody>
      </p:sp>
      <p:sp>
        <p:nvSpPr>
          <p:cNvPr id="4" name="Slide Number Placeholder 3">
            <a:extLst>
              <a:ext uri="{FF2B5EF4-FFF2-40B4-BE49-F238E27FC236}">
                <a16:creationId xmlns:a16="http://schemas.microsoft.com/office/drawing/2014/main" id="{7B27DD4A-B725-22D1-97EC-C18F0DA6A46C}"/>
              </a:ext>
            </a:extLst>
          </p:cNvPr>
          <p:cNvSpPr>
            <a:spLocks noGrp="1"/>
          </p:cNvSpPr>
          <p:nvPr>
            <p:ph type="sldNum" sz="quarter" idx="12"/>
          </p:nvPr>
        </p:nvSpPr>
        <p:spPr>
          <a:xfrm>
            <a:off x="11704320" y="6455664"/>
            <a:ext cx="448056" cy="365125"/>
          </a:xfrm>
        </p:spPr>
        <p:txBody>
          <a:bodyPr>
            <a:normAutofit/>
          </a:bodyPr>
          <a:lstStyle/>
          <a:p>
            <a:pPr>
              <a:spcAft>
                <a:spcPts val="600"/>
              </a:spcAft>
            </a:pPr>
            <a:fld id="{392B3D3E-E485-44A8-BBDD-34DFF53F1CFF}" type="slidenum">
              <a:rPr lang="en-US" sz="1100">
                <a:solidFill>
                  <a:schemeClr val="tx1">
                    <a:lumMod val="50000"/>
                    <a:lumOff val="50000"/>
                  </a:schemeClr>
                </a:solidFill>
              </a:rPr>
              <a:pPr>
                <a:spcAft>
                  <a:spcPts val="600"/>
                </a:spcAft>
              </a:pPr>
              <a:t>18</a:t>
            </a:fld>
            <a:endParaRPr lang="en-US" sz="1100">
              <a:solidFill>
                <a:schemeClr val="tx1">
                  <a:lumMod val="50000"/>
                  <a:lumOff val="50000"/>
                </a:schemeClr>
              </a:solidFill>
            </a:endParaRPr>
          </a:p>
        </p:txBody>
      </p:sp>
      <p:graphicFrame>
        <p:nvGraphicFramePr>
          <p:cNvPr id="6" name="Content Placeholder 2">
            <a:extLst>
              <a:ext uri="{FF2B5EF4-FFF2-40B4-BE49-F238E27FC236}">
                <a16:creationId xmlns:a16="http://schemas.microsoft.com/office/drawing/2014/main" id="{A1430459-99E2-D14E-2FE3-077CCFF0820B}"/>
              </a:ext>
            </a:extLst>
          </p:cNvPr>
          <p:cNvGraphicFramePr>
            <a:graphicFrameLocks noGrp="1"/>
          </p:cNvGraphicFramePr>
          <p:nvPr>
            <p:ph idx="1"/>
            <p:extLst>
              <p:ext uri="{D42A27DB-BD31-4B8C-83A1-F6EECF244321}">
                <p14:modId xmlns:p14="http://schemas.microsoft.com/office/powerpoint/2010/main" val="3140276694"/>
              </p:ext>
            </p:extLst>
          </p:nvPr>
        </p:nvGraphicFramePr>
        <p:xfrm>
          <a:off x="4905052" y="750440"/>
          <a:ext cx="6666833" cy="54539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92818130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256B2C21-A230-48C0-8DF1-C46611373C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847E18C-932D-4C95-AABA-FEC7C9499A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3150CB11-0C61-439E-910F-5787759E72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43F8A58B-5155-44CE-A5FF-7647B47D0A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443F2ACA-E6D6-4028-82DD-F03C262D5D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5" y="1410079"/>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F1AC727-93BA-C31D-FC2F-7C2528332C13}"/>
              </a:ext>
            </a:extLst>
          </p:cNvPr>
          <p:cNvSpPr>
            <a:spLocks noGrp="1"/>
          </p:cNvSpPr>
          <p:nvPr>
            <p:ph type="title"/>
          </p:nvPr>
        </p:nvSpPr>
        <p:spPr>
          <a:xfrm>
            <a:off x="586478" y="1683756"/>
            <a:ext cx="3115265" cy="2396359"/>
          </a:xfrm>
        </p:spPr>
        <p:txBody>
          <a:bodyPr anchor="b">
            <a:normAutofit/>
          </a:bodyPr>
          <a:lstStyle/>
          <a:p>
            <a:pPr algn="r"/>
            <a:r>
              <a:rPr lang="en-US" sz="3700" b="1">
                <a:solidFill>
                  <a:srgbClr val="FFFFFF"/>
                </a:solidFill>
              </a:rPr>
              <a:t>My Achievements &amp; Learning</a:t>
            </a:r>
            <a:endParaRPr lang="en-US" sz="3700">
              <a:solidFill>
                <a:srgbClr val="FFFFFF"/>
              </a:solidFill>
            </a:endParaRPr>
          </a:p>
        </p:txBody>
      </p:sp>
      <p:sp>
        <p:nvSpPr>
          <p:cNvPr id="4" name="Slide Number Placeholder 3">
            <a:extLst>
              <a:ext uri="{FF2B5EF4-FFF2-40B4-BE49-F238E27FC236}">
                <a16:creationId xmlns:a16="http://schemas.microsoft.com/office/drawing/2014/main" id="{A3307E9A-B4CB-2B5F-0EBE-B228AADCC6B1}"/>
              </a:ext>
            </a:extLst>
          </p:cNvPr>
          <p:cNvSpPr>
            <a:spLocks noGrp="1"/>
          </p:cNvSpPr>
          <p:nvPr>
            <p:ph type="sldNum" sz="quarter" idx="12"/>
          </p:nvPr>
        </p:nvSpPr>
        <p:spPr>
          <a:xfrm>
            <a:off x="11704320" y="6455664"/>
            <a:ext cx="448056" cy="365125"/>
          </a:xfrm>
        </p:spPr>
        <p:txBody>
          <a:bodyPr>
            <a:normAutofit/>
          </a:bodyPr>
          <a:lstStyle/>
          <a:p>
            <a:pPr>
              <a:spcAft>
                <a:spcPts val="600"/>
              </a:spcAft>
            </a:pPr>
            <a:fld id="{392B3D3E-E485-44A8-BBDD-34DFF53F1CFF}" type="slidenum">
              <a:rPr lang="en-US" sz="1100">
                <a:solidFill>
                  <a:schemeClr val="tx1">
                    <a:lumMod val="50000"/>
                    <a:lumOff val="50000"/>
                  </a:schemeClr>
                </a:solidFill>
              </a:rPr>
              <a:pPr>
                <a:spcAft>
                  <a:spcPts val="600"/>
                </a:spcAft>
              </a:pPr>
              <a:t>19</a:t>
            </a:fld>
            <a:endParaRPr lang="en-US" sz="1100">
              <a:solidFill>
                <a:schemeClr val="tx1">
                  <a:lumMod val="50000"/>
                  <a:lumOff val="50000"/>
                </a:schemeClr>
              </a:solidFill>
            </a:endParaRPr>
          </a:p>
        </p:txBody>
      </p:sp>
      <p:graphicFrame>
        <p:nvGraphicFramePr>
          <p:cNvPr id="6" name="Content Placeholder 2">
            <a:extLst>
              <a:ext uri="{FF2B5EF4-FFF2-40B4-BE49-F238E27FC236}">
                <a16:creationId xmlns:a16="http://schemas.microsoft.com/office/drawing/2014/main" id="{65A7F242-32A3-0849-859E-449ECF3BFE73}"/>
              </a:ext>
            </a:extLst>
          </p:cNvPr>
          <p:cNvGraphicFramePr>
            <a:graphicFrameLocks noGrp="1"/>
          </p:cNvGraphicFramePr>
          <p:nvPr>
            <p:ph idx="1"/>
            <p:extLst>
              <p:ext uri="{D42A27DB-BD31-4B8C-83A1-F6EECF244321}">
                <p14:modId xmlns:p14="http://schemas.microsoft.com/office/powerpoint/2010/main" val="2182768645"/>
              </p:ext>
            </p:extLst>
          </p:nvPr>
        </p:nvGraphicFramePr>
        <p:xfrm>
          <a:off x="4905052" y="750440"/>
          <a:ext cx="6666833" cy="54539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53768038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256B2C21-A230-48C0-8DF1-C46611373C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847E18C-932D-4C95-AABA-FEC7C9499A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3150CB11-0C61-439E-910F-5787759E72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43F8A58B-5155-44CE-A5FF-7647B47D0A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443F2ACA-E6D6-4028-82DD-F03C262D5D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5" y="1410079"/>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2A123BC-3E47-7E9B-4E9F-B5E62277CFDA}"/>
              </a:ext>
            </a:extLst>
          </p:cNvPr>
          <p:cNvSpPr>
            <a:spLocks noGrp="1"/>
          </p:cNvSpPr>
          <p:nvPr>
            <p:ph type="title"/>
          </p:nvPr>
        </p:nvSpPr>
        <p:spPr>
          <a:xfrm>
            <a:off x="586478" y="1683756"/>
            <a:ext cx="3115265" cy="2396359"/>
          </a:xfrm>
        </p:spPr>
        <p:txBody>
          <a:bodyPr anchor="b">
            <a:normAutofit/>
          </a:bodyPr>
          <a:lstStyle/>
          <a:p>
            <a:pPr algn="r"/>
            <a:r>
              <a:rPr lang="en-US" sz="3700" b="1">
                <a:solidFill>
                  <a:srgbClr val="FFFFFF"/>
                </a:solidFill>
              </a:rPr>
              <a:t>My Achievements &amp; Learning</a:t>
            </a:r>
            <a:endParaRPr lang="en-US" sz="3700">
              <a:solidFill>
                <a:srgbClr val="FFFFFF"/>
              </a:solidFill>
            </a:endParaRPr>
          </a:p>
        </p:txBody>
      </p:sp>
      <p:sp>
        <p:nvSpPr>
          <p:cNvPr id="4" name="Slide Number Placeholder 3">
            <a:extLst>
              <a:ext uri="{FF2B5EF4-FFF2-40B4-BE49-F238E27FC236}">
                <a16:creationId xmlns:a16="http://schemas.microsoft.com/office/drawing/2014/main" id="{33FF5A41-2F2B-638F-800E-EB9AFB0AF655}"/>
              </a:ext>
            </a:extLst>
          </p:cNvPr>
          <p:cNvSpPr>
            <a:spLocks noGrp="1"/>
          </p:cNvSpPr>
          <p:nvPr>
            <p:ph type="sldNum" sz="quarter" idx="12"/>
          </p:nvPr>
        </p:nvSpPr>
        <p:spPr>
          <a:xfrm>
            <a:off x="11704320" y="6455664"/>
            <a:ext cx="448056" cy="365125"/>
          </a:xfrm>
        </p:spPr>
        <p:txBody>
          <a:bodyPr>
            <a:normAutofit/>
          </a:bodyPr>
          <a:lstStyle/>
          <a:p>
            <a:pPr>
              <a:spcAft>
                <a:spcPts val="600"/>
              </a:spcAft>
            </a:pPr>
            <a:fld id="{392B3D3E-E485-44A8-BBDD-34DFF53F1CFF}" type="slidenum">
              <a:rPr lang="en-US" sz="1100">
                <a:solidFill>
                  <a:schemeClr val="tx1">
                    <a:lumMod val="50000"/>
                    <a:lumOff val="50000"/>
                  </a:schemeClr>
                </a:solidFill>
              </a:rPr>
              <a:pPr>
                <a:spcAft>
                  <a:spcPts val="600"/>
                </a:spcAft>
              </a:pPr>
              <a:t>20</a:t>
            </a:fld>
            <a:endParaRPr lang="en-US" sz="1100">
              <a:solidFill>
                <a:schemeClr val="tx1">
                  <a:lumMod val="50000"/>
                  <a:lumOff val="50000"/>
                </a:schemeClr>
              </a:solidFill>
            </a:endParaRPr>
          </a:p>
        </p:txBody>
      </p:sp>
      <p:graphicFrame>
        <p:nvGraphicFramePr>
          <p:cNvPr id="6" name="Content Placeholder 2">
            <a:extLst>
              <a:ext uri="{FF2B5EF4-FFF2-40B4-BE49-F238E27FC236}">
                <a16:creationId xmlns:a16="http://schemas.microsoft.com/office/drawing/2014/main" id="{20D7A720-2536-AC9D-3816-31FF2C9F1B73}"/>
              </a:ext>
            </a:extLst>
          </p:cNvPr>
          <p:cNvGraphicFramePr>
            <a:graphicFrameLocks noGrp="1"/>
          </p:cNvGraphicFramePr>
          <p:nvPr>
            <p:ph idx="1"/>
            <p:extLst>
              <p:ext uri="{D42A27DB-BD31-4B8C-83A1-F6EECF244321}">
                <p14:modId xmlns:p14="http://schemas.microsoft.com/office/powerpoint/2010/main" val="1687182977"/>
              </p:ext>
            </p:extLst>
          </p:nvPr>
        </p:nvGraphicFramePr>
        <p:xfrm>
          <a:off x="4905052" y="750440"/>
          <a:ext cx="6666833" cy="54539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41867722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F66FF5-E82A-B8DC-4920-414DE677F4D1}"/>
              </a:ext>
            </a:extLst>
          </p:cNvPr>
          <p:cNvSpPr>
            <a:spLocks noGrp="1"/>
          </p:cNvSpPr>
          <p:nvPr>
            <p:ph type="title"/>
          </p:nvPr>
        </p:nvSpPr>
        <p:spPr>
          <a:xfrm>
            <a:off x="838200" y="136526"/>
            <a:ext cx="10515600" cy="544512"/>
          </a:xfrm>
        </p:spPr>
        <p:txBody>
          <a:bodyPr>
            <a:normAutofit fontScale="90000"/>
          </a:bodyPr>
          <a:lstStyle/>
          <a:p>
            <a:pPr algn="ctr"/>
            <a:r>
              <a:rPr lang="en-US" sz="4000" b="1" dirty="0"/>
              <a:t>My Achievements &amp; Learning</a:t>
            </a:r>
            <a:endParaRPr lang="en-US" sz="4000" dirty="0"/>
          </a:p>
        </p:txBody>
      </p:sp>
      <p:graphicFrame>
        <p:nvGraphicFramePr>
          <p:cNvPr id="6" name="Content Placeholder 2">
            <a:extLst>
              <a:ext uri="{FF2B5EF4-FFF2-40B4-BE49-F238E27FC236}">
                <a16:creationId xmlns:a16="http://schemas.microsoft.com/office/drawing/2014/main" id="{7469C309-4EC9-E09B-183D-1C86E80C35E7}"/>
              </a:ext>
            </a:extLst>
          </p:cNvPr>
          <p:cNvGraphicFramePr>
            <a:graphicFrameLocks noGrp="1"/>
          </p:cNvGraphicFramePr>
          <p:nvPr>
            <p:ph idx="1"/>
          </p:nvPr>
        </p:nvGraphicFramePr>
        <p:xfrm>
          <a:off x="838200" y="681038"/>
          <a:ext cx="10515600" cy="54959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Slide Number Placeholder 3">
            <a:extLst>
              <a:ext uri="{FF2B5EF4-FFF2-40B4-BE49-F238E27FC236}">
                <a16:creationId xmlns:a16="http://schemas.microsoft.com/office/drawing/2014/main" id="{1ED9009B-73C9-90AF-5C17-BE84E4656165}"/>
              </a:ext>
            </a:extLst>
          </p:cNvPr>
          <p:cNvSpPr>
            <a:spLocks noGrp="1"/>
          </p:cNvSpPr>
          <p:nvPr>
            <p:ph type="sldNum" sz="quarter" idx="12"/>
          </p:nvPr>
        </p:nvSpPr>
        <p:spPr/>
        <p:txBody>
          <a:bodyPr/>
          <a:lstStyle/>
          <a:p>
            <a:fld id="{392B3D3E-E485-44A8-BBDD-34DFF53F1CFF}" type="slidenum">
              <a:rPr lang="en-US" smtClean="0"/>
              <a:t>21</a:t>
            </a:fld>
            <a:endParaRPr lang="en-US"/>
          </a:p>
        </p:txBody>
      </p:sp>
    </p:spTree>
    <p:extLst>
      <p:ext uri="{BB962C8B-B14F-4D97-AF65-F5344CB8AC3E}">
        <p14:creationId xmlns:p14="http://schemas.microsoft.com/office/powerpoint/2010/main" val="338191632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FF0192-ED0E-C0DE-F070-7A4CF39D7ADB}"/>
              </a:ext>
            </a:extLst>
          </p:cNvPr>
          <p:cNvSpPr>
            <a:spLocks noGrp="1"/>
          </p:cNvSpPr>
          <p:nvPr>
            <p:ph type="title"/>
          </p:nvPr>
        </p:nvSpPr>
        <p:spPr>
          <a:xfrm>
            <a:off x="838200" y="136526"/>
            <a:ext cx="10515600" cy="544512"/>
          </a:xfrm>
        </p:spPr>
        <p:txBody>
          <a:bodyPr>
            <a:normAutofit fontScale="90000"/>
          </a:bodyPr>
          <a:lstStyle/>
          <a:p>
            <a:pPr algn="ctr"/>
            <a:r>
              <a:rPr lang="en-US" sz="4000" b="1" dirty="0"/>
              <a:t>My Achievements &amp; Learning</a:t>
            </a:r>
            <a:endParaRPr lang="en-US" sz="4000" dirty="0"/>
          </a:p>
        </p:txBody>
      </p:sp>
      <p:graphicFrame>
        <p:nvGraphicFramePr>
          <p:cNvPr id="6" name="Content Placeholder 2">
            <a:extLst>
              <a:ext uri="{FF2B5EF4-FFF2-40B4-BE49-F238E27FC236}">
                <a16:creationId xmlns:a16="http://schemas.microsoft.com/office/drawing/2014/main" id="{F70ECF64-9B4D-0979-D61B-139B920D6CF8}"/>
              </a:ext>
            </a:extLst>
          </p:cNvPr>
          <p:cNvGraphicFramePr>
            <a:graphicFrameLocks noGrp="1"/>
          </p:cNvGraphicFramePr>
          <p:nvPr>
            <p:ph idx="1"/>
          </p:nvPr>
        </p:nvGraphicFramePr>
        <p:xfrm>
          <a:off x="838200" y="681038"/>
          <a:ext cx="10515600" cy="54959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Slide Number Placeholder 3">
            <a:extLst>
              <a:ext uri="{FF2B5EF4-FFF2-40B4-BE49-F238E27FC236}">
                <a16:creationId xmlns:a16="http://schemas.microsoft.com/office/drawing/2014/main" id="{A9C22FBE-1509-4B49-6DF6-9AD1ABEF6B56}"/>
              </a:ext>
            </a:extLst>
          </p:cNvPr>
          <p:cNvSpPr>
            <a:spLocks noGrp="1"/>
          </p:cNvSpPr>
          <p:nvPr>
            <p:ph type="sldNum" sz="quarter" idx="12"/>
          </p:nvPr>
        </p:nvSpPr>
        <p:spPr/>
        <p:txBody>
          <a:bodyPr/>
          <a:lstStyle/>
          <a:p>
            <a:fld id="{392B3D3E-E485-44A8-BBDD-34DFF53F1CFF}" type="slidenum">
              <a:rPr lang="en-US" smtClean="0"/>
              <a:t>22</a:t>
            </a:fld>
            <a:endParaRPr lang="en-US"/>
          </a:p>
        </p:txBody>
      </p:sp>
    </p:spTree>
    <p:extLst>
      <p:ext uri="{BB962C8B-B14F-4D97-AF65-F5344CB8AC3E}">
        <p14:creationId xmlns:p14="http://schemas.microsoft.com/office/powerpoint/2010/main" val="155706149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141E2E-5310-5C86-0760-8BF3CADEE922}"/>
              </a:ext>
            </a:extLst>
          </p:cNvPr>
          <p:cNvSpPr>
            <a:spLocks noGrp="1"/>
          </p:cNvSpPr>
          <p:nvPr>
            <p:ph type="title"/>
          </p:nvPr>
        </p:nvSpPr>
        <p:spPr>
          <a:xfrm>
            <a:off x="838200" y="136526"/>
            <a:ext cx="10515600" cy="544512"/>
          </a:xfrm>
        </p:spPr>
        <p:txBody>
          <a:bodyPr>
            <a:normAutofit fontScale="90000"/>
          </a:bodyPr>
          <a:lstStyle/>
          <a:p>
            <a:pPr algn="ctr"/>
            <a:r>
              <a:rPr lang="en-US" sz="4000" b="1" dirty="0"/>
              <a:t>My Achievements &amp; Learning</a:t>
            </a:r>
            <a:endParaRPr lang="en-US" sz="4000" dirty="0"/>
          </a:p>
        </p:txBody>
      </p:sp>
      <p:graphicFrame>
        <p:nvGraphicFramePr>
          <p:cNvPr id="6" name="Content Placeholder 2">
            <a:extLst>
              <a:ext uri="{FF2B5EF4-FFF2-40B4-BE49-F238E27FC236}">
                <a16:creationId xmlns:a16="http://schemas.microsoft.com/office/drawing/2014/main" id="{27ECE16F-7555-B405-407F-CE266E766C6C}"/>
              </a:ext>
            </a:extLst>
          </p:cNvPr>
          <p:cNvGraphicFramePr>
            <a:graphicFrameLocks noGrp="1"/>
          </p:cNvGraphicFramePr>
          <p:nvPr>
            <p:ph idx="1"/>
          </p:nvPr>
        </p:nvGraphicFramePr>
        <p:xfrm>
          <a:off x="838200" y="681038"/>
          <a:ext cx="10515600" cy="54959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Slide Number Placeholder 3">
            <a:extLst>
              <a:ext uri="{FF2B5EF4-FFF2-40B4-BE49-F238E27FC236}">
                <a16:creationId xmlns:a16="http://schemas.microsoft.com/office/drawing/2014/main" id="{2A6D63C9-DD73-5D5C-92C8-E96D5554DBF7}"/>
              </a:ext>
            </a:extLst>
          </p:cNvPr>
          <p:cNvSpPr>
            <a:spLocks noGrp="1"/>
          </p:cNvSpPr>
          <p:nvPr>
            <p:ph type="sldNum" sz="quarter" idx="12"/>
          </p:nvPr>
        </p:nvSpPr>
        <p:spPr/>
        <p:txBody>
          <a:bodyPr/>
          <a:lstStyle/>
          <a:p>
            <a:fld id="{392B3D3E-E485-44A8-BBDD-34DFF53F1CFF}" type="slidenum">
              <a:rPr lang="en-US" smtClean="0"/>
              <a:t>23</a:t>
            </a:fld>
            <a:endParaRPr lang="en-US"/>
          </a:p>
        </p:txBody>
      </p:sp>
    </p:spTree>
    <p:extLst>
      <p:ext uri="{BB962C8B-B14F-4D97-AF65-F5344CB8AC3E}">
        <p14:creationId xmlns:p14="http://schemas.microsoft.com/office/powerpoint/2010/main" val="241570580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A24B2B-0E4B-824F-5F6B-BA31C3A403AD}"/>
              </a:ext>
            </a:extLst>
          </p:cNvPr>
          <p:cNvSpPr>
            <a:spLocks noGrp="1"/>
          </p:cNvSpPr>
          <p:nvPr>
            <p:ph type="title"/>
          </p:nvPr>
        </p:nvSpPr>
        <p:spPr>
          <a:xfrm>
            <a:off x="838200" y="136526"/>
            <a:ext cx="10515600" cy="544512"/>
          </a:xfrm>
        </p:spPr>
        <p:txBody>
          <a:bodyPr>
            <a:normAutofit fontScale="90000"/>
          </a:bodyPr>
          <a:lstStyle/>
          <a:p>
            <a:pPr algn="ctr"/>
            <a:r>
              <a:rPr lang="en-US" sz="4000" dirty="0"/>
              <a:t>CONCLUSION</a:t>
            </a:r>
          </a:p>
        </p:txBody>
      </p:sp>
      <p:graphicFrame>
        <p:nvGraphicFramePr>
          <p:cNvPr id="6" name="Content Placeholder 2">
            <a:extLst>
              <a:ext uri="{FF2B5EF4-FFF2-40B4-BE49-F238E27FC236}">
                <a16:creationId xmlns:a16="http://schemas.microsoft.com/office/drawing/2014/main" id="{F4EC317B-7BA7-F61A-00E5-5DA9A1E939E5}"/>
              </a:ext>
            </a:extLst>
          </p:cNvPr>
          <p:cNvGraphicFramePr>
            <a:graphicFrameLocks noGrp="1"/>
          </p:cNvGraphicFramePr>
          <p:nvPr>
            <p:ph idx="1"/>
          </p:nvPr>
        </p:nvGraphicFramePr>
        <p:xfrm>
          <a:off x="838200" y="821410"/>
          <a:ext cx="10515600" cy="535555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Slide Number Placeholder 3">
            <a:extLst>
              <a:ext uri="{FF2B5EF4-FFF2-40B4-BE49-F238E27FC236}">
                <a16:creationId xmlns:a16="http://schemas.microsoft.com/office/drawing/2014/main" id="{1965340E-3096-79CD-113E-98B289761F26}"/>
              </a:ext>
            </a:extLst>
          </p:cNvPr>
          <p:cNvSpPr>
            <a:spLocks noGrp="1"/>
          </p:cNvSpPr>
          <p:nvPr>
            <p:ph type="sldNum" sz="quarter" idx="12"/>
          </p:nvPr>
        </p:nvSpPr>
        <p:spPr/>
        <p:txBody>
          <a:bodyPr/>
          <a:lstStyle/>
          <a:p>
            <a:fld id="{392B3D3E-E485-44A8-BBDD-34DFF53F1CFF}" type="slidenum">
              <a:rPr lang="en-US" smtClean="0"/>
              <a:t>24</a:t>
            </a:fld>
            <a:endParaRPr lang="en-US"/>
          </a:p>
        </p:txBody>
      </p:sp>
    </p:spTree>
    <p:extLst>
      <p:ext uri="{BB962C8B-B14F-4D97-AF65-F5344CB8AC3E}">
        <p14:creationId xmlns:p14="http://schemas.microsoft.com/office/powerpoint/2010/main" val="205023765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8048</TotalTime>
  <Words>1929</Words>
  <Application>Microsoft Office PowerPoint</Application>
  <PresentationFormat>Widescreen</PresentationFormat>
  <Paragraphs>169</Paragraphs>
  <Slides>24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24</vt:i4>
      </vt:variant>
    </vt:vector>
  </HeadingPairs>
  <TitlesOfParts>
    <vt:vector size="29" baseType="lpstr">
      <vt:lpstr>Aptos</vt:lpstr>
      <vt:lpstr>Aptos Display</vt:lpstr>
      <vt:lpstr>Arial</vt:lpstr>
      <vt:lpstr>Calibri</vt:lpstr>
      <vt:lpstr>Office Theme</vt:lpstr>
      <vt:lpstr>PowerPoint Presentation</vt:lpstr>
      <vt:lpstr>PRESENTATION</vt:lpstr>
      <vt:lpstr>INTRODUCTION</vt:lpstr>
      <vt:lpstr>INTRODUCTION</vt:lpstr>
      <vt:lpstr>Where I Are Standing Right Now</vt:lpstr>
      <vt:lpstr>Where I Are Standing Right Now</vt:lpstr>
      <vt:lpstr>Where I Are Standing Right Now</vt:lpstr>
      <vt:lpstr>Where I Are Standing Right Now</vt:lpstr>
      <vt:lpstr>My Achievements &amp; Learning</vt:lpstr>
      <vt:lpstr>My Achievements &amp; Learning</vt:lpstr>
      <vt:lpstr>My Achievements &amp; Learning</vt:lpstr>
      <vt:lpstr>My Achievements &amp; Learning</vt:lpstr>
      <vt:lpstr>My Achievements &amp; Learning</vt:lpstr>
      <vt:lpstr>My Achievements &amp; Learning</vt:lpstr>
      <vt:lpstr>My Achievements &amp; Learning</vt:lpstr>
      <vt:lpstr>My Achievements &amp; Learning</vt:lpstr>
      <vt:lpstr>My Achievements &amp; Learning</vt:lpstr>
      <vt:lpstr>My Achievements &amp; Learning</vt:lpstr>
      <vt:lpstr>My Achievements &amp; Learning</vt:lpstr>
      <vt:lpstr>My Achievements &amp; Learning</vt:lpstr>
      <vt:lpstr>My Achievements &amp; Learning</vt:lpstr>
      <vt:lpstr>My Achievements &amp; Learning</vt:lpstr>
      <vt:lpstr>My Achievements &amp; Learning</vt:lpstr>
      <vt:lpstr>CONCLUSION</vt:lpstr>
    </vt:vector>
  </TitlesOfParts>
  <Company>Windows User</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huzaifa shahbaz</dc:creator>
  <cp:lastModifiedBy>huzaifa shahbaz</cp:lastModifiedBy>
  <cp:revision>1</cp:revision>
  <dcterms:created xsi:type="dcterms:W3CDTF">2025-08-26T13:24:37Z</dcterms:created>
  <dcterms:modified xsi:type="dcterms:W3CDTF">2025-09-01T03:33:04Z</dcterms:modified>
</cp:coreProperties>
</file>