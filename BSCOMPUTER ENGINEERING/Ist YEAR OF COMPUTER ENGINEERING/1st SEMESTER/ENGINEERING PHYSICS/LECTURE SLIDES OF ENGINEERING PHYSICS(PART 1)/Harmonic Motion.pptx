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1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3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05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47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15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18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1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81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3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4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3143D-5AAF-4522-8463-927AC109C3B4}" type="datetimeFigureOut">
              <a:rPr lang="en-US" smtClean="0"/>
              <a:t>12/18/2020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E54CF-8A0B-4039-AB3E-BBB2FE72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Angular Momentum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A/Prof Syed Hussain Shah)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153" y="1826280"/>
            <a:ext cx="5064109" cy="4741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46" y="1869281"/>
            <a:ext cx="5341954" cy="466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1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Vector Product and Torque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324" y="481850"/>
            <a:ext cx="3159476" cy="376662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force F acting on a rigid object at the vector position r shown in figure . The magnitude of the torque due to  the force relative to the origin is </a:t>
                </a:r>
                <a:r>
                  <a:rPr 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rFsin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where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angle between F and r.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r x F</a:t>
                </a: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vector product  Ax B is defined as  a third vector C, which has a magnitude AB sin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ϑ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ϑ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is the angle between the two vectors.</a:t>
                </a:r>
              </a:p>
              <a:p>
                <a:pPr algn="just"/>
                <a:r>
                  <a:rPr lang="en-US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C= </a:t>
                </a:r>
                <a:r>
                  <a:rPr lang="en-US" sz="20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AxB</a:t>
                </a:r>
                <a:r>
                  <a:rPr lang="en-US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  C = AB sin</a:t>
                </a:r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ϑ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direction of C is perpendicular to the Plane formed by A and B.</a:t>
                </a:r>
              </a:p>
              <a:p>
                <a:pPr algn="just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059" t="-1401" r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426" y="4248479"/>
            <a:ext cx="5422502" cy="210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1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Properties of Vector Product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vector Product is not Commutative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AxB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  (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BxA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319" y="2587375"/>
            <a:ext cx="9523634" cy="328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4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97" y="78510"/>
            <a:ext cx="10177055" cy="6305529"/>
          </a:xfrm>
        </p:spPr>
      </p:pic>
    </p:spTree>
    <p:extLst>
      <p:ext uri="{BB962C8B-B14F-4D97-AF65-F5344CB8AC3E}">
        <p14:creationId xmlns:p14="http://schemas.microsoft.com/office/powerpoint/2010/main" val="3822647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5800"/>
            <a:ext cx="10515600" cy="1004888"/>
          </a:xfrm>
        </p:spPr>
        <p:txBody>
          <a:bodyPr>
            <a:normAutofit/>
          </a:bodyPr>
          <a:lstStyle/>
          <a:p>
            <a:pPr algn="just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momentum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is defined as: The property of any rotating object given by moment of inertia times 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velocity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I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quantity of rotation of a body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It is analogous to linear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and is subject to the fundamental constraints of the conservation of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momentum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principle if there is no external torque on the object, which is the product of its moment of inertia and its angular velocity</a:t>
                </a:r>
              </a:p>
              <a:p>
                <a:pPr algn="just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308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413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6" y="-360726"/>
            <a:ext cx="8729663" cy="6618288"/>
          </a:xfr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4696" y="0"/>
            <a:ext cx="3738845" cy="519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963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92" y="365125"/>
            <a:ext cx="10422090" cy="5067291"/>
          </a:xfrm>
        </p:spPr>
      </p:pic>
    </p:spTree>
    <p:extLst>
      <p:ext uri="{BB962C8B-B14F-4D97-AF65-F5344CB8AC3E}">
        <p14:creationId xmlns:p14="http://schemas.microsoft.com/office/powerpoint/2010/main" val="3265035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92112"/>
          </a:xfrm>
        </p:spPr>
        <p:txBody>
          <a:bodyPr>
            <a:normAutofit fontScale="90000"/>
          </a:bodyPr>
          <a:lstStyle/>
          <a:p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 of a Rotating Rigid Object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57" y="225884"/>
            <a:ext cx="7331161" cy="626699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795" y="1534584"/>
            <a:ext cx="3953205" cy="542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09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620375" cy="5749925"/>
          </a:xfrm>
        </p:spPr>
      </p:pic>
    </p:spTree>
    <p:extLst>
      <p:ext uri="{BB962C8B-B14F-4D97-AF65-F5344CB8AC3E}">
        <p14:creationId xmlns:p14="http://schemas.microsoft.com/office/powerpoint/2010/main" val="1890570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20103" cy="6149975"/>
          </a:xfrm>
        </p:spPr>
      </p:pic>
    </p:spTree>
    <p:extLst>
      <p:ext uri="{BB962C8B-B14F-4D97-AF65-F5344CB8AC3E}">
        <p14:creationId xmlns:p14="http://schemas.microsoft.com/office/powerpoint/2010/main" val="3625867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14" y="793026"/>
            <a:ext cx="7240298" cy="593638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926" y="1370806"/>
            <a:ext cx="4633360" cy="521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32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738" y="-23812"/>
            <a:ext cx="4148138" cy="3801269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3529614"/>
            <a:ext cx="10365581" cy="349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41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348" y="516016"/>
            <a:ext cx="5895652" cy="4798934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54" y="425527"/>
            <a:ext cx="5687746" cy="57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612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839788" y="668339"/>
            <a:ext cx="5157787" cy="823912"/>
          </a:xfrm>
        </p:spPr>
        <p:txBody>
          <a:bodyPr/>
          <a:lstStyle/>
          <a:p>
            <a:r>
              <a:rPr lang="en-US" dirty="0"/>
              <a:t>Conservation of Angular Momentum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146241"/>
            <a:ext cx="4443413" cy="5252909"/>
          </a:xfrm>
        </p:spPr>
      </p:pic>
      <p:pic>
        <p:nvPicPr>
          <p:cNvPr id="18" name="Content Placeholder 1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740" y="1795465"/>
            <a:ext cx="4459608" cy="4475944"/>
          </a:xfrm>
        </p:spPr>
      </p:pic>
    </p:spTree>
    <p:extLst>
      <p:ext uri="{BB962C8B-B14F-4D97-AF65-F5344CB8AC3E}">
        <p14:creationId xmlns:p14="http://schemas.microsoft.com/office/powerpoint/2010/main" val="2285840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DF8E59-3E71-46CD-9659-92A4F2B6F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309" y="0"/>
            <a:ext cx="437803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87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H W)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Q# 11, 12, 13, 14, 21, 22, 23, </a:t>
            </a:r>
            <a:r>
              <a:rPr lang="en-US" i="1" u="sng" dirty="0"/>
              <a:t>24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9" y="-143130"/>
            <a:ext cx="2326464" cy="7001130"/>
          </a:xfrm>
        </p:spPr>
      </p:pic>
    </p:spTree>
    <p:extLst>
      <p:ext uri="{BB962C8B-B14F-4D97-AF65-F5344CB8AC3E}">
        <p14:creationId xmlns:p14="http://schemas.microsoft.com/office/powerpoint/2010/main" val="329977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262</Words>
  <Application>Microsoft Office PowerPoint</Application>
  <PresentationFormat>Widescreen</PresentationFormat>
  <Paragraphs>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Times New Roman</vt:lpstr>
      <vt:lpstr>Office Theme</vt:lpstr>
      <vt:lpstr>The Angular Momentum ( A/Prof Syed Hussain Shah)</vt:lpstr>
      <vt:lpstr>The Vector Product and Torque</vt:lpstr>
      <vt:lpstr>Important Properties of Vector Product</vt:lpstr>
      <vt:lpstr>PowerPoint Presentation</vt:lpstr>
      <vt:lpstr>Angular Momentum</vt:lpstr>
      <vt:lpstr>PowerPoint Presentation</vt:lpstr>
      <vt:lpstr>PowerPoint Presentation</vt:lpstr>
      <vt:lpstr>Angular Momentum of a Rotating Rigid Object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</vt:lpstr>
      <vt:lpstr>PowerPoint Presentation</vt:lpstr>
      <vt:lpstr>                 ( H W)                 Q# 11, 12, 13, 14, 21, 22, 23,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syed hussain</cp:lastModifiedBy>
  <cp:revision>69</cp:revision>
  <dcterms:created xsi:type="dcterms:W3CDTF">2020-04-11T11:44:41Z</dcterms:created>
  <dcterms:modified xsi:type="dcterms:W3CDTF">2020-12-18T03:41:37Z</dcterms:modified>
</cp:coreProperties>
</file>