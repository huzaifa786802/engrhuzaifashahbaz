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0" r:id="rId3"/>
    <p:sldId id="271" r:id="rId4"/>
    <p:sldId id="272" r:id="rId5"/>
    <p:sldId id="273" r:id="rId6"/>
    <p:sldId id="274" r:id="rId7"/>
    <p:sldId id="275" r:id="rId8"/>
    <p:sldId id="280" r:id="rId9"/>
    <p:sldId id="277" r:id="rId10"/>
    <p:sldId id="276" r:id="rId11"/>
    <p:sldId id="278" r:id="rId12"/>
    <p:sldId id="279" r:id="rId13"/>
    <p:sldId id="281" r:id="rId14"/>
    <p:sldId id="282" r:id="rId15"/>
    <p:sldId id="256" r:id="rId16"/>
    <p:sldId id="257" r:id="rId17"/>
    <p:sldId id="258" r:id="rId18"/>
    <p:sldId id="265" r:id="rId19"/>
    <p:sldId id="259" r:id="rId20"/>
    <p:sldId id="261" r:id="rId21"/>
    <p:sldId id="262" r:id="rId22"/>
    <p:sldId id="263" r:id="rId23"/>
    <p:sldId id="264" r:id="rId24"/>
    <p:sldId id="266" r:id="rId25"/>
    <p:sldId id="269" r:id="rId26"/>
  </p:sldIdLst>
  <p:sldSz cx="12192000" cy="6858000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41" autoAdjust="0"/>
    <p:restoredTop sz="94660"/>
  </p:normalViewPr>
  <p:slideViewPr>
    <p:cSldViewPr snapToGrid="0">
      <p:cViewPr varScale="1">
        <p:scale>
          <a:sx n="69" d="100"/>
          <a:sy n="69" d="100"/>
        </p:scale>
        <p:origin x="6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6EEF-3D59-408F-8F90-A57412702FFC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0C2F3-1F39-4E47-A765-3DE2D8AFD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44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6EEF-3D59-408F-8F90-A57412702FFC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0C2F3-1F39-4E47-A765-3DE2D8AFD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96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6EEF-3D59-408F-8F90-A57412702FFC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0C2F3-1F39-4E47-A765-3DE2D8AFD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78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6EEF-3D59-408F-8F90-A57412702FFC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0C2F3-1F39-4E47-A765-3DE2D8AFD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63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6EEF-3D59-408F-8F90-A57412702FFC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0C2F3-1F39-4E47-A765-3DE2D8AFD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40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6EEF-3D59-408F-8F90-A57412702FFC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0C2F3-1F39-4E47-A765-3DE2D8AFD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14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6EEF-3D59-408F-8F90-A57412702FFC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0C2F3-1F39-4E47-A765-3DE2D8AFD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876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6EEF-3D59-408F-8F90-A57412702FFC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0C2F3-1F39-4E47-A765-3DE2D8AFD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4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6EEF-3D59-408F-8F90-A57412702FFC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0C2F3-1F39-4E47-A765-3DE2D8AFD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691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6EEF-3D59-408F-8F90-A57412702FFC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0C2F3-1F39-4E47-A765-3DE2D8AFD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1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6EEF-3D59-408F-8F90-A57412702FFC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0C2F3-1F39-4E47-A765-3DE2D8AFD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9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16EEF-3D59-408F-8F90-A57412702FFC}" type="datetimeFigureOut">
              <a:rPr lang="en-US" smtClean="0"/>
              <a:t>11/29/2020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0C2F3-1F39-4E47-A765-3DE2D8AFD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4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8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4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3.PNG"/><Relationship Id="rId5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8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8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35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75" y="269947"/>
            <a:ext cx="10479948" cy="24351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03621"/>
            <a:ext cx="3933825" cy="385437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164" y="2867768"/>
            <a:ext cx="3603497" cy="394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408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FF0C-6226-4D17-A06F-D05F9C841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Moment of Inertia</a:t>
            </a:r>
            <a:endParaRPr lang="en-PK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132CBB-1C80-4157-B3AC-FAD1A2C3ED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98" y="1690688"/>
            <a:ext cx="8760343" cy="4082244"/>
          </a:xfrm>
        </p:spPr>
      </p:pic>
    </p:spTree>
    <p:extLst>
      <p:ext uri="{BB962C8B-B14F-4D97-AF65-F5344CB8AC3E}">
        <p14:creationId xmlns:p14="http://schemas.microsoft.com/office/powerpoint/2010/main" val="1613781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76011-73DF-46F6-BB8F-64D8217BE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579DFF-73D3-457C-8A6C-B1F33DCA17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28074"/>
            <a:ext cx="8709632" cy="5527510"/>
          </a:xfrm>
        </p:spPr>
      </p:pic>
    </p:spTree>
    <p:extLst>
      <p:ext uri="{BB962C8B-B14F-4D97-AF65-F5344CB8AC3E}">
        <p14:creationId xmlns:p14="http://schemas.microsoft.com/office/powerpoint/2010/main" val="3876401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74E0-61B0-4BD3-83AD-4596EF3C7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0647F2-6561-4C3B-8377-9180F1BD3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793" y="701244"/>
            <a:ext cx="8520736" cy="5791631"/>
          </a:xfrm>
        </p:spPr>
      </p:pic>
    </p:spTree>
    <p:extLst>
      <p:ext uri="{BB962C8B-B14F-4D97-AF65-F5344CB8AC3E}">
        <p14:creationId xmlns:p14="http://schemas.microsoft.com/office/powerpoint/2010/main" val="162198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5E095-678C-434A-95EA-2349B29B8A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534761"/>
          </a:xfrm>
        </p:spPr>
        <p:txBody>
          <a:bodyPr>
            <a:normAutofit fontScale="90000"/>
          </a:bodyPr>
          <a:lstStyle/>
          <a:p>
            <a:r>
              <a:rPr lang="en-US" sz="3600" b="1" u="sng" dirty="0"/>
              <a:t>The Volumetric Mass Density Method</a:t>
            </a:r>
            <a:endParaRPr lang="en-PK" sz="3600" b="1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FA3E86-834D-414C-81AE-8A127250220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56" y="899886"/>
            <a:ext cx="6338888" cy="5741988"/>
          </a:xfrm>
        </p:spPr>
      </p:pic>
    </p:spTree>
    <p:extLst>
      <p:ext uri="{BB962C8B-B14F-4D97-AF65-F5344CB8AC3E}">
        <p14:creationId xmlns:p14="http://schemas.microsoft.com/office/powerpoint/2010/main" val="358552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A4CE-85AD-4D4A-ACE0-DD8ABE773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EEFB07-5311-40E9-BE69-784176EC23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931" y="243603"/>
            <a:ext cx="7926320" cy="6370794"/>
          </a:xfrm>
        </p:spPr>
      </p:pic>
    </p:spTree>
    <p:extLst>
      <p:ext uri="{BB962C8B-B14F-4D97-AF65-F5344CB8AC3E}">
        <p14:creationId xmlns:p14="http://schemas.microsoft.com/office/powerpoint/2010/main" val="2405389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74C9E-8E7D-427A-A9D3-D36DA945F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6A4E25-E959-410B-B666-B83402753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10" y="365125"/>
            <a:ext cx="9720051" cy="5843187"/>
          </a:xfrm>
        </p:spPr>
      </p:pic>
    </p:spTree>
    <p:extLst>
      <p:ext uri="{BB962C8B-B14F-4D97-AF65-F5344CB8AC3E}">
        <p14:creationId xmlns:p14="http://schemas.microsoft.com/office/powerpoint/2010/main" val="2098371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CF0BB-E81F-46FB-9931-F9E3A0D0C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03C90-6EC2-4B48-8293-C7F947375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15437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40FBD-A2EA-462D-B6A4-B7D31FF55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B3CE3C-9D86-44E6-9572-E6B0F36CAC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309" y="243603"/>
            <a:ext cx="4968148" cy="6370794"/>
          </a:xfrm>
        </p:spPr>
      </p:pic>
    </p:spTree>
    <p:extLst>
      <p:ext uri="{BB962C8B-B14F-4D97-AF65-F5344CB8AC3E}">
        <p14:creationId xmlns:p14="http://schemas.microsoft.com/office/powerpoint/2010/main" val="3015060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6E5E6-5141-4C22-95AB-7ED90ACEC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82DBA2-A6E7-4E2E-9BEC-BCBBDF1F67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92" y="1248019"/>
            <a:ext cx="9317890" cy="4361961"/>
          </a:xfrm>
        </p:spPr>
      </p:pic>
    </p:spTree>
    <p:extLst>
      <p:ext uri="{BB962C8B-B14F-4D97-AF65-F5344CB8AC3E}">
        <p14:creationId xmlns:p14="http://schemas.microsoft.com/office/powerpoint/2010/main" val="3846657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087D51-6423-45F1-A097-64E6ED53D81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288"/>
            <a:ext cx="10247313" cy="6351587"/>
          </a:xfrm>
        </p:spPr>
      </p:pic>
    </p:spTree>
    <p:extLst>
      <p:ext uri="{BB962C8B-B14F-4D97-AF65-F5344CB8AC3E}">
        <p14:creationId xmlns:p14="http://schemas.microsoft.com/office/powerpoint/2010/main" val="3826455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50A68-9638-42D6-A019-BB3BC7BA5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10AF73-E214-4BC7-9A74-29F3B90B14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627" y="526651"/>
            <a:ext cx="8588928" cy="5804698"/>
          </a:xfrm>
        </p:spPr>
      </p:pic>
    </p:spTree>
    <p:extLst>
      <p:ext uri="{BB962C8B-B14F-4D97-AF65-F5344CB8AC3E}">
        <p14:creationId xmlns:p14="http://schemas.microsoft.com/office/powerpoint/2010/main" val="3729883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50F87-D2E4-489F-82C7-0429AD28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2A0F2E-8736-4178-BCEC-E7B7647D68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34" y="2147032"/>
            <a:ext cx="11693766" cy="320608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2169A9-C63F-408B-AB62-6DCA38F477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925" y="266850"/>
            <a:ext cx="3823675" cy="178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28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1A050-DC0D-449D-977C-1791807CD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end Home Task. </a:t>
            </a:r>
            <a:br>
              <a:rPr lang="en-US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1D7E0-3D4A-4714-A0A3-8BEF86387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the following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numericals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given at the end of Chapter 10;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Q: 3, 5, 7, 12, 16, 20,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21, 22, 23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155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74612" y="73818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5.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Torque and Angular Acceleration</a:t>
            </a:r>
            <a:b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797" y="1784350"/>
            <a:ext cx="3564122" cy="3905685"/>
          </a:xfrm>
        </p:spPr>
      </p:pic>
      <p:sp>
        <p:nvSpPr>
          <p:cNvPr id="18" name="Text Placeholder 17"/>
          <p:cNvSpPr>
            <a:spLocks noGrp="1"/>
          </p:cNvSpPr>
          <p:nvPr>
            <p:ph type="body" sz="quarter" idx="4294967295"/>
          </p:nvPr>
        </p:nvSpPr>
        <p:spPr>
          <a:xfrm>
            <a:off x="0" y="1774825"/>
            <a:ext cx="5314950" cy="823913"/>
          </a:xfrm>
        </p:spPr>
        <p:txBody>
          <a:bodyPr>
            <a:noAutofit/>
          </a:bodyPr>
          <a:lstStyle/>
          <a:p>
            <a:pPr algn="just"/>
            <a:r>
              <a:rPr lang="en-US" sz="20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Torque acting on a particle is proportional to its angular acceleration.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4294967295"/>
          </p:nvPr>
        </p:nvSpPr>
        <p:spPr>
          <a:xfrm>
            <a:off x="0" y="2352675"/>
            <a:ext cx="5183188" cy="3684588"/>
          </a:xfrm>
        </p:spPr>
        <p:txBody>
          <a:bodyPr>
            <a:norm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we have to show, that  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Ƭ= I </a:t>
            </a:r>
            <a:r>
              <a:rPr lang="el-GR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angular motion, like </a:t>
            </a:r>
            <a:r>
              <a:rPr lang="en-US" sz="16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ma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linear motion.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single particle approach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63" y="3380977"/>
            <a:ext cx="7480980" cy="3648473"/>
          </a:xfrm>
          <a:prstGeom prst="rect">
            <a:avLst/>
          </a:prstGeom>
        </p:spPr>
      </p:pic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87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822"/>
    </mc:Choice>
    <mc:Fallback xmlns="">
      <p:transition spd="slow" advTm="168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Torque and Angular Acceleration</a:t>
            </a:r>
            <a:br>
              <a:rPr lang="en-US" dirty="0"/>
            </a:b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014" y="1360445"/>
            <a:ext cx="3653224" cy="4395752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0" y="1590675"/>
            <a:ext cx="5183188" cy="823913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Rigid Body Approach</a:t>
            </a:r>
            <a:r>
              <a:rPr lang="en-US" dirty="0"/>
              <a:t>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04" y="4720693"/>
            <a:ext cx="7216612" cy="207100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57" y="2196106"/>
            <a:ext cx="7803269" cy="2524587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59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12"/>
    </mc:Choice>
    <mc:Fallback xmlns="">
      <p:transition spd="slow" advTm="37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Rotating Rod                          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#309)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66" y="1560937"/>
            <a:ext cx="6354535" cy="23523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959" y="1202750"/>
            <a:ext cx="5385986" cy="28806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38" y="3798009"/>
            <a:ext cx="6864201" cy="253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356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59"/>
    </mc:Choice>
    <mc:Fallback xmlns="">
      <p:transition spd="slow" advTm="48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450" y="297923"/>
            <a:ext cx="7200900" cy="59742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450" y="438311"/>
            <a:ext cx="4696541" cy="293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53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51684"/>
            <a:ext cx="10515600" cy="892175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we were to place a penny on the end of the rod? Would the penny stay in contact with the rod?</a:t>
            </a:r>
            <a:endParaRPr lang="en-US" sz="2800" dirty="0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13" y="1085851"/>
            <a:ext cx="7031578" cy="59105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513" y="1143859"/>
            <a:ext cx="4510087" cy="242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08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5"/>
    </mc:Choice>
    <mc:Fallback xmlns="">
      <p:transition spd="slow" advTm="9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897716" cy="681452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785" y="835324"/>
            <a:ext cx="5203815" cy="538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72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7"/>
    </mc:Choice>
    <mc:Fallback xmlns="">
      <p:transition spd="slow" advTm="6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(Page# 310) Home Task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3438"/>
            <a:ext cx="7708753" cy="2095202"/>
          </a:xfrm>
        </p:spPr>
      </p:pic>
      <p:sp>
        <p:nvSpPr>
          <p:cNvPr id="5" name="Text Placeholder 4"/>
          <p:cNvSpPr>
            <a:spLocks noGrp="1"/>
          </p:cNvSpPr>
          <p:nvPr>
            <p:ph type="body" idx="4294967295"/>
          </p:nvPr>
        </p:nvSpPr>
        <p:spPr>
          <a:xfrm>
            <a:off x="0" y="1279525"/>
            <a:ext cx="5157788" cy="82391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acceleration of a wheel.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51" y="430350"/>
            <a:ext cx="3186112" cy="3917019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77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0"/>
    </mc:Choice>
    <mc:Fallback xmlns="">
      <p:transition spd="slow" advTm="6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(Page# 311) Home Task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13" y="2110331"/>
            <a:ext cx="6954052" cy="2576723"/>
          </a:xfrm>
        </p:spPr>
      </p:pic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0" y="1260475"/>
            <a:ext cx="5157788" cy="823913"/>
          </a:xfrm>
        </p:spPr>
        <p:txBody>
          <a:bodyPr>
            <a:normAutofit/>
          </a:bodyPr>
          <a:lstStyle/>
          <a:p>
            <a:pPr algn="ctr"/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Atwood Machine Revisited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165" y="728663"/>
            <a:ext cx="4855435" cy="5729287"/>
          </a:xfrm>
        </p:spPr>
      </p:pic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5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6"/>
    </mc:Choice>
    <mc:Fallback xmlns="">
      <p:transition spd="slow" advTm="7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Work, Power and Energy in Rotational Motion</a:t>
            </a:r>
            <a:b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The Work Energy Theorem in Rotational Motion)                           </a:t>
            </a: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1095" y="3475133"/>
            <a:ext cx="8528505" cy="27895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998" y="1851026"/>
            <a:ext cx="8337695" cy="14065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8"/>
            <a:ext cx="3294801" cy="457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02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16"/>
    </mc:Choice>
    <mc:Fallback xmlns="">
      <p:transition spd="slow" advTm="31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35" y="504825"/>
            <a:ext cx="8613297" cy="639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8129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889" y="733210"/>
            <a:ext cx="8836053" cy="612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54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479</TotalTime>
  <Words>190</Words>
  <Application>Microsoft Office PowerPoint</Application>
  <PresentationFormat>Widescreen</PresentationFormat>
  <Paragraphs>20</Paragraphs>
  <Slides>25</Slides>
  <Notes>0</Notes>
  <HiddenSlides>0</HiddenSlides>
  <MMClips>8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The Moment of Inertia</vt:lpstr>
      <vt:lpstr>PowerPoint Presentation</vt:lpstr>
      <vt:lpstr>PowerPoint Presentation</vt:lpstr>
      <vt:lpstr>The Volumetric Mass Density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Week end Home Task.  </vt:lpstr>
      <vt:lpstr>Lecture 5. Torque and Angular Acceleration </vt:lpstr>
      <vt:lpstr>Torque and Angular Acceleration </vt:lpstr>
      <vt:lpstr>The Rotating Rod                           (Page #309) </vt:lpstr>
      <vt:lpstr>PowerPoint Presentation</vt:lpstr>
      <vt:lpstr>What if we were to place a penny on the end of the rod? Would the penny stay in contact with the rod?</vt:lpstr>
      <vt:lpstr>PowerPoint Presentation</vt:lpstr>
      <vt:lpstr> Problem (Page# 310) Home Task</vt:lpstr>
      <vt:lpstr>Problem (Page# 311) Home Task</vt:lpstr>
      <vt:lpstr>Work, Power and Energy in Rotational Motion  ( The Work Energy Theorem in Rotational Motion)                          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5. Torque and Angular Acceleration</dc:title>
  <dc:creator>Windows User</dc:creator>
  <cp:lastModifiedBy>syed hussain</cp:lastModifiedBy>
  <cp:revision>125</cp:revision>
  <cp:lastPrinted>2020-04-06T13:48:39Z</cp:lastPrinted>
  <dcterms:created xsi:type="dcterms:W3CDTF">2020-03-25T10:45:59Z</dcterms:created>
  <dcterms:modified xsi:type="dcterms:W3CDTF">2020-11-29T16:01:44Z</dcterms:modified>
</cp:coreProperties>
</file>