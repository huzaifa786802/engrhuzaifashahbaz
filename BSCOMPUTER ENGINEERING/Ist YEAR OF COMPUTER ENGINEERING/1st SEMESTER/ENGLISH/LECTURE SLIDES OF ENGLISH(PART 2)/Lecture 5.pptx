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92" r:id="rId3"/>
    <p:sldId id="293" r:id="rId4"/>
    <p:sldId id="295" r:id="rId5"/>
    <p:sldId id="296" r:id="rId6"/>
    <p:sldId id="297" r:id="rId7"/>
    <p:sldId id="298" r:id="rId8"/>
    <p:sldId id="299" r:id="rId9"/>
    <p:sldId id="314" r:id="rId10"/>
  </p:sldIdLst>
  <p:sldSz cx="116125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6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912" y="-96"/>
      </p:cViewPr>
      <p:guideLst>
        <p:guide orient="horz" pos="2160"/>
        <p:guide pos="36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1612563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2945" y="69756"/>
            <a:ext cx="11446670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45113" y="3200400"/>
            <a:ext cx="8128794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9921" y="1449304"/>
            <a:ext cx="11457039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79921" y="1396720"/>
            <a:ext cx="11457039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79921" y="2976649"/>
            <a:ext cx="11457039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80628" y="1505931"/>
            <a:ext cx="10451307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161256" y="1447800"/>
            <a:ext cx="9870679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1612563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82945" y="69756"/>
            <a:ext cx="11446670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312" y="952501"/>
            <a:ext cx="9870679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312" y="2547938"/>
            <a:ext cx="9870679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99" y="6172200"/>
            <a:ext cx="5080496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88151" y="2376830"/>
            <a:ext cx="11446852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87814" y="2341476"/>
            <a:ext cx="1144718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86747" y="2468880"/>
            <a:ext cx="11448256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801" y="6208776"/>
            <a:ext cx="580628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161256" y="1447800"/>
            <a:ext cx="4761151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265945" y="1447800"/>
            <a:ext cx="4761151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256" y="273050"/>
            <a:ext cx="9870679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1256" y="1447800"/>
            <a:ext cx="4741797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0138" y="1447800"/>
            <a:ext cx="4741797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161256" y="2247900"/>
            <a:ext cx="4741797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290138" y="2247900"/>
            <a:ext cx="4741797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1612563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81288" y="69755"/>
            <a:ext cx="11446670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256" y="273050"/>
            <a:ext cx="9870679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61256" y="1600200"/>
            <a:ext cx="2419284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774083" y="1600200"/>
            <a:ext cx="7257852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257" y="4900550"/>
            <a:ext cx="929005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1257" y="5445825"/>
            <a:ext cx="929005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61256" y="6172200"/>
            <a:ext cx="4935339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5801" y="6208776"/>
            <a:ext cx="580628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86747" y="4683555"/>
            <a:ext cx="1143837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87004" y="4650475"/>
            <a:ext cx="1143811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87006" y="4773225"/>
            <a:ext cx="1143811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749" y="66676"/>
            <a:ext cx="1143206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19108" y="274642"/>
            <a:ext cx="2554764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61256" y="274641"/>
            <a:ext cx="7064309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1612563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81288" y="69755"/>
            <a:ext cx="11446670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61256" y="274638"/>
            <a:ext cx="9870679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161256" y="1447800"/>
            <a:ext cx="9870679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838480" y="6191250"/>
            <a:ext cx="3145069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161256" y="6172200"/>
            <a:ext cx="5032111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85801" y="6210300"/>
            <a:ext cx="580628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Parts of Speech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Prepositions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 </a:t>
            </a:r>
            <a:r>
              <a:rPr lang="en-US" b="1" dirty="0"/>
              <a:t>preposition</a:t>
            </a:r>
            <a:r>
              <a:rPr lang="en-US" dirty="0"/>
              <a:t> links nouns, pronouns and phrases to other words in a sentence. The word or phrase that the preposition introduces is called the object of the preposition.</a:t>
            </a:r>
          </a:p>
          <a:p>
            <a:pPr algn="just"/>
            <a:r>
              <a:rPr lang="en-US" dirty="0"/>
              <a:t>A preposition usually indicates the temporal, spatial or logical relationship of its object to the rest of the sentence as in the following examples:</a:t>
            </a:r>
          </a:p>
          <a:p>
            <a:pPr algn="just"/>
            <a:r>
              <a:rPr lang="en-US" dirty="0"/>
              <a:t>The book is </a:t>
            </a:r>
            <a:r>
              <a:rPr lang="en-US" b="1" dirty="0"/>
              <a:t>on</a:t>
            </a:r>
            <a:r>
              <a:rPr lang="en-US" dirty="0"/>
              <a:t> the table.</a:t>
            </a:r>
          </a:p>
          <a:p>
            <a:pPr algn="just"/>
            <a:r>
              <a:rPr lang="en-US" dirty="0"/>
              <a:t>The book is </a:t>
            </a:r>
            <a:r>
              <a:rPr lang="en-US" b="1" dirty="0"/>
              <a:t>beneath</a:t>
            </a:r>
            <a:r>
              <a:rPr lang="en-US" dirty="0"/>
              <a:t> the table.</a:t>
            </a:r>
          </a:p>
          <a:p>
            <a:pPr algn="just"/>
            <a:r>
              <a:rPr lang="en-US" dirty="0"/>
              <a:t>The book is leaning </a:t>
            </a:r>
            <a:r>
              <a:rPr lang="en-US" b="1" dirty="0"/>
              <a:t>against</a:t>
            </a:r>
            <a:r>
              <a:rPr lang="en-US" dirty="0"/>
              <a:t> the table.</a:t>
            </a:r>
          </a:p>
          <a:p>
            <a:pPr algn="just"/>
            <a:r>
              <a:rPr lang="en-US" dirty="0"/>
              <a:t>The book is </a:t>
            </a:r>
            <a:r>
              <a:rPr lang="en-US" b="1" dirty="0"/>
              <a:t>beside</a:t>
            </a:r>
            <a:r>
              <a:rPr lang="en-US" dirty="0"/>
              <a:t> the table.</a:t>
            </a:r>
          </a:p>
          <a:p>
            <a:pPr algn="just"/>
            <a:r>
              <a:rPr lang="en-US" dirty="0"/>
              <a:t>She held the book </a:t>
            </a:r>
            <a:r>
              <a:rPr lang="en-US" b="1" dirty="0"/>
              <a:t>over</a:t>
            </a:r>
            <a:r>
              <a:rPr lang="en-US" dirty="0"/>
              <a:t> the table.</a:t>
            </a:r>
          </a:p>
          <a:p>
            <a:pPr algn="just"/>
            <a:r>
              <a:rPr lang="en-US" dirty="0"/>
              <a:t>She read the book </a:t>
            </a:r>
            <a:r>
              <a:rPr lang="en-US" b="1" dirty="0"/>
              <a:t>during</a:t>
            </a:r>
            <a:r>
              <a:rPr lang="en-US" dirty="0"/>
              <a:t> class.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61256" y="609600"/>
            <a:ext cx="9870679" cy="5410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children climbed the mountain </a:t>
            </a:r>
            <a:r>
              <a:rPr lang="en-US" b="1" dirty="0"/>
              <a:t>without</a:t>
            </a:r>
            <a:r>
              <a:rPr lang="en-US" dirty="0"/>
              <a:t> fear.</a:t>
            </a:r>
          </a:p>
          <a:p>
            <a:pPr algn="just">
              <a:buNone/>
            </a:pPr>
            <a:r>
              <a:rPr lang="en-US" dirty="0"/>
              <a:t>	In this sentence, the preposition "without" introduces the noun "fear." The prepositional phrase "without fear" functions as an adverb describing how the children climbed.</a:t>
            </a:r>
          </a:p>
          <a:p>
            <a:pPr algn="just"/>
            <a:r>
              <a:rPr lang="en-US" dirty="0"/>
              <a:t>There was rejoicing </a:t>
            </a:r>
            <a:r>
              <a:rPr lang="en-US" b="1" dirty="0"/>
              <a:t>throughout</a:t>
            </a:r>
            <a:r>
              <a:rPr lang="en-US" dirty="0"/>
              <a:t> the land when the government was defeated.</a:t>
            </a:r>
          </a:p>
          <a:p>
            <a:pPr algn="just">
              <a:buNone/>
            </a:pPr>
            <a:r>
              <a:rPr lang="en-US" dirty="0"/>
              <a:t>	Here, the preposition "throughout" introduces the noun phrase "the land." The prepositional phrase acts as an adverb describing the location of the rejoicing.</a:t>
            </a:r>
          </a:p>
          <a:p>
            <a:pPr algn="just"/>
            <a:r>
              <a:rPr lang="en-US" dirty="0"/>
              <a:t>The spider crawled slowly </a:t>
            </a:r>
            <a:r>
              <a:rPr lang="en-US" b="1" dirty="0"/>
              <a:t>along</a:t>
            </a:r>
            <a:r>
              <a:rPr lang="en-US" dirty="0"/>
              <a:t> the banister.</a:t>
            </a:r>
          </a:p>
          <a:p>
            <a:pPr algn="just">
              <a:buNone/>
            </a:pPr>
            <a:r>
              <a:rPr lang="en-US" dirty="0"/>
              <a:t>	The preposition "along" introduces the noun phrase "the banister" and the prepositional phrase "along the banister" acts as an adverb, describing where the spider crawled.</a:t>
            </a:r>
          </a:p>
          <a:p>
            <a:pPr algn="just"/>
            <a:r>
              <a:rPr lang="en-US" dirty="0"/>
              <a:t>The dog is hiding </a:t>
            </a:r>
            <a:r>
              <a:rPr lang="en-US" b="1" dirty="0"/>
              <a:t>under</a:t>
            </a:r>
            <a:r>
              <a:rPr lang="en-US" dirty="0"/>
              <a:t> the porch because it knows it will be punished </a:t>
            </a:r>
            <a:r>
              <a:rPr lang="en-US" b="1" dirty="0"/>
              <a:t>for</a:t>
            </a:r>
            <a:r>
              <a:rPr lang="en-US" dirty="0"/>
              <a:t> chewing up a new pair </a:t>
            </a:r>
            <a:r>
              <a:rPr lang="en-US" b="1" dirty="0"/>
              <a:t>of</a:t>
            </a:r>
            <a:r>
              <a:rPr lang="en-US" dirty="0"/>
              <a:t> shoes.</a:t>
            </a:r>
          </a:p>
          <a:p>
            <a:pPr algn="just">
              <a:buNone/>
            </a:pPr>
            <a:r>
              <a:rPr lang="en-US" dirty="0"/>
              <a:t>	Here the preposition "under" introduces the prepositional phrase "under the porch," which acts as an adverb modifying the compound verb "is hiding."</a:t>
            </a:r>
          </a:p>
          <a:p>
            <a:pPr algn="just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4400" i="1" u="sng" dirty="0"/>
              <a:t>Only</a:t>
            </a:r>
            <a:r>
              <a:rPr lang="en-US" sz="4400" dirty="0"/>
              <a:t> he told me about the news.</a:t>
            </a:r>
          </a:p>
          <a:p>
            <a:r>
              <a:rPr lang="en-US" sz="4400" dirty="0"/>
              <a:t>He told </a:t>
            </a:r>
            <a:r>
              <a:rPr lang="en-US" sz="4400" i="1" u="sng" dirty="0"/>
              <a:t>only</a:t>
            </a:r>
            <a:r>
              <a:rPr lang="en-US" sz="4400" dirty="0"/>
              <a:t> me about the news.</a:t>
            </a:r>
          </a:p>
          <a:p>
            <a:r>
              <a:rPr lang="en-US" sz="4400" dirty="0"/>
              <a:t>He told me </a:t>
            </a:r>
            <a:r>
              <a:rPr lang="en-US" sz="4400" i="1" u="sng" dirty="0"/>
              <a:t>only</a:t>
            </a:r>
            <a:r>
              <a:rPr lang="en-US" sz="4400" dirty="0"/>
              <a:t> about the news.</a:t>
            </a:r>
          </a:p>
          <a:p>
            <a:r>
              <a:rPr lang="en-US" sz="4400" dirty="0"/>
              <a:t>He told me about the </a:t>
            </a:r>
            <a:r>
              <a:rPr lang="en-US" sz="4400" i="1" u="sng" dirty="0"/>
              <a:t>only</a:t>
            </a:r>
            <a:r>
              <a:rPr lang="en-US" sz="4400" dirty="0"/>
              <a:t> news.</a:t>
            </a:r>
          </a:p>
          <a:p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modifier is a word or a group of word that describes or limits another word or a group of words.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The soldier died.</a:t>
            </a:r>
          </a:p>
          <a:p>
            <a:r>
              <a:rPr lang="en-US" sz="2800" dirty="0"/>
              <a:t>The </a:t>
            </a:r>
            <a:r>
              <a:rPr lang="en-US" sz="2800" u="sng" dirty="0"/>
              <a:t>courageous</a:t>
            </a:r>
            <a:r>
              <a:rPr lang="en-US" sz="2800" dirty="0"/>
              <a:t> soldier died.</a:t>
            </a:r>
          </a:p>
          <a:p>
            <a:r>
              <a:rPr lang="en-US" sz="2800" dirty="0"/>
              <a:t>The </a:t>
            </a:r>
            <a:r>
              <a:rPr lang="en-US" sz="2800" u="sng" dirty="0"/>
              <a:t>courageous</a:t>
            </a:r>
            <a:r>
              <a:rPr lang="en-US" sz="2800" dirty="0"/>
              <a:t> soldier died </a:t>
            </a:r>
            <a:r>
              <a:rPr lang="en-US" sz="2800" u="sng" dirty="0"/>
              <a:t>bravely.</a:t>
            </a:r>
            <a:endParaRPr lang="en-US" sz="2800" dirty="0"/>
          </a:p>
          <a:p>
            <a:r>
              <a:rPr lang="en-US" sz="2800" dirty="0"/>
              <a:t>The </a:t>
            </a:r>
            <a:r>
              <a:rPr lang="en-US" sz="2800" u="sng" dirty="0"/>
              <a:t>courageous</a:t>
            </a:r>
            <a:r>
              <a:rPr lang="en-US" sz="2800" dirty="0"/>
              <a:t> soldier died </a:t>
            </a:r>
            <a:r>
              <a:rPr lang="en-US" sz="2800" u="sng" dirty="0"/>
              <a:t>bravely in a war.</a:t>
            </a:r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61256" y="762000"/>
            <a:ext cx="9870679" cy="52578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800" dirty="0"/>
          </a:p>
          <a:p>
            <a:r>
              <a:rPr lang="en-US" sz="2800" dirty="0"/>
              <a:t>Buy the tickets </a:t>
            </a:r>
            <a:r>
              <a:rPr lang="en-US" sz="2800" u="sng" dirty="0"/>
              <a:t>as soon as you reach the station</a:t>
            </a:r>
            <a:r>
              <a:rPr lang="en-US" sz="2800" dirty="0"/>
              <a:t>.</a:t>
            </a:r>
          </a:p>
          <a:p>
            <a:r>
              <a:rPr lang="en-US" sz="2800" dirty="0"/>
              <a:t>The man in </a:t>
            </a:r>
            <a:r>
              <a:rPr lang="en-US" sz="2800" u="sng" dirty="0"/>
              <a:t>the blue coat</a:t>
            </a:r>
            <a:endParaRPr lang="en-US" sz="2800" dirty="0"/>
          </a:p>
          <a:p>
            <a:r>
              <a:rPr lang="en-US" sz="2800" dirty="0"/>
              <a:t>I visited </a:t>
            </a:r>
            <a:r>
              <a:rPr lang="en-US" sz="2800" u="sng" dirty="0"/>
              <a:t>his far-away</a:t>
            </a:r>
            <a:r>
              <a:rPr lang="en-US" sz="2800" dirty="0"/>
              <a:t> cottage.</a:t>
            </a:r>
          </a:p>
          <a:p>
            <a:r>
              <a:rPr lang="en-US" sz="2800" u="sng" dirty="0"/>
              <a:t>If you work hard</a:t>
            </a:r>
            <a:r>
              <a:rPr lang="en-US" sz="2800" dirty="0"/>
              <a:t>, you can achieve success.</a:t>
            </a:r>
          </a:p>
          <a:p>
            <a:r>
              <a:rPr lang="en-US" sz="2800" u="sng" dirty="0"/>
              <a:t>Equipped with his arms</a:t>
            </a:r>
            <a:r>
              <a:rPr lang="en-US" sz="2800" dirty="0"/>
              <a:t>, the soldier moved into war.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PROBLEMS WITH MODIFIER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1. </a:t>
            </a:r>
            <a:r>
              <a:rPr lang="en-US" u="sng" dirty="0"/>
              <a:t>MISPLACED MODIFIER</a:t>
            </a:r>
            <a:endParaRPr lang="en-US" dirty="0"/>
          </a:p>
          <a:p>
            <a:r>
              <a:rPr lang="en-US" dirty="0"/>
              <a:t>A modifier placed so awkwardly as to create ambiguity or misunderstanding. </a:t>
            </a:r>
          </a:p>
          <a:p>
            <a:r>
              <a:rPr lang="en-US" dirty="0"/>
              <a:t>Faulty: They were delighted to see a field of daffodils </a:t>
            </a:r>
            <a:r>
              <a:rPr lang="en-US" u="sng" dirty="0"/>
              <a:t>climbing up the hill.</a:t>
            </a:r>
            <a:endParaRPr lang="en-US" dirty="0"/>
          </a:p>
          <a:p>
            <a:r>
              <a:rPr lang="en-US" dirty="0"/>
              <a:t>Revised: Climbing up the hill, they were delighted to see a field of daffodils.</a:t>
            </a:r>
          </a:p>
          <a:p>
            <a:r>
              <a:rPr lang="en-US" dirty="0"/>
              <a:t>Faulty: The announcer reported that the singer was getting married </a:t>
            </a:r>
            <a:r>
              <a:rPr lang="en-US" u="sng" dirty="0"/>
              <a:t>on the six o’clock news</a:t>
            </a:r>
            <a:r>
              <a:rPr lang="en-US" dirty="0"/>
              <a:t>.</a:t>
            </a:r>
          </a:p>
          <a:p>
            <a:r>
              <a:rPr lang="en-US" dirty="0"/>
              <a:t>Revised: The announcer reported </a:t>
            </a:r>
            <a:r>
              <a:rPr lang="en-US" u="sng" dirty="0"/>
              <a:t>on the six o’clock news</a:t>
            </a:r>
            <a:r>
              <a:rPr lang="en-US" dirty="0"/>
              <a:t> that the singer was getting married.</a:t>
            </a:r>
          </a:p>
          <a:p>
            <a:r>
              <a:rPr lang="en-US" dirty="0"/>
              <a:t>Faulty: </a:t>
            </a:r>
            <a:r>
              <a:rPr lang="en-US" u="sng" dirty="0"/>
              <a:t>Like many jackals</a:t>
            </a:r>
            <a:r>
              <a:rPr lang="en-US" dirty="0"/>
              <a:t>, he believes that the dogs also previously lived in packs.</a:t>
            </a:r>
          </a:p>
          <a:p>
            <a:r>
              <a:rPr lang="en-US" dirty="0"/>
              <a:t>Revised: He believes that dogs also, </a:t>
            </a:r>
            <a:r>
              <a:rPr lang="en-US" u="sng" dirty="0"/>
              <a:t>like many jackals</a:t>
            </a:r>
            <a:r>
              <a:rPr lang="en-US" dirty="0"/>
              <a:t>, previously lived in packs. 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en-US" u="sng" dirty="0"/>
              <a:t>DANGLING MODIFIER</a:t>
            </a:r>
            <a:endParaRPr lang="en-US" dirty="0"/>
          </a:p>
          <a:p>
            <a:r>
              <a:rPr lang="en-US" dirty="0"/>
              <a:t>A dangling modifier is a word or phrase that modifies a word not clearly stated in the sentence.</a:t>
            </a:r>
          </a:p>
          <a:p>
            <a:r>
              <a:rPr lang="en-US" dirty="0"/>
              <a:t>Faulty: While typing the last document, the computer crashed.</a:t>
            </a:r>
          </a:p>
          <a:p>
            <a:r>
              <a:rPr lang="en-US" dirty="0"/>
              <a:t>Revised: While typing the last document, my computer crashed.</a:t>
            </a:r>
          </a:p>
          <a:p>
            <a:r>
              <a:rPr lang="en-US" dirty="0"/>
              <a:t>Faulty: Having finished the assignment, the TV was turned on.</a:t>
            </a:r>
          </a:p>
          <a:p>
            <a:r>
              <a:rPr lang="en-US" dirty="0"/>
              <a:t>Revised: Having finished the assignment, I turned on the TV.</a:t>
            </a:r>
          </a:p>
          <a:p>
            <a:r>
              <a:rPr lang="en-US" dirty="0"/>
              <a:t>Faulty: After reading the original study, the article remains unconvincing.</a:t>
            </a:r>
          </a:p>
          <a:p>
            <a:r>
              <a:rPr lang="en-US" dirty="0"/>
              <a:t>Revised: After reading the original study, I find the article unconvincing.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Questions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1366</TotalTime>
  <Words>355</Words>
  <Application>Microsoft Office PowerPoint</Application>
  <PresentationFormat>Custom</PresentationFormat>
  <Paragraphs>53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Equity</vt:lpstr>
      <vt:lpstr>Parts of Speech </vt:lpstr>
      <vt:lpstr>Prepositions </vt:lpstr>
      <vt:lpstr>PowerPoint Presentation</vt:lpstr>
      <vt:lpstr>MODIFIERS</vt:lpstr>
      <vt:lpstr>PowerPoint Presentation</vt:lpstr>
      <vt:lpstr>PowerPoint Presentation</vt:lpstr>
      <vt:lpstr>PROBLEMS WITH MODIFIER 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 of Speech </dc:title>
  <dc:creator>Bakht</dc:creator>
  <cp:lastModifiedBy>Rayyan Zafar</cp:lastModifiedBy>
  <cp:revision>45</cp:revision>
  <dcterms:created xsi:type="dcterms:W3CDTF">2006-08-16T00:00:00Z</dcterms:created>
  <dcterms:modified xsi:type="dcterms:W3CDTF">2021-12-01T10:19:34Z</dcterms:modified>
</cp:coreProperties>
</file>