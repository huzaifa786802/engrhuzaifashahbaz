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2" r:id="rId2"/>
    <p:sldId id="283" r:id="rId3"/>
    <p:sldId id="284" r:id="rId4"/>
    <p:sldId id="285" r:id="rId5"/>
    <p:sldId id="286" r:id="rId6"/>
    <p:sldId id="287" r:id="rId7"/>
    <p:sldId id="288" r:id="rId8"/>
    <p:sldId id="289" r:id="rId9"/>
    <p:sldId id="290" r:id="rId10"/>
    <p:sldId id="291" r:id="rId11"/>
    <p:sldId id="292" r:id="rId12"/>
    <p:sldId id="293" r:id="rId13"/>
    <p:sldId id="294" r:id="rId14"/>
    <p:sldId id="295" r:id="rId15"/>
    <p:sldId id="296" r:id="rId16"/>
    <p:sldId id="297" r:id="rId17"/>
    <p:sldId id="298" r:id="rId18"/>
    <p:sldId id="29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9FAF9-A5C9-46CF-B3F2-FD1B7975F3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FC34AF-E302-4D15-A3F1-F07D5AE715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CF5FE3-6C5D-4FB8-A901-526C68C6DE20}"/>
              </a:ext>
            </a:extLst>
          </p:cNvPr>
          <p:cNvSpPr>
            <a:spLocks noGrp="1"/>
          </p:cNvSpPr>
          <p:nvPr>
            <p:ph type="dt" sz="half" idx="10"/>
          </p:nvPr>
        </p:nvSpPr>
        <p:spPr/>
        <p:txBody>
          <a:bodyPr/>
          <a:lstStyle/>
          <a:p>
            <a:fld id="{4E02239C-EDD1-4B46-8A53-F5DF1F629CA0}" type="datetimeFigureOut">
              <a:rPr lang="en-US" smtClean="0"/>
              <a:t>9/16/2021</a:t>
            </a:fld>
            <a:endParaRPr lang="en-US"/>
          </a:p>
        </p:txBody>
      </p:sp>
      <p:sp>
        <p:nvSpPr>
          <p:cNvPr id="5" name="Footer Placeholder 4">
            <a:extLst>
              <a:ext uri="{FF2B5EF4-FFF2-40B4-BE49-F238E27FC236}">
                <a16:creationId xmlns:a16="http://schemas.microsoft.com/office/drawing/2014/main" id="{E3582671-CF9E-44A6-BEA9-81AF62C037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E78705-92D5-42AB-B2C7-575504597EBC}"/>
              </a:ext>
            </a:extLst>
          </p:cNvPr>
          <p:cNvSpPr>
            <a:spLocks noGrp="1"/>
          </p:cNvSpPr>
          <p:nvPr>
            <p:ph type="sldNum" sz="quarter" idx="12"/>
          </p:nvPr>
        </p:nvSpPr>
        <p:spPr/>
        <p:txBody>
          <a:bodyPr/>
          <a:lstStyle/>
          <a:p>
            <a:fld id="{82832A7F-7620-4A31-A4EB-A88B2323652D}" type="slidenum">
              <a:rPr lang="en-US" smtClean="0"/>
              <a:t>‹#›</a:t>
            </a:fld>
            <a:endParaRPr lang="en-US"/>
          </a:p>
        </p:txBody>
      </p:sp>
    </p:spTree>
    <p:extLst>
      <p:ext uri="{BB962C8B-B14F-4D97-AF65-F5344CB8AC3E}">
        <p14:creationId xmlns:p14="http://schemas.microsoft.com/office/powerpoint/2010/main" val="3643481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10E16-EED8-4C2B-9E0A-7D3D0D2DE1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44E3C-43C1-49A0-B9B3-B5BD1C6433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2CD2E6-EC7F-49B4-A97A-8AAD3AF232DF}"/>
              </a:ext>
            </a:extLst>
          </p:cNvPr>
          <p:cNvSpPr>
            <a:spLocks noGrp="1"/>
          </p:cNvSpPr>
          <p:nvPr>
            <p:ph type="dt" sz="half" idx="10"/>
          </p:nvPr>
        </p:nvSpPr>
        <p:spPr/>
        <p:txBody>
          <a:bodyPr/>
          <a:lstStyle/>
          <a:p>
            <a:fld id="{4E02239C-EDD1-4B46-8A53-F5DF1F629CA0}" type="datetimeFigureOut">
              <a:rPr lang="en-US" smtClean="0"/>
              <a:t>9/16/2021</a:t>
            </a:fld>
            <a:endParaRPr lang="en-US"/>
          </a:p>
        </p:txBody>
      </p:sp>
      <p:sp>
        <p:nvSpPr>
          <p:cNvPr id="5" name="Footer Placeholder 4">
            <a:extLst>
              <a:ext uri="{FF2B5EF4-FFF2-40B4-BE49-F238E27FC236}">
                <a16:creationId xmlns:a16="http://schemas.microsoft.com/office/drawing/2014/main" id="{7DC45925-130D-47A7-A5D8-307107C78A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B9469E-7BCA-4A41-AC5F-D995B67A51F2}"/>
              </a:ext>
            </a:extLst>
          </p:cNvPr>
          <p:cNvSpPr>
            <a:spLocks noGrp="1"/>
          </p:cNvSpPr>
          <p:nvPr>
            <p:ph type="sldNum" sz="quarter" idx="12"/>
          </p:nvPr>
        </p:nvSpPr>
        <p:spPr/>
        <p:txBody>
          <a:bodyPr/>
          <a:lstStyle/>
          <a:p>
            <a:fld id="{82832A7F-7620-4A31-A4EB-A88B2323652D}" type="slidenum">
              <a:rPr lang="en-US" smtClean="0"/>
              <a:t>‹#›</a:t>
            </a:fld>
            <a:endParaRPr lang="en-US"/>
          </a:p>
        </p:txBody>
      </p:sp>
    </p:spTree>
    <p:extLst>
      <p:ext uri="{BB962C8B-B14F-4D97-AF65-F5344CB8AC3E}">
        <p14:creationId xmlns:p14="http://schemas.microsoft.com/office/powerpoint/2010/main" val="4040081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2FC9B-2F79-4006-B88D-B55C57F9AE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43023-CB16-4CD1-B943-CBC3950190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435C84-9A6F-4A5F-8312-848F8F864569}"/>
              </a:ext>
            </a:extLst>
          </p:cNvPr>
          <p:cNvSpPr>
            <a:spLocks noGrp="1"/>
          </p:cNvSpPr>
          <p:nvPr>
            <p:ph type="dt" sz="half" idx="10"/>
          </p:nvPr>
        </p:nvSpPr>
        <p:spPr/>
        <p:txBody>
          <a:bodyPr/>
          <a:lstStyle/>
          <a:p>
            <a:fld id="{4E02239C-EDD1-4B46-8A53-F5DF1F629CA0}" type="datetimeFigureOut">
              <a:rPr lang="en-US" smtClean="0"/>
              <a:t>9/16/2021</a:t>
            </a:fld>
            <a:endParaRPr lang="en-US"/>
          </a:p>
        </p:txBody>
      </p:sp>
      <p:sp>
        <p:nvSpPr>
          <p:cNvPr id="5" name="Footer Placeholder 4">
            <a:extLst>
              <a:ext uri="{FF2B5EF4-FFF2-40B4-BE49-F238E27FC236}">
                <a16:creationId xmlns:a16="http://schemas.microsoft.com/office/drawing/2014/main" id="{668DE762-1E18-48BF-9000-11A2AC7CA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313C80-14D2-4317-9134-D001C7A1D235}"/>
              </a:ext>
            </a:extLst>
          </p:cNvPr>
          <p:cNvSpPr>
            <a:spLocks noGrp="1"/>
          </p:cNvSpPr>
          <p:nvPr>
            <p:ph type="sldNum" sz="quarter" idx="12"/>
          </p:nvPr>
        </p:nvSpPr>
        <p:spPr/>
        <p:txBody>
          <a:bodyPr/>
          <a:lstStyle/>
          <a:p>
            <a:fld id="{82832A7F-7620-4A31-A4EB-A88B2323652D}" type="slidenum">
              <a:rPr lang="en-US" smtClean="0"/>
              <a:t>‹#›</a:t>
            </a:fld>
            <a:endParaRPr lang="en-US"/>
          </a:p>
        </p:txBody>
      </p:sp>
    </p:spTree>
    <p:extLst>
      <p:ext uri="{BB962C8B-B14F-4D97-AF65-F5344CB8AC3E}">
        <p14:creationId xmlns:p14="http://schemas.microsoft.com/office/powerpoint/2010/main" val="1841993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ECED7-2166-4F19-BF4D-36F499E84D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87FBB8-6DA1-4204-BAAD-6B8CCC0A45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B48E4C-73F5-4503-AD08-4F187ED60E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4417AB-230C-401B-9985-8AA6AF838A1D}"/>
              </a:ext>
            </a:extLst>
          </p:cNvPr>
          <p:cNvSpPr>
            <a:spLocks noGrp="1"/>
          </p:cNvSpPr>
          <p:nvPr>
            <p:ph type="dt" sz="half" idx="10"/>
          </p:nvPr>
        </p:nvSpPr>
        <p:spPr/>
        <p:txBody>
          <a:bodyPr/>
          <a:lstStyle/>
          <a:p>
            <a:fld id="{4E02239C-EDD1-4B46-8A53-F5DF1F629CA0}" type="datetimeFigureOut">
              <a:rPr lang="en-US" smtClean="0"/>
              <a:t>9/16/2021</a:t>
            </a:fld>
            <a:endParaRPr lang="en-US"/>
          </a:p>
        </p:txBody>
      </p:sp>
      <p:sp>
        <p:nvSpPr>
          <p:cNvPr id="6" name="Footer Placeholder 5">
            <a:extLst>
              <a:ext uri="{FF2B5EF4-FFF2-40B4-BE49-F238E27FC236}">
                <a16:creationId xmlns:a16="http://schemas.microsoft.com/office/drawing/2014/main" id="{E4879623-D572-4B0F-8601-8CD2835730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A52B4-7563-4BD4-8F8B-BA6C1F7CB489}"/>
              </a:ext>
            </a:extLst>
          </p:cNvPr>
          <p:cNvSpPr>
            <a:spLocks noGrp="1"/>
          </p:cNvSpPr>
          <p:nvPr>
            <p:ph type="sldNum" sz="quarter" idx="12"/>
          </p:nvPr>
        </p:nvSpPr>
        <p:spPr/>
        <p:txBody>
          <a:bodyPr/>
          <a:lstStyle/>
          <a:p>
            <a:fld id="{82832A7F-7620-4A31-A4EB-A88B2323652D}" type="slidenum">
              <a:rPr lang="en-US" smtClean="0"/>
              <a:t>‹#›</a:t>
            </a:fld>
            <a:endParaRPr lang="en-US"/>
          </a:p>
        </p:txBody>
      </p:sp>
    </p:spTree>
    <p:extLst>
      <p:ext uri="{BB962C8B-B14F-4D97-AF65-F5344CB8AC3E}">
        <p14:creationId xmlns:p14="http://schemas.microsoft.com/office/powerpoint/2010/main" val="3185216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A30D2-0A4E-45D0-902C-AF605E777A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A31AD6-EE1F-4D01-9367-216F4EEB0E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BD4D15-64B9-447A-81C2-FC79BABC6A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5C748B-D6F7-48DA-B870-361B47ADFA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792C52-D223-42AF-A6B5-937D96E495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B83ACD-EFBC-4D72-8C20-08052C58AFD5}"/>
              </a:ext>
            </a:extLst>
          </p:cNvPr>
          <p:cNvSpPr>
            <a:spLocks noGrp="1"/>
          </p:cNvSpPr>
          <p:nvPr>
            <p:ph type="dt" sz="half" idx="10"/>
          </p:nvPr>
        </p:nvSpPr>
        <p:spPr/>
        <p:txBody>
          <a:bodyPr/>
          <a:lstStyle/>
          <a:p>
            <a:fld id="{4E02239C-EDD1-4B46-8A53-F5DF1F629CA0}" type="datetimeFigureOut">
              <a:rPr lang="en-US" smtClean="0"/>
              <a:t>9/16/2021</a:t>
            </a:fld>
            <a:endParaRPr lang="en-US"/>
          </a:p>
        </p:txBody>
      </p:sp>
      <p:sp>
        <p:nvSpPr>
          <p:cNvPr id="8" name="Footer Placeholder 7">
            <a:extLst>
              <a:ext uri="{FF2B5EF4-FFF2-40B4-BE49-F238E27FC236}">
                <a16:creationId xmlns:a16="http://schemas.microsoft.com/office/drawing/2014/main" id="{C56B04BE-ABEF-458A-BE61-58F07A865A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0F9129-EC40-4D1E-8288-D92C26272EDF}"/>
              </a:ext>
            </a:extLst>
          </p:cNvPr>
          <p:cNvSpPr>
            <a:spLocks noGrp="1"/>
          </p:cNvSpPr>
          <p:nvPr>
            <p:ph type="sldNum" sz="quarter" idx="12"/>
          </p:nvPr>
        </p:nvSpPr>
        <p:spPr/>
        <p:txBody>
          <a:bodyPr/>
          <a:lstStyle/>
          <a:p>
            <a:fld id="{82832A7F-7620-4A31-A4EB-A88B2323652D}" type="slidenum">
              <a:rPr lang="en-US" smtClean="0"/>
              <a:t>‹#›</a:t>
            </a:fld>
            <a:endParaRPr lang="en-US"/>
          </a:p>
        </p:txBody>
      </p:sp>
    </p:spTree>
    <p:extLst>
      <p:ext uri="{BB962C8B-B14F-4D97-AF65-F5344CB8AC3E}">
        <p14:creationId xmlns:p14="http://schemas.microsoft.com/office/powerpoint/2010/main" val="3955293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A1504-A85C-4413-B85E-09A0BB6396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B52A56-D45C-41AD-8B4B-D2F17BD6E3EF}"/>
              </a:ext>
            </a:extLst>
          </p:cNvPr>
          <p:cNvSpPr>
            <a:spLocks noGrp="1"/>
          </p:cNvSpPr>
          <p:nvPr>
            <p:ph type="dt" sz="half" idx="10"/>
          </p:nvPr>
        </p:nvSpPr>
        <p:spPr/>
        <p:txBody>
          <a:bodyPr/>
          <a:lstStyle/>
          <a:p>
            <a:fld id="{4E02239C-EDD1-4B46-8A53-F5DF1F629CA0}" type="datetimeFigureOut">
              <a:rPr lang="en-US" smtClean="0"/>
              <a:t>9/16/2021</a:t>
            </a:fld>
            <a:endParaRPr lang="en-US"/>
          </a:p>
        </p:txBody>
      </p:sp>
      <p:sp>
        <p:nvSpPr>
          <p:cNvPr id="4" name="Footer Placeholder 3">
            <a:extLst>
              <a:ext uri="{FF2B5EF4-FFF2-40B4-BE49-F238E27FC236}">
                <a16:creationId xmlns:a16="http://schemas.microsoft.com/office/drawing/2014/main" id="{80E9DABA-C4DA-4C39-967D-3589AD91E2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6ECBD1-6016-45CA-BBA9-0DA29A5F8D14}"/>
              </a:ext>
            </a:extLst>
          </p:cNvPr>
          <p:cNvSpPr>
            <a:spLocks noGrp="1"/>
          </p:cNvSpPr>
          <p:nvPr>
            <p:ph type="sldNum" sz="quarter" idx="12"/>
          </p:nvPr>
        </p:nvSpPr>
        <p:spPr/>
        <p:txBody>
          <a:bodyPr/>
          <a:lstStyle/>
          <a:p>
            <a:fld id="{82832A7F-7620-4A31-A4EB-A88B2323652D}" type="slidenum">
              <a:rPr lang="en-US" smtClean="0"/>
              <a:t>‹#›</a:t>
            </a:fld>
            <a:endParaRPr lang="en-US"/>
          </a:p>
        </p:txBody>
      </p:sp>
    </p:spTree>
    <p:extLst>
      <p:ext uri="{BB962C8B-B14F-4D97-AF65-F5344CB8AC3E}">
        <p14:creationId xmlns:p14="http://schemas.microsoft.com/office/powerpoint/2010/main" val="3586153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E66CBA-71BC-4932-8219-4623DE11E85F}"/>
              </a:ext>
            </a:extLst>
          </p:cNvPr>
          <p:cNvSpPr>
            <a:spLocks noGrp="1"/>
          </p:cNvSpPr>
          <p:nvPr>
            <p:ph type="dt" sz="half" idx="10"/>
          </p:nvPr>
        </p:nvSpPr>
        <p:spPr/>
        <p:txBody>
          <a:bodyPr/>
          <a:lstStyle/>
          <a:p>
            <a:fld id="{4E02239C-EDD1-4B46-8A53-F5DF1F629CA0}" type="datetimeFigureOut">
              <a:rPr lang="en-US" smtClean="0"/>
              <a:t>9/16/2021</a:t>
            </a:fld>
            <a:endParaRPr lang="en-US"/>
          </a:p>
        </p:txBody>
      </p:sp>
      <p:sp>
        <p:nvSpPr>
          <p:cNvPr id="3" name="Footer Placeholder 2">
            <a:extLst>
              <a:ext uri="{FF2B5EF4-FFF2-40B4-BE49-F238E27FC236}">
                <a16:creationId xmlns:a16="http://schemas.microsoft.com/office/drawing/2014/main" id="{BF1AFCFE-915B-40A7-837F-D26C9D64D4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5E5645-F6B3-43B5-B09B-AD2AF02C80EB}"/>
              </a:ext>
            </a:extLst>
          </p:cNvPr>
          <p:cNvSpPr>
            <a:spLocks noGrp="1"/>
          </p:cNvSpPr>
          <p:nvPr>
            <p:ph type="sldNum" sz="quarter" idx="12"/>
          </p:nvPr>
        </p:nvSpPr>
        <p:spPr/>
        <p:txBody>
          <a:bodyPr/>
          <a:lstStyle/>
          <a:p>
            <a:fld id="{82832A7F-7620-4A31-A4EB-A88B2323652D}" type="slidenum">
              <a:rPr lang="en-US" smtClean="0"/>
              <a:t>‹#›</a:t>
            </a:fld>
            <a:endParaRPr lang="en-US"/>
          </a:p>
        </p:txBody>
      </p:sp>
    </p:spTree>
    <p:extLst>
      <p:ext uri="{BB962C8B-B14F-4D97-AF65-F5344CB8AC3E}">
        <p14:creationId xmlns:p14="http://schemas.microsoft.com/office/powerpoint/2010/main" val="4143997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DFCD-473C-4E88-B3FE-1A34E7F081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811140-8905-4CEA-A742-DF316E893E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20E733-1AD3-4DF3-963F-16997BEDB9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8F1186-6E8A-475F-BAB2-5000D7703586}"/>
              </a:ext>
            </a:extLst>
          </p:cNvPr>
          <p:cNvSpPr>
            <a:spLocks noGrp="1"/>
          </p:cNvSpPr>
          <p:nvPr>
            <p:ph type="dt" sz="half" idx="10"/>
          </p:nvPr>
        </p:nvSpPr>
        <p:spPr/>
        <p:txBody>
          <a:bodyPr/>
          <a:lstStyle/>
          <a:p>
            <a:fld id="{4E02239C-EDD1-4B46-8A53-F5DF1F629CA0}" type="datetimeFigureOut">
              <a:rPr lang="en-US" smtClean="0"/>
              <a:t>9/16/2021</a:t>
            </a:fld>
            <a:endParaRPr lang="en-US"/>
          </a:p>
        </p:txBody>
      </p:sp>
      <p:sp>
        <p:nvSpPr>
          <p:cNvPr id="6" name="Footer Placeholder 5">
            <a:extLst>
              <a:ext uri="{FF2B5EF4-FFF2-40B4-BE49-F238E27FC236}">
                <a16:creationId xmlns:a16="http://schemas.microsoft.com/office/drawing/2014/main" id="{B8EE21D7-1B4F-4BF0-9C42-B9D7D20E88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468849-D224-4AB1-9D39-2883D32789AC}"/>
              </a:ext>
            </a:extLst>
          </p:cNvPr>
          <p:cNvSpPr>
            <a:spLocks noGrp="1"/>
          </p:cNvSpPr>
          <p:nvPr>
            <p:ph type="sldNum" sz="quarter" idx="12"/>
          </p:nvPr>
        </p:nvSpPr>
        <p:spPr/>
        <p:txBody>
          <a:bodyPr/>
          <a:lstStyle/>
          <a:p>
            <a:fld id="{82832A7F-7620-4A31-A4EB-A88B2323652D}" type="slidenum">
              <a:rPr lang="en-US" smtClean="0"/>
              <a:t>‹#›</a:t>
            </a:fld>
            <a:endParaRPr lang="en-US"/>
          </a:p>
        </p:txBody>
      </p:sp>
    </p:spTree>
    <p:extLst>
      <p:ext uri="{BB962C8B-B14F-4D97-AF65-F5344CB8AC3E}">
        <p14:creationId xmlns:p14="http://schemas.microsoft.com/office/powerpoint/2010/main" val="174137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FC244-BE8D-49C5-8FEF-2DB803E0C5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ED9FE6-96CA-4221-8E1B-A0603C21C6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EE0A4B-A4A7-448E-A6CF-54940E630F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81F1B5-6896-4283-BF9D-E494425326C9}"/>
              </a:ext>
            </a:extLst>
          </p:cNvPr>
          <p:cNvSpPr>
            <a:spLocks noGrp="1"/>
          </p:cNvSpPr>
          <p:nvPr>
            <p:ph type="dt" sz="half" idx="10"/>
          </p:nvPr>
        </p:nvSpPr>
        <p:spPr/>
        <p:txBody>
          <a:bodyPr/>
          <a:lstStyle/>
          <a:p>
            <a:fld id="{4E02239C-EDD1-4B46-8A53-F5DF1F629CA0}" type="datetimeFigureOut">
              <a:rPr lang="en-US" smtClean="0"/>
              <a:t>9/16/2021</a:t>
            </a:fld>
            <a:endParaRPr lang="en-US"/>
          </a:p>
        </p:txBody>
      </p:sp>
      <p:sp>
        <p:nvSpPr>
          <p:cNvPr id="6" name="Footer Placeholder 5">
            <a:extLst>
              <a:ext uri="{FF2B5EF4-FFF2-40B4-BE49-F238E27FC236}">
                <a16:creationId xmlns:a16="http://schemas.microsoft.com/office/drawing/2014/main" id="{97AE5F93-A3D0-4C83-A21A-39D7054709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32504-44BD-4E17-A0F4-108BE717E670}"/>
              </a:ext>
            </a:extLst>
          </p:cNvPr>
          <p:cNvSpPr>
            <a:spLocks noGrp="1"/>
          </p:cNvSpPr>
          <p:nvPr>
            <p:ph type="sldNum" sz="quarter" idx="12"/>
          </p:nvPr>
        </p:nvSpPr>
        <p:spPr/>
        <p:txBody>
          <a:bodyPr/>
          <a:lstStyle/>
          <a:p>
            <a:fld id="{82832A7F-7620-4A31-A4EB-A88B2323652D}" type="slidenum">
              <a:rPr lang="en-US" smtClean="0"/>
              <a:t>‹#›</a:t>
            </a:fld>
            <a:endParaRPr lang="en-US"/>
          </a:p>
        </p:txBody>
      </p:sp>
    </p:spTree>
    <p:extLst>
      <p:ext uri="{BB962C8B-B14F-4D97-AF65-F5344CB8AC3E}">
        <p14:creationId xmlns:p14="http://schemas.microsoft.com/office/powerpoint/2010/main" val="781575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1F8E7-2021-47DA-B65B-7D97C1D07F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585F9B-050F-4D83-A6E3-07E905D48D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48D911-EB20-4702-B987-105B9EC1135D}"/>
              </a:ext>
            </a:extLst>
          </p:cNvPr>
          <p:cNvSpPr>
            <a:spLocks noGrp="1"/>
          </p:cNvSpPr>
          <p:nvPr>
            <p:ph type="dt" sz="half" idx="10"/>
          </p:nvPr>
        </p:nvSpPr>
        <p:spPr/>
        <p:txBody>
          <a:bodyPr/>
          <a:lstStyle/>
          <a:p>
            <a:fld id="{4E02239C-EDD1-4B46-8A53-F5DF1F629CA0}" type="datetimeFigureOut">
              <a:rPr lang="en-US" smtClean="0"/>
              <a:t>9/16/2021</a:t>
            </a:fld>
            <a:endParaRPr lang="en-US"/>
          </a:p>
        </p:txBody>
      </p:sp>
      <p:sp>
        <p:nvSpPr>
          <p:cNvPr id="5" name="Footer Placeholder 4">
            <a:extLst>
              <a:ext uri="{FF2B5EF4-FFF2-40B4-BE49-F238E27FC236}">
                <a16:creationId xmlns:a16="http://schemas.microsoft.com/office/drawing/2014/main" id="{FC84C965-36C5-46FB-89C3-C86063B406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D6C59F-AD54-4E49-A5E3-7518A5223E82}"/>
              </a:ext>
            </a:extLst>
          </p:cNvPr>
          <p:cNvSpPr>
            <a:spLocks noGrp="1"/>
          </p:cNvSpPr>
          <p:nvPr>
            <p:ph type="sldNum" sz="quarter" idx="12"/>
          </p:nvPr>
        </p:nvSpPr>
        <p:spPr/>
        <p:txBody>
          <a:bodyPr/>
          <a:lstStyle/>
          <a:p>
            <a:fld id="{82832A7F-7620-4A31-A4EB-A88B2323652D}" type="slidenum">
              <a:rPr lang="en-US" smtClean="0"/>
              <a:t>‹#›</a:t>
            </a:fld>
            <a:endParaRPr lang="en-US"/>
          </a:p>
        </p:txBody>
      </p:sp>
    </p:spTree>
    <p:extLst>
      <p:ext uri="{BB962C8B-B14F-4D97-AF65-F5344CB8AC3E}">
        <p14:creationId xmlns:p14="http://schemas.microsoft.com/office/powerpoint/2010/main" val="509978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57604-19BE-4F79-96BE-4946D7B81D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CF3B91-5E23-4F37-94EA-FEABC7D955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277790-EFED-4DA6-8513-31B597D42BA1}"/>
              </a:ext>
            </a:extLst>
          </p:cNvPr>
          <p:cNvSpPr>
            <a:spLocks noGrp="1"/>
          </p:cNvSpPr>
          <p:nvPr>
            <p:ph type="dt" sz="half" idx="10"/>
          </p:nvPr>
        </p:nvSpPr>
        <p:spPr/>
        <p:txBody>
          <a:bodyPr/>
          <a:lstStyle/>
          <a:p>
            <a:fld id="{4E02239C-EDD1-4B46-8A53-F5DF1F629CA0}" type="datetimeFigureOut">
              <a:rPr lang="en-US" smtClean="0"/>
              <a:t>9/16/2021</a:t>
            </a:fld>
            <a:endParaRPr lang="en-US"/>
          </a:p>
        </p:txBody>
      </p:sp>
      <p:sp>
        <p:nvSpPr>
          <p:cNvPr id="5" name="Footer Placeholder 4">
            <a:extLst>
              <a:ext uri="{FF2B5EF4-FFF2-40B4-BE49-F238E27FC236}">
                <a16:creationId xmlns:a16="http://schemas.microsoft.com/office/drawing/2014/main" id="{020E9EB7-CD99-4DE4-A519-D9A07B3903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D45FA-9CB4-4B07-84A5-798F67D0BDAA}"/>
              </a:ext>
            </a:extLst>
          </p:cNvPr>
          <p:cNvSpPr>
            <a:spLocks noGrp="1"/>
          </p:cNvSpPr>
          <p:nvPr>
            <p:ph type="sldNum" sz="quarter" idx="12"/>
          </p:nvPr>
        </p:nvSpPr>
        <p:spPr/>
        <p:txBody>
          <a:bodyPr/>
          <a:lstStyle/>
          <a:p>
            <a:fld id="{82832A7F-7620-4A31-A4EB-A88B2323652D}" type="slidenum">
              <a:rPr lang="en-US" smtClean="0"/>
              <a:t>‹#›</a:t>
            </a:fld>
            <a:endParaRPr lang="en-US"/>
          </a:p>
        </p:txBody>
      </p:sp>
    </p:spTree>
    <p:extLst>
      <p:ext uri="{BB962C8B-B14F-4D97-AF65-F5344CB8AC3E}">
        <p14:creationId xmlns:p14="http://schemas.microsoft.com/office/powerpoint/2010/main" val="2057686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95B265-CA2F-40C5-BC10-99E8ED8228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B3D4A8-E1B0-4E09-82CC-D2F884AD07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93A1DD-7091-4A98-B209-7B691116A5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02239C-EDD1-4B46-8A53-F5DF1F629CA0}" type="datetimeFigureOut">
              <a:rPr lang="en-US" smtClean="0"/>
              <a:t>9/16/2021</a:t>
            </a:fld>
            <a:endParaRPr lang="en-US"/>
          </a:p>
        </p:txBody>
      </p:sp>
      <p:sp>
        <p:nvSpPr>
          <p:cNvPr id="5" name="Footer Placeholder 4">
            <a:extLst>
              <a:ext uri="{FF2B5EF4-FFF2-40B4-BE49-F238E27FC236}">
                <a16:creationId xmlns:a16="http://schemas.microsoft.com/office/drawing/2014/main" id="{F19DE21B-2272-478A-8EF0-06B6551946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0312354-D1F2-4637-B739-576022185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832A7F-7620-4A31-A4EB-A88B2323652D}" type="slidenum">
              <a:rPr lang="en-US" smtClean="0"/>
              <a:t>‹#›</a:t>
            </a:fld>
            <a:endParaRPr lang="en-US"/>
          </a:p>
        </p:txBody>
      </p:sp>
    </p:spTree>
    <p:extLst>
      <p:ext uri="{BB962C8B-B14F-4D97-AF65-F5344CB8AC3E}">
        <p14:creationId xmlns:p14="http://schemas.microsoft.com/office/powerpoint/2010/main" val="41748340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6927"/>
            <a:ext cx="8915400" cy="1143000"/>
          </a:xfrm>
        </p:spPr>
        <p:txBody>
          <a:bodyPr>
            <a:normAutofit fontScale="90000"/>
          </a:bodyPr>
          <a:lstStyle/>
          <a:p>
            <a:r>
              <a:rPr lang="en-US" dirty="0"/>
              <a:t>                   </a:t>
            </a:r>
            <a:r>
              <a:rPr lang="en-US" dirty="0" err="1" smtClean="0"/>
              <a:t>ALlama</a:t>
            </a:r>
            <a:r>
              <a:rPr lang="en-US" dirty="0" smtClean="0"/>
              <a:t> </a:t>
            </a:r>
            <a:r>
              <a:rPr lang="en-US" dirty="0"/>
              <a:t>Iqbal </a:t>
            </a:r>
            <a:br>
              <a:rPr lang="en-US" dirty="0"/>
            </a:br>
            <a:r>
              <a:rPr lang="en-US" dirty="0"/>
              <a:t>                     His early life</a:t>
            </a:r>
          </a:p>
        </p:txBody>
      </p:sp>
      <p:sp>
        <p:nvSpPr>
          <p:cNvPr id="3" name="Content Placeholder 2"/>
          <p:cNvSpPr>
            <a:spLocks noGrp="1"/>
          </p:cNvSpPr>
          <p:nvPr>
            <p:ph idx="1"/>
          </p:nvPr>
        </p:nvSpPr>
        <p:spPr/>
        <p:txBody>
          <a:bodyPr/>
          <a:lstStyle/>
          <a:p>
            <a:pPr lvl="0"/>
            <a:r>
              <a:rPr lang="en-US" dirty="0" err="1"/>
              <a:t>Allama</a:t>
            </a:r>
            <a:r>
              <a:rPr lang="en-US" dirty="0"/>
              <a:t> </a:t>
            </a:r>
            <a:r>
              <a:rPr lang="en-US" dirty="0" err="1"/>
              <a:t>Iqbal</a:t>
            </a:r>
            <a:r>
              <a:rPr lang="en-US" dirty="0"/>
              <a:t> was born on 9</a:t>
            </a:r>
            <a:r>
              <a:rPr lang="en-US" baseline="30000" dirty="0"/>
              <a:t>th</a:t>
            </a:r>
            <a:r>
              <a:rPr lang="en-US" dirty="0"/>
              <a:t> November 1877 in Sialkot.</a:t>
            </a:r>
          </a:p>
          <a:p>
            <a:pPr marL="0" indent="0">
              <a:buNone/>
            </a:pPr>
            <a:endParaRPr lang="en-US" dirty="0"/>
          </a:p>
          <a:p>
            <a:r>
              <a:rPr lang="en-US" dirty="0"/>
              <a:t>Initially </a:t>
            </a:r>
            <a:r>
              <a:rPr lang="en-US" dirty="0" err="1"/>
              <a:t>Iqbal</a:t>
            </a:r>
            <a:r>
              <a:rPr lang="en-US" dirty="0"/>
              <a:t> contributed his literary work to an Urdu magazine “</a:t>
            </a:r>
            <a:r>
              <a:rPr lang="en-US" dirty="0" err="1"/>
              <a:t>Makhzan</a:t>
            </a:r>
            <a:r>
              <a:rPr lang="en-US" dirty="0"/>
              <a:t>” in 1901.</a:t>
            </a:r>
          </a:p>
          <a:p>
            <a:pPr lvl="0"/>
            <a:endParaRPr lang="en-US" dirty="0"/>
          </a:p>
          <a:p>
            <a:endParaRPr lang="en-US" dirty="0"/>
          </a:p>
        </p:txBody>
      </p:sp>
    </p:spTree>
    <p:extLst>
      <p:ext uri="{BB962C8B-B14F-4D97-AF65-F5344CB8AC3E}">
        <p14:creationId xmlns:p14="http://schemas.microsoft.com/office/powerpoint/2010/main" val="748640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r>
              <a:rPr lang="en-US" dirty="0" err="1"/>
              <a:t>Iqbal</a:t>
            </a:r>
            <a:r>
              <a:rPr lang="en-US" dirty="0"/>
              <a:t> went to England for higher studies in 1905. </a:t>
            </a:r>
            <a:r>
              <a:rPr lang="en-US" dirty="0" err="1"/>
              <a:t>Iqbal</a:t>
            </a:r>
            <a:r>
              <a:rPr lang="en-US" dirty="0"/>
              <a:t> went England a nationalist and a Pantheist but returned a Pan-Islamist and almost a puritan. The change was partly due to his researches in the history of the Islamic mysticism. He wrote a PHD thesis” Development of Meta-Physics in Physics. During the course of studies came to the conclusion that </a:t>
            </a:r>
            <a:r>
              <a:rPr lang="en-US" dirty="0" err="1"/>
              <a:t>tasawwuf</a:t>
            </a:r>
            <a:r>
              <a:rPr lang="en-US" dirty="0"/>
              <a:t> (the so called Islamic mysticism) had no solid, historical foundation in original Islam. According to </a:t>
            </a:r>
            <a:r>
              <a:rPr lang="en-US" dirty="0" err="1"/>
              <a:t>Iqbal</a:t>
            </a:r>
            <a:r>
              <a:rPr lang="en-US" dirty="0"/>
              <a:t> </a:t>
            </a:r>
            <a:r>
              <a:rPr lang="en-US" dirty="0" err="1"/>
              <a:t>tasawwuf</a:t>
            </a:r>
            <a:r>
              <a:rPr lang="en-US" dirty="0"/>
              <a:t> was an alien and even an unhealthy growth.</a:t>
            </a:r>
          </a:p>
          <a:p>
            <a:endParaRPr lang="en-US" dirty="0"/>
          </a:p>
        </p:txBody>
      </p:sp>
    </p:spTree>
    <p:extLst>
      <p:ext uri="{BB962C8B-B14F-4D97-AF65-F5344CB8AC3E}">
        <p14:creationId xmlns:p14="http://schemas.microsoft.com/office/powerpoint/2010/main" val="857549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r>
              <a:rPr lang="en-US" dirty="0"/>
              <a:t>In 1909, on 28</a:t>
            </a:r>
            <a:r>
              <a:rPr lang="en-US" baseline="30000" dirty="0"/>
              <a:t>TH</a:t>
            </a:r>
            <a:r>
              <a:rPr lang="en-US" dirty="0"/>
              <a:t> March.</a:t>
            </a:r>
          </a:p>
          <a:p>
            <a:pPr marL="0" indent="0">
              <a:buNone/>
            </a:pPr>
            <a:r>
              <a:rPr lang="en-US" dirty="0"/>
              <a:t>    “ I myself been of the view that religious differences should disappear from the preservation of their separate national entities is desirable for both the Hindus and the Muslims. The vision of a common nationhood for India is a beautiful ideal and has a been poetic appeal, but looking to the present conditions and unconscious trends of the two communities, appear incapable of the fulfillment.</a:t>
            </a:r>
          </a:p>
          <a:p>
            <a:endParaRPr lang="en-US" dirty="0"/>
          </a:p>
        </p:txBody>
      </p:sp>
    </p:spTree>
    <p:extLst>
      <p:ext uri="{BB962C8B-B14F-4D97-AF65-F5344CB8AC3E}">
        <p14:creationId xmlns:p14="http://schemas.microsoft.com/office/powerpoint/2010/main" val="3497985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err="1"/>
              <a:t>Iqbal</a:t>
            </a:r>
            <a:r>
              <a:rPr lang="en-US" dirty="0"/>
              <a:t> had by now come to believe that Hindus and Muslims were bound to work out their national destinies separately and his own course of action was clear. </a:t>
            </a:r>
            <a:r>
              <a:rPr lang="en-US" dirty="0" err="1"/>
              <a:t>Iqbal</a:t>
            </a:r>
            <a:r>
              <a:rPr lang="en-US" dirty="0"/>
              <a:t> for a brief period was attracted by the </a:t>
            </a:r>
            <a:r>
              <a:rPr lang="en-US" dirty="0" err="1"/>
              <a:t>Khilafat</a:t>
            </a:r>
            <a:r>
              <a:rPr lang="en-US" dirty="0"/>
              <a:t> movement. He, however, soon grew distrustful of the movement and wrote ironic verses regarding the </a:t>
            </a:r>
            <a:r>
              <a:rPr lang="en-US" dirty="0" err="1"/>
              <a:t>Khilafat</a:t>
            </a:r>
            <a:r>
              <a:rPr lang="en-US" dirty="0"/>
              <a:t> Deputation visiting England with a begging bowl. The </a:t>
            </a:r>
            <a:r>
              <a:rPr lang="en-US" dirty="0" err="1"/>
              <a:t>Hijrat</a:t>
            </a:r>
            <a:r>
              <a:rPr lang="en-US" dirty="0"/>
              <a:t> movement finally convinced him that the popular leaders lacked intelligence or were completely indifferent to the welfare of the Indian Muslims. He kept aloof from the non-cooperation movement and resisted the attempts to convert the </a:t>
            </a:r>
            <a:r>
              <a:rPr lang="en-US" dirty="0" err="1"/>
              <a:t>Islamia</a:t>
            </a:r>
            <a:r>
              <a:rPr lang="en-US" dirty="0"/>
              <a:t> College of Lahore into a </a:t>
            </a:r>
            <a:r>
              <a:rPr lang="en-US" dirty="0" err="1"/>
              <a:t>Ghandian</a:t>
            </a:r>
            <a:r>
              <a:rPr lang="en-US" dirty="0"/>
              <a:t> institution.</a:t>
            </a:r>
          </a:p>
          <a:p>
            <a:endParaRPr lang="en-US" dirty="0"/>
          </a:p>
        </p:txBody>
      </p:sp>
    </p:spTree>
    <p:extLst>
      <p:ext uri="{BB962C8B-B14F-4D97-AF65-F5344CB8AC3E}">
        <p14:creationId xmlns:p14="http://schemas.microsoft.com/office/powerpoint/2010/main" val="1260224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Iqbal</a:t>
            </a:r>
            <a:r>
              <a:rPr lang="en-US" dirty="0"/>
              <a:t> declared” India is a continent of human belonging to different languages and professing different religions. To base a constitution on the conception of homogenous India is to prepare her for civil war.  </a:t>
            </a:r>
          </a:p>
        </p:txBody>
      </p:sp>
    </p:spTree>
    <p:extLst>
      <p:ext uri="{BB962C8B-B14F-4D97-AF65-F5344CB8AC3E}">
        <p14:creationId xmlns:p14="http://schemas.microsoft.com/office/powerpoint/2010/main" val="2558511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err="1"/>
              <a:t>Allama</a:t>
            </a:r>
            <a:r>
              <a:rPr lang="en-US" dirty="0"/>
              <a:t> </a:t>
            </a:r>
            <a:r>
              <a:rPr lang="en-US" dirty="0" err="1"/>
              <a:t>Iqbal</a:t>
            </a:r>
            <a:r>
              <a:rPr lang="en-US" dirty="0"/>
              <a:t> believed in the federal system and thought it as an ideal system in the prevailing conditions.</a:t>
            </a:r>
          </a:p>
          <a:p>
            <a:pPr marL="0" indent="0">
              <a:buNone/>
            </a:pPr>
            <a:r>
              <a:rPr lang="en-US" dirty="0"/>
              <a:t>“ A unitary form of Government is inconceivable for India. The ‘residuary powers’ must be left to the governing units. I would never like the Muslims of India to agree on a system on a system which negates the principles of a true Federation or fails to distinguish them as a separate political unit. In this way only the Muslims of India will have maximum opportunities of development and in return would be able to render best services for the defense of the country against foreign invasion, be that invasion one of ideas or of Guns and bayonets.  </a:t>
            </a:r>
          </a:p>
        </p:txBody>
      </p:sp>
    </p:spTree>
    <p:extLst>
      <p:ext uri="{BB962C8B-B14F-4D97-AF65-F5344CB8AC3E}">
        <p14:creationId xmlns:p14="http://schemas.microsoft.com/office/powerpoint/2010/main" val="971976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err="1"/>
              <a:t>Khilafat</a:t>
            </a:r>
            <a:r>
              <a:rPr lang="en-US" dirty="0"/>
              <a:t> Movement</a:t>
            </a:r>
          </a:p>
        </p:txBody>
      </p:sp>
      <p:sp>
        <p:nvSpPr>
          <p:cNvPr id="3" name="Content Placeholder 2"/>
          <p:cNvSpPr>
            <a:spLocks noGrp="1"/>
          </p:cNvSpPr>
          <p:nvPr>
            <p:ph idx="1"/>
          </p:nvPr>
        </p:nvSpPr>
        <p:spPr/>
        <p:txBody>
          <a:bodyPr>
            <a:normAutofit/>
          </a:bodyPr>
          <a:lstStyle/>
          <a:p>
            <a:r>
              <a:rPr lang="en-US" dirty="0"/>
              <a:t>With the Turkish Empire being defeated at the end of World War I, Muslims all over the world were concerned with how Turkey would be treated. The main reason for this concern was that Turkey was the home of </a:t>
            </a:r>
            <a:r>
              <a:rPr lang="en-US" dirty="0" err="1"/>
              <a:t>Khilafat</a:t>
            </a:r>
            <a:r>
              <a:rPr lang="en-US" dirty="0"/>
              <a:t>. The </a:t>
            </a:r>
            <a:r>
              <a:rPr lang="en-US" dirty="0" err="1"/>
              <a:t>Khalifa</a:t>
            </a:r>
            <a:r>
              <a:rPr lang="en-US" dirty="0"/>
              <a:t> had a great symbolic value for Muslims. After the war the British decided to punish Turkey. Hence, they decided to abolish the system of  Caliphate. The Muslims of India were shocked at this decision. They, in protest, immediately started the </a:t>
            </a:r>
            <a:r>
              <a:rPr lang="en-US" dirty="0" err="1"/>
              <a:t>Khilafat</a:t>
            </a:r>
            <a:r>
              <a:rPr lang="en-US" dirty="0"/>
              <a:t> Movement for the protection of the system of Caliphate and prevent the Caliph from being disposed off. </a:t>
            </a:r>
          </a:p>
        </p:txBody>
      </p:sp>
    </p:spTree>
    <p:extLst>
      <p:ext uri="{BB962C8B-B14F-4D97-AF65-F5344CB8AC3E}">
        <p14:creationId xmlns:p14="http://schemas.microsoft.com/office/powerpoint/2010/main" val="2297536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a:t>
            </a:r>
            <a:r>
              <a:rPr lang="en-US" dirty="0" err="1"/>
              <a:t>Khilafat</a:t>
            </a:r>
            <a:r>
              <a:rPr lang="en-US" dirty="0"/>
              <a:t> movement also aimed to protect Muslims holy cities like </a:t>
            </a:r>
            <a:r>
              <a:rPr lang="en-US" dirty="0" err="1"/>
              <a:t>Makkah</a:t>
            </a:r>
            <a:r>
              <a:rPr lang="en-US" dirty="0"/>
              <a:t>, </a:t>
            </a:r>
            <a:r>
              <a:rPr lang="en-US" dirty="0" err="1"/>
              <a:t>Madinah</a:t>
            </a:r>
            <a:r>
              <a:rPr lang="en-US" dirty="0"/>
              <a:t> and Jerusalem from being overruled by the European Nations as these cities had a great significance for the Muslims. The movement was also to protect Turkish boundaries as the Largest Muslims Empire and prevent it from being broken down into a nation by the European Nations.</a:t>
            </a:r>
          </a:p>
          <a:p>
            <a:endParaRPr lang="en-US" dirty="0"/>
          </a:p>
        </p:txBody>
      </p:sp>
    </p:spTree>
    <p:extLst>
      <p:ext uri="{BB962C8B-B14F-4D97-AF65-F5344CB8AC3E}">
        <p14:creationId xmlns:p14="http://schemas.microsoft.com/office/powerpoint/2010/main" val="4188932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Although the Hindus were not at all concerned with the fate of the </a:t>
            </a:r>
            <a:r>
              <a:rPr lang="en-US" dirty="0" err="1"/>
              <a:t>Khalifa</a:t>
            </a:r>
            <a:r>
              <a:rPr lang="en-US" dirty="0"/>
              <a:t>, they too extended their support for the </a:t>
            </a:r>
            <a:r>
              <a:rPr lang="en-US" dirty="0" err="1"/>
              <a:t>Khilafat</a:t>
            </a:r>
            <a:r>
              <a:rPr lang="en-US" dirty="0"/>
              <a:t> Movement. Hindu leaders like M.K Gandhi openly declared their support. The main reason for this was that the Congress wanted to use Muslims agitation as an excuse to attain self-rule.</a:t>
            </a:r>
          </a:p>
        </p:txBody>
      </p:sp>
    </p:spTree>
    <p:extLst>
      <p:ext uri="{BB962C8B-B14F-4D97-AF65-F5344CB8AC3E}">
        <p14:creationId xmlns:p14="http://schemas.microsoft.com/office/powerpoint/2010/main" val="3957455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The </a:t>
            </a:r>
            <a:r>
              <a:rPr lang="en-US" dirty="0" err="1"/>
              <a:t>Khilafat</a:t>
            </a:r>
            <a:r>
              <a:rPr lang="en-US" dirty="0"/>
              <a:t> Movement failed to achieve its goals. One of the main reasons for the failure of the </a:t>
            </a:r>
            <a:r>
              <a:rPr lang="en-US" dirty="0" err="1"/>
              <a:t>Khilafat</a:t>
            </a:r>
            <a:r>
              <a:rPr lang="en-US" dirty="0"/>
              <a:t> Movement was that the main leader of the </a:t>
            </a:r>
            <a:r>
              <a:rPr lang="en-US" dirty="0" err="1"/>
              <a:t>Khilafat</a:t>
            </a:r>
            <a:r>
              <a:rPr lang="en-US" dirty="0"/>
              <a:t> Movement, </a:t>
            </a:r>
            <a:r>
              <a:rPr lang="en-US" dirty="0" err="1"/>
              <a:t>Maulana</a:t>
            </a:r>
            <a:r>
              <a:rPr lang="en-US" dirty="0"/>
              <a:t> Muhammad Ali </a:t>
            </a:r>
            <a:r>
              <a:rPr lang="en-US" dirty="0" err="1"/>
              <a:t>Jauhar</a:t>
            </a:r>
            <a:r>
              <a:rPr lang="en-US" dirty="0"/>
              <a:t> was arrested and imprisoned. The </a:t>
            </a:r>
            <a:r>
              <a:rPr lang="en-US" dirty="0" err="1"/>
              <a:t>Hijrah</a:t>
            </a:r>
            <a:r>
              <a:rPr lang="en-US" dirty="0"/>
              <a:t> Movement also failed. The Emigrants found themselves in a crisis when they returned back. They became busier in settling themselves than on paying attention to the Movement. Secondly, the </a:t>
            </a:r>
            <a:r>
              <a:rPr lang="en-US" dirty="0" err="1"/>
              <a:t>Chauri</a:t>
            </a:r>
            <a:r>
              <a:rPr lang="en-US" dirty="0"/>
              <a:t> </a:t>
            </a:r>
            <a:r>
              <a:rPr lang="en-US" dirty="0" err="1"/>
              <a:t>Chaura</a:t>
            </a:r>
            <a:r>
              <a:rPr lang="en-US" dirty="0"/>
              <a:t> incident, in which a lot of policemen were burnt to death, frightened Gandhi who immediately called off the Non-cooperation Campaign. This really annoyed the Muslims as it took off the pressure from the British. Thirdly, the Turks themselves abolished the caliphate as they too wanted Turkey to be a nation instead of an empire. Kamal </a:t>
            </a:r>
            <a:r>
              <a:rPr lang="en-US" dirty="0" err="1"/>
              <a:t>Attaturk</a:t>
            </a:r>
            <a:r>
              <a:rPr lang="en-US" dirty="0"/>
              <a:t> took control of Turkey and abolished the system of Caliphate. </a:t>
            </a:r>
          </a:p>
        </p:txBody>
      </p:sp>
    </p:spTree>
    <p:extLst>
      <p:ext uri="{BB962C8B-B14F-4D97-AF65-F5344CB8AC3E}">
        <p14:creationId xmlns:p14="http://schemas.microsoft.com/office/powerpoint/2010/main" val="3207336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59801"/>
            <a:ext cx="8686800" cy="1143000"/>
          </a:xfrm>
        </p:spPr>
        <p:txBody>
          <a:bodyPr/>
          <a:lstStyle/>
          <a:p>
            <a:r>
              <a:rPr lang="en-US" dirty="0"/>
              <a:t>          </a:t>
            </a:r>
            <a:r>
              <a:rPr lang="en-US" dirty="0" err="1"/>
              <a:t>Chauri</a:t>
            </a:r>
            <a:r>
              <a:rPr lang="en-US" dirty="0"/>
              <a:t> </a:t>
            </a:r>
            <a:r>
              <a:rPr lang="en-US" dirty="0" err="1"/>
              <a:t>Chaura</a:t>
            </a:r>
            <a:r>
              <a:rPr lang="en-US" dirty="0"/>
              <a:t> incident</a:t>
            </a:r>
          </a:p>
        </p:txBody>
      </p:sp>
      <p:sp>
        <p:nvSpPr>
          <p:cNvPr id="3" name="Content Placeholder 2"/>
          <p:cNvSpPr>
            <a:spLocks noGrp="1"/>
          </p:cNvSpPr>
          <p:nvPr>
            <p:ph idx="1"/>
          </p:nvPr>
        </p:nvSpPr>
        <p:spPr/>
        <p:txBody>
          <a:bodyPr>
            <a:normAutofit/>
          </a:bodyPr>
          <a:lstStyle/>
          <a:p>
            <a:r>
              <a:rPr lang="en-US" dirty="0"/>
              <a:t>In February 1922 on hearing that the sub inspector of </a:t>
            </a:r>
            <a:r>
              <a:rPr lang="en-US" dirty="0" err="1"/>
              <a:t>Chauri</a:t>
            </a:r>
            <a:r>
              <a:rPr lang="en-US" dirty="0"/>
              <a:t> </a:t>
            </a:r>
            <a:r>
              <a:rPr lang="en-US" dirty="0" err="1"/>
              <a:t>Chaura</a:t>
            </a:r>
            <a:r>
              <a:rPr lang="en-US" dirty="0"/>
              <a:t> police-station had assaulted some of the Congress volunteers at </a:t>
            </a:r>
            <a:r>
              <a:rPr lang="en-US" dirty="0" err="1"/>
              <a:t>Murera</a:t>
            </a:r>
            <a:r>
              <a:rPr lang="en-US" dirty="0"/>
              <a:t> (</a:t>
            </a:r>
            <a:r>
              <a:rPr lang="en-US" dirty="0" err="1"/>
              <a:t>Mundera</a:t>
            </a:r>
            <a:r>
              <a:rPr lang="en-US" dirty="0"/>
              <a:t>) Bazar, an infuriated mob assembled before the police-station </a:t>
            </a:r>
            <a:r>
              <a:rPr lang="en-US" dirty="0" err="1"/>
              <a:t>Chauri</a:t>
            </a:r>
            <a:r>
              <a:rPr lang="en-US" dirty="0"/>
              <a:t> </a:t>
            </a:r>
            <a:r>
              <a:rPr lang="en-US" dirty="0" err="1"/>
              <a:t>Chaura</a:t>
            </a:r>
            <a:r>
              <a:rPr lang="en-US" dirty="0"/>
              <a:t> in February 5, 1922 demanding explanation from the guilty official. It ultimately resulted in police firing killing 26 persons. After the police had exhausted their ammunition and went inside the police-station, the enraged crowd challenged the policemen to come out of their den and on their paying no heed, it set fire to the </a:t>
            </a:r>
            <a:r>
              <a:rPr lang="en-US" dirty="0" err="1"/>
              <a:t>thana</a:t>
            </a:r>
            <a:r>
              <a:rPr lang="en-US" dirty="0"/>
              <a:t> in which 21 policemen and a sub-inspector were burnt alive.</a:t>
            </a:r>
          </a:p>
        </p:txBody>
      </p:sp>
    </p:spTree>
    <p:extLst>
      <p:ext uri="{BB962C8B-B14F-4D97-AF65-F5344CB8AC3E}">
        <p14:creationId xmlns:p14="http://schemas.microsoft.com/office/powerpoint/2010/main" val="2493077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a:t>The Non-cooperation movement was a protest movement led by M.K Gandhi, a Hindu Leader. In it, British goods were boycotted, schools and colleges were emptied, lawyers refused to appear in British courts and there were disturbance in army units.</a:t>
            </a:r>
          </a:p>
          <a:p>
            <a:r>
              <a:rPr lang="en-US" dirty="0"/>
              <a:t>In 1920, </a:t>
            </a:r>
            <a:r>
              <a:rPr lang="en-US" dirty="0" err="1"/>
              <a:t>Abul</a:t>
            </a:r>
            <a:r>
              <a:rPr lang="en-US" dirty="0"/>
              <a:t> </a:t>
            </a:r>
            <a:r>
              <a:rPr lang="en-US" dirty="0" err="1"/>
              <a:t>Kalam</a:t>
            </a:r>
            <a:r>
              <a:rPr lang="en-US" dirty="0"/>
              <a:t> Azad and </a:t>
            </a:r>
            <a:r>
              <a:rPr lang="en-US" dirty="0" err="1"/>
              <a:t>Maulana</a:t>
            </a:r>
            <a:r>
              <a:rPr lang="en-US" dirty="0"/>
              <a:t> Abdul Bari gave a call to Indian Muslims to leave the British Raj as the land was now not safe for living and asked them migrate to Afghanistan. This migration of about 20000 Muslims to Afghanistan is known as the </a:t>
            </a:r>
            <a:r>
              <a:rPr lang="en-US" dirty="0" err="1"/>
              <a:t>Hijrat</a:t>
            </a:r>
            <a:r>
              <a:rPr lang="en-US" dirty="0"/>
              <a:t>  movement. Though this migration was poorly planned, it demonstrated the depth of feeling amongst Muslims and showed that they were willing to leave their homes and possessions to escape British Rule.</a:t>
            </a:r>
          </a:p>
        </p:txBody>
      </p:sp>
    </p:spTree>
    <p:extLst>
      <p:ext uri="{BB962C8B-B14F-4D97-AF65-F5344CB8AC3E}">
        <p14:creationId xmlns:p14="http://schemas.microsoft.com/office/powerpoint/2010/main" val="406192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Iqbal</a:t>
            </a:r>
            <a:r>
              <a:rPr lang="en-US" dirty="0"/>
              <a:t>, who in 1926 had become a member of Punjab legislative council saw closely what was happening, how the Hindus and Muslims distrusted each other and were ranged in opposite hostile camps, kept from a bitter civil war only by the strong hand of the British army.</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848809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err="1"/>
              <a:t>Iqbal</a:t>
            </a:r>
            <a:r>
              <a:rPr lang="en-US" dirty="0"/>
              <a:t> studied the situation and realized that this surely was not leading to the building up of a common nationhood. Many years earlier he had noticed the unconscious trends of the two people but now his worst fears seemed to be coming true. He began to urge that the Hindus and the Indian Muslims were two separate nations and any future constitution arrangements must be based on the clear recognition of that fact.</a:t>
            </a:r>
          </a:p>
          <a:p>
            <a:pPr marL="0" indent="0">
              <a:buNone/>
            </a:pPr>
            <a:r>
              <a:rPr lang="en-US" dirty="0"/>
              <a:t> </a:t>
            </a:r>
          </a:p>
          <a:p>
            <a:endParaRPr lang="en-US" dirty="0"/>
          </a:p>
        </p:txBody>
      </p:sp>
    </p:spTree>
    <p:extLst>
      <p:ext uri="{BB962C8B-B14F-4D97-AF65-F5344CB8AC3E}">
        <p14:creationId xmlns:p14="http://schemas.microsoft.com/office/powerpoint/2010/main" val="2085098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The climax of </a:t>
            </a:r>
            <a:r>
              <a:rPr lang="en-US" dirty="0" err="1"/>
              <a:t>Iqbal’s</a:t>
            </a:r>
            <a:r>
              <a:rPr lang="en-US" dirty="0"/>
              <a:t> political career came in 1930, when at the annual session of the All-India Muslim League, he set, before the Indian Muslims. </a:t>
            </a:r>
          </a:p>
          <a:p>
            <a:pPr marL="0" indent="0">
              <a:buNone/>
            </a:pPr>
            <a:r>
              <a:rPr lang="en-US" dirty="0"/>
              <a:t>     In 1930 Allahabad address he said,</a:t>
            </a:r>
          </a:p>
          <a:p>
            <a:pPr marL="0" indent="0">
              <a:buNone/>
            </a:pPr>
            <a:r>
              <a:rPr lang="en-US" dirty="0"/>
              <a:t>   “I would like to see the Punjab, N.W.F.P, Sindh and      </a:t>
            </a:r>
          </a:p>
          <a:p>
            <a:pPr marL="0" indent="0">
              <a:buNone/>
            </a:pPr>
            <a:r>
              <a:rPr lang="en-US" dirty="0"/>
              <a:t>     </a:t>
            </a:r>
            <a:r>
              <a:rPr lang="en-US" dirty="0" err="1"/>
              <a:t>Balochistan</a:t>
            </a:r>
            <a:r>
              <a:rPr lang="en-US" dirty="0"/>
              <a:t> combine into a single state and it </a:t>
            </a:r>
          </a:p>
          <a:p>
            <a:pPr marL="0" indent="0">
              <a:buNone/>
            </a:pPr>
            <a:r>
              <a:rPr lang="en-US" dirty="0"/>
              <a:t>      appears that this is going to be the final </a:t>
            </a:r>
          </a:p>
          <a:p>
            <a:pPr marL="0" indent="0">
              <a:buNone/>
            </a:pPr>
            <a:r>
              <a:rPr lang="en-US" dirty="0"/>
              <a:t>      destination of the Muslims at least of North-East </a:t>
            </a:r>
          </a:p>
          <a:p>
            <a:pPr marL="0" indent="0">
              <a:buNone/>
            </a:pPr>
            <a:r>
              <a:rPr lang="en-US" dirty="0"/>
              <a:t>       India.     </a:t>
            </a:r>
          </a:p>
          <a:p>
            <a:endParaRPr lang="en-US" dirty="0"/>
          </a:p>
        </p:txBody>
      </p:sp>
    </p:spTree>
    <p:extLst>
      <p:ext uri="{BB962C8B-B14F-4D97-AF65-F5344CB8AC3E}">
        <p14:creationId xmlns:p14="http://schemas.microsoft.com/office/powerpoint/2010/main" val="3428679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 I have been a staunch advocate of putting an end to religion’s prejudices and distinctions from the country. But now I believe that the protection of separate national identity is in the best interests of both Hindus and the Muslims. </a:t>
            </a:r>
          </a:p>
          <a:p>
            <a:pPr marL="0" indent="0">
              <a:buNone/>
            </a:pPr>
            <a:r>
              <a:rPr lang="en-US" dirty="0"/>
              <a:t>    It is the prime duty of all civilized nations to show utmost regard and reverence for the religious principles, cultural and social values of other nations. Since the Muslims are a separate nation with their distinct cultural values and religious trends and they want to have a system of their own liking, they should be allowed to live under such system considering their separate religious and cultural identity.” </a:t>
            </a:r>
          </a:p>
        </p:txBody>
      </p:sp>
    </p:spTree>
    <p:extLst>
      <p:ext uri="{BB962C8B-B14F-4D97-AF65-F5344CB8AC3E}">
        <p14:creationId xmlns:p14="http://schemas.microsoft.com/office/powerpoint/2010/main" val="3662097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a:t>Iqbal</a:t>
            </a:r>
            <a:r>
              <a:rPr lang="en-US" dirty="0"/>
              <a:t> participated in the round table conferences in 1930, 1931, 1932.</a:t>
            </a:r>
          </a:p>
          <a:p>
            <a:r>
              <a:rPr lang="en-US" dirty="0"/>
              <a:t>It was </a:t>
            </a:r>
            <a:r>
              <a:rPr lang="en-US" dirty="0" err="1"/>
              <a:t>Iqbal</a:t>
            </a:r>
            <a:r>
              <a:rPr lang="en-US" dirty="0"/>
              <a:t> who convinced Jinnah to seriously start thinking about the Pakistan scheme. </a:t>
            </a:r>
          </a:p>
          <a:p>
            <a:r>
              <a:rPr lang="en-US" dirty="0" err="1"/>
              <a:t>Iqbal</a:t>
            </a:r>
            <a:r>
              <a:rPr lang="en-US" dirty="0"/>
              <a:t> passed away in 1938</a:t>
            </a:r>
          </a:p>
        </p:txBody>
      </p:sp>
    </p:spTree>
    <p:extLst>
      <p:ext uri="{BB962C8B-B14F-4D97-AF65-F5344CB8AC3E}">
        <p14:creationId xmlns:p14="http://schemas.microsoft.com/office/powerpoint/2010/main" val="3455104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5F890-317B-418F-8FDA-CFC6AFA312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EEFE498-0DC3-41EB-8A38-3886772D8331}"/>
              </a:ext>
            </a:extLst>
          </p:cNvPr>
          <p:cNvSpPr>
            <a:spLocks noGrp="1"/>
          </p:cNvSpPr>
          <p:nvPr>
            <p:ph idx="1"/>
          </p:nvPr>
        </p:nvSpPr>
        <p:spPr/>
        <p:txBody>
          <a:bodyPr/>
          <a:lstStyle/>
          <a:p>
            <a:r>
              <a:rPr lang="en-US" dirty="0"/>
              <a:t>Unitary or Federal form government </a:t>
            </a:r>
          </a:p>
          <a:p>
            <a:endParaRPr lang="en-US" dirty="0"/>
          </a:p>
          <a:p>
            <a:r>
              <a:rPr lang="en-US" dirty="0"/>
              <a:t>Types of List</a:t>
            </a:r>
          </a:p>
          <a:p>
            <a:r>
              <a:rPr lang="en-US" dirty="0"/>
              <a:t>Federal list (residuary powers)</a:t>
            </a:r>
          </a:p>
          <a:p>
            <a:r>
              <a:rPr lang="en-US" dirty="0"/>
              <a:t>Provincial list </a:t>
            </a:r>
          </a:p>
          <a:p>
            <a:r>
              <a:rPr lang="en-US" dirty="0"/>
              <a:t>Concurrent (indirectly federal government )</a:t>
            </a:r>
          </a:p>
          <a:p>
            <a:endParaRPr lang="en-US" dirty="0"/>
          </a:p>
        </p:txBody>
      </p:sp>
    </p:spTree>
    <p:extLst>
      <p:ext uri="{BB962C8B-B14F-4D97-AF65-F5344CB8AC3E}">
        <p14:creationId xmlns:p14="http://schemas.microsoft.com/office/powerpoint/2010/main" val="3887485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1487</Words>
  <Application>Microsoft Office PowerPoint</Application>
  <PresentationFormat>Widescreen</PresentationFormat>
  <Paragraphs>42</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                   ALlama Iqbal                       His early life</vt:lpstr>
      <vt:lpstr>PowerPoint Presentation</vt:lpstr>
      <vt:lpstr>PowerPoint Presentation</vt:lpstr>
      <vt:lpstr>PowerPoint Presentation</vt:lpstr>
      <vt:lpstr>PowerPoint Presentation</vt:lpstr>
      <vt:lpstr>PowerPoint Presentation</vt:lpstr>
      <vt:lpstr>                Khilafat Movement</vt:lpstr>
      <vt:lpstr>PowerPoint Presentation</vt:lpstr>
      <vt:lpstr>PowerPoint Presentation</vt:lpstr>
      <vt:lpstr>PowerPoint Presentation</vt:lpstr>
      <vt:lpstr>          Chauri Chaura incident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Allama Iqbal                       His early life</dc:title>
  <dc:creator>tahir sial</dc:creator>
  <cp:lastModifiedBy>Shahbaz Ghani</cp:lastModifiedBy>
  <cp:revision>4</cp:revision>
  <dcterms:created xsi:type="dcterms:W3CDTF">2020-04-08T06:00:46Z</dcterms:created>
  <dcterms:modified xsi:type="dcterms:W3CDTF">2021-09-16T08:56:01Z</dcterms:modified>
</cp:coreProperties>
</file>