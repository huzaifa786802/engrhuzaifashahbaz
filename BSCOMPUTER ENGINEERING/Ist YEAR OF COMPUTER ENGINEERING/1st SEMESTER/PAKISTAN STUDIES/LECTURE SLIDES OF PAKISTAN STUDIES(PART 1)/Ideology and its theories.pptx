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4C486-B266-4098-961A-610F826FE0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157277-883A-491F-B183-3F032059F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11E51E-1F0C-439D-92CC-33B62CFE0D72}"/>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5" name="Footer Placeholder 4">
            <a:extLst>
              <a:ext uri="{FF2B5EF4-FFF2-40B4-BE49-F238E27FC236}">
                <a16:creationId xmlns:a16="http://schemas.microsoft.com/office/drawing/2014/main" id="{3AC1FD70-E875-4AFA-85D7-7BB36C8AF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55B91C-D3A8-4DBE-A93D-9576569CEFD8}"/>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1046794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67E70-0543-4FE1-9DC1-326D69A647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75843B-B65C-4C8A-9E93-CF92EDA9D6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E7ECA3-952C-45B6-8C38-E8C57F7FAED4}"/>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5" name="Footer Placeholder 4">
            <a:extLst>
              <a:ext uri="{FF2B5EF4-FFF2-40B4-BE49-F238E27FC236}">
                <a16:creationId xmlns:a16="http://schemas.microsoft.com/office/drawing/2014/main" id="{46A9F893-E53C-4E6E-A06C-9F368B0D1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4FCB69-4809-4D46-A055-FCB4A8E4E688}"/>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2816516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FD7A-8582-4E22-BA72-024CEB3C19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06748C-E7C9-4E50-9A83-3E9F04C9CC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C5C04F-D5BF-4619-A785-AB25CD99D2B0}"/>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5" name="Footer Placeholder 4">
            <a:extLst>
              <a:ext uri="{FF2B5EF4-FFF2-40B4-BE49-F238E27FC236}">
                <a16:creationId xmlns:a16="http://schemas.microsoft.com/office/drawing/2014/main" id="{1A4C357D-A96E-48DE-B810-A93E51EC07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014C33-EE05-4547-B4EB-FBB0F57B9A5D}"/>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3000706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4B101-6EC4-4E57-B5DE-27775F1605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EBF848-AB01-44AC-86A3-DCF577B0CA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D10ADC-DD83-4BD1-A5F5-7AA4F7587E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DA40BF-13F7-4967-8BD7-0C284FBCEA0D}"/>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6" name="Footer Placeholder 5">
            <a:extLst>
              <a:ext uri="{FF2B5EF4-FFF2-40B4-BE49-F238E27FC236}">
                <a16:creationId xmlns:a16="http://schemas.microsoft.com/office/drawing/2014/main" id="{B52D2ABA-D656-469E-88D1-9ADA16954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8D18-9BF7-4071-99AB-BEBE238BD998}"/>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632011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0EE46-E89F-40E9-94EB-DDA15C169C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C2C022-68F1-4C24-97C7-69D89C0042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B1698B-19BF-462E-BB91-F8DAFEDA3B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A8F7F8-EAF1-45C1-9011-A1A012FD2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E33BC2-E5BB-462D-9E40-1DD8C40BC6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8AE525-3E19-4243-9D51-2177A4948A02}"/>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8" name="Footer Placeholder 7">
            <a:extLst>
              <a:ext uri="{FF2B5EF4-FFF2-40B4-BE49-F238E27FC236}">
                <a16:creationId xmlns:a16="http://schemas.microsoft.com/office/drawing/2014/main" id="{C313A1FE-965C-4B35-8FD6-65BFAB7498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E9FA1F-CCB2-4E68-8006-A42D275EACB1}"/>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2297770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6A220-CAD4-4938-9246-DFD6952AF4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181D07-1489-42CB-8CD8-3C1C59D98853}"/>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4" name="Footer Placeholder 3">
            <a:extLst>
              <a:ext uri="{FF2B5EF4-FFF2-40B4-BE49-F238E27FC236}">
                <a16:creationId xmlns:a16="http://schemas.microsoft.com/office/drawing/2014/main" id="{B22E26DA-0228-4A53-95F6-76A869DEA9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A3547C-4899-48D9-8C4F-9661744E1C05}"/>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78915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6766EA-8DC5-4166-BA4D-495EA9BE310A}"/>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3" name="Footer Placeholder 2">
            <a:extLst>
              <a:ext uri="{FF2B5EF4-FFF2-40B4-BE49-F238E27FC236}">
                <a16:creationId xmlns:a16="http://schemas.microsoft.com/office/drawing/2014/main" id="{8B560F97-6C27-48EC-9B17-87302D3B1E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EF86A7-DF31-41FF-8989-02C8143FD8BC}"/>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2565277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06917-D8C5-4F4A-BDE1-351E2B398C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B79C17-5E0F-436F-BD32-9760844AEA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CCC953-0636-48CA-9973-746FACE3B3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1BFA9F-1B7A-410B-8A39-84B15C17E296}"/>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6" name="Footer Placeholder 5">
            <a:extLst>
              <a:ext uri="{FF2B5EF4-FFF2-40B4-BE49-F238E27FC236}">
                <a16:creationId xmlns:a16="http://schemas.microsoft.com/office/drawing/2014/main" id="{5C98CA5E-68B0-46BF-B74A-FDC412FA8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43A5F2-B448-49AC-8120-E0BDE1FBCDE2}"/>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853436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181E6-12D1-4DD2-92CC-5825C15091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CA76C4-FCA5-4776-BDC4-314B940CAE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B5079D-5476-49B7-A131-CF2C751BE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5ACC2-5CD9-48CF-A1FD-E3C1F940A418}"/>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6" name="Footer Placeholder 5">
            <a:extLst>
              <a:ext uri="{FF2B5EF4-FFF2-40B4-BE49-F238E27FC236}">
                <a16:creationId xmlns:a16="http://schemas.microsoft.com/office/drawing/2014/main" id="{9F6D9B52-C8D0-4A89-A98D-25DA7454AA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3FE46A-E026-43FE-B156-33783F0B113E}"/>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1833442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4F31D-F9F6-49FE-A6F5-C74ED02C28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8FD1EB-ED67-4956-B253-8096A0B756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9D2A7E-F671-4BF9-B0D5-A9F70577B886}"/>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5" name="Footer Placeholder 4">
            <a:extLst>
              <a:ext uri="{FF2B5EF4-FFF2-40B4-BE49-F238E27FC236}">
                <a16:creationId xmlns:a16="http://schemas.microsoft.com/office/drawing/2014/main" id="{83BB6734-A5BB-4F9F-97BD-03EE3FD57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ACD4F-FF11-44C4-9CFE-177171F9741D}"/>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850096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6A82A9-B604-43DC-873D-B527AE793A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9C946D-2810-489D-AF88-C62CF839CD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1C108-BF4E-41A7-8D64-2D3C760E870D}"/>
              </a:ext>
            </a:extLst>
          </p:cNvPr>
          <p:cNvSpPr>
            <a:spLocks noGrp="1"/>
          </p:cNvSpPr>
          <p:nvPr>
            <p:ph type="dt" sz="half" idx="10"/>
          </p:nvPr>
        </p:nvSpPr>
        <p:spPr/>
        <p:txBody>
          <a:bodyPr/>
          <a:lstStyle/>
          <a:p>
            <a:fld id="{7EA78644-F646-4427-A57C-C77893E8B2DC}" type="datetimeFigureOut">
              <a:rPr lang="en-US" smtClean="0"/>
              <a:t>4/8/2020</a:t>
            </a:fld>
            <a:endParaRPr lang="en-US"/>
          </a:p>
        </p:txBody>
      </p:sp>
      <p:sp>
        <p:nvSpPr>
          <p:cNvPr id="5" name="Footer Placeholder 4">
            <a:extLst>
              <a:ext uri="{FF2B5EF4-FFF2-40B4-BE49-F238E27FC236}">
                <a16:creationId xmlns:a16="http://schemas.microsoft.com/office/drawing/2014/main" id="{B4242D12-C426-4232-A047-D9FD7ADCE6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637C98-99AE-4EE8-A264-758A6C254306}"/>
              </a:ext>
            </a:extLst>
          </p:cNvPr>
          <p:cNvSpPr>
            <a:spLocks noGrp="1"/>
          </p:cNvSpPr>
          <p:nvPr>
            <p:ph type="sldNum" sz="quarter" idx="12"/>
          </p:nvPr>
        </p:nvSpPr>
        <p:spPr/>
        <p:txBody>
          <a:bodyPr/>
          <a:lstStyle/>
          <a:p>
            <a:fld id="{E6202E30-CF11-432D-886B-9D20EA691A1E}" type="slidenum">
              <a:rPr lang="en-US" smtClean="0"/>
              <a:t>‹#›</a:t>
            </a:fld>
            <a:endParaRPr lang="en-US"/>
          </a:p>
        </p:txBody>
      </p:sp>
    </p:spTree>
    <p:extLst>
      <p:ext uri="{BB962C8B-B14F-4D97-AF65-F5344CB8AC3E}">
        <p14:creationId xmlns:p14="http://schemas.microsoft.com/office/powerpoint/2010/main" val="190089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54A7A1-5A3A-4474-AF60-59FC84E5B3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952B90-442C-4F44-AF23-AF322E18AD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7E1527-F9EB-4559-8456-67F36DB099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A78644-F646-4427-A57C-C77893E8B2DC}" type="datetimeFigureOut">
              <a:rPr lang="en-US" smtClean="0"/>
              <a:t>4/8/2020</a:t>
            </a:fld>
            <a:endParaRPr lang="en-US"/>
          </a:p>
        </p:txBody>
      </p:sp>
      <p:sp>
        <p:nvSpPr>
          <p:cNvPr id="5" name="Footer Placeholder 4">
            <a:extLst>
              <a:ext uri="{FF2B5EF4-FFF2-40B4-BE49-F238E27FC236}">
                <a16:creationId xmlns:a16="http://schemas.microsoft.com/office/drawing/2014/main" id="{B9404837-211A-447E-B0E0-6028761DE7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CE6B67-E055-49C5-8AE2-1699BB0B1B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202E30-CF11-432D-886B-9D20EA691A1E}" type="slidenum">
              <a:rPr lang="en-US" smtClean="0"/>
              <a:t>‹#›</a:t>
            </a:fld>
            <a:endParaRPr lang="en-US"/>
          </a:p>
        </p:txBody>
      </p:sp>
    </p:spTree>
    <p:extLst>
      <p:ext uri="{BB962C8B-B14F-4D97-AF65-F5344CB8AC3E}">
        <p14:creationId xmlns:p14="http://schemas.microsoft.com/office/powerpoint/2010/main" val="3322474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A491B-1538-4D3D-A6CE-FD0FD32A10C9}"/>
              </a:ext>
            </a:extLst>
          </p:cNvPr>
          <p:cNvSpPr>
            <a:spLocks noGrp="1"/>
          </p:cNvSpPr>
          <p:nvPr>
            <p:ph type="ctrTitle"/>
          </p:nvPr>
        </p:nvSpPr>
        <p:spPr/>
        <p:txBody>
          <a:bodyPr/>
          <a:lstStyle/>
          <a:p>
            <a:r>
              <a:rPr lang="en-US" dirty="0"/>
              <a:t>Ideology</a:t>
            </a:r>
          </a:p>
        </p:txBody>
      </p:sp>
      <p:sp>
        <p:nvSpPr>
          <p:cNvPr id="3" name="Subtitle 2">
            <a:extLst>
              <a:ext uri="{FF2B5EF4-FFF2-40B4-BE49-F238E27FC236}">
                <a16:creationId xmlns:a16="http://schemas.microsoft.com/office/drawing/2014/main" id="{126F919C-86A2-4BE6-B7F5-F93640CF4DE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81692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3855"/>
            <a:ext cx="7010400" cy="1143000"/>
          </a:xfrm>
        </p:spPr>
        <p:txBody>
          <a:bodyPr/>
          <a:lstStyle/>
          <a:p>
            <a:r>
              <a:rPr lang="en-US" dirty="0"/>
              <a:t>Definition of Ideology</a:t>
            </a:r>
          </a:p>
        </p:txBody>
      </p:sp>
      <p:sp>
        <p:nvSpPr>
          <p:cNvPr id="3" name="Content Placeholder 2"/>
          <p:cNvSpPr>
            <a:spLocks noGrp="1"/>
          </p:cNvSpPr>
          <p:nvPr>
            <p:ph idx="1"/>
          </p:nvPr>
        </p:nvSpPr>
        <p:spPr/>
        <p:txBody>
          <a:bodyPr/>
          <a:lstStyle/>
          <a:p>
            <a:r>
              <a:rPr lang="en-US" dirty="0"/>
              <a:t>A set of belief, values especially held by a particular group, that influences the way people behave.</a:t>
            </a:r>
          </a:p>
          <a:p>
            <a:pPr marL="0" indent="0">
              <a:buNone/>
            </a:pPr>
            <a:endParaRPr lang="en-US" dirty="0"/>
          </a:p>
          <a:p>
            <a:pPr marL="0" indent="0">
              <a:buNone/>
            </a:pPr>
            <a:r>
              <a:rPr lang="en-US" dirty="0"/>
              <a:t>      For example: Islamic Ideology, Capitalist,           </a:t>
            </a:r>
          </a:p>
          <a:p>
            <a:pPr marL="0" indent="0">
              <a:buNone/>
            </a:pPr>
            <a:r>
              <a:rPr lang="en-US" dirty="0"/>
              <a:t>                               socialist etc. </a:t>
            </a:r>
          </a:p>
        </p:txBody>
      </p:sp>
    </p:spTree>
    <p:extLst>
      <p:ext uri="{BB962C8B-B14F-4D97-AF65-F5344CB8AC3E}">
        <p14:creationId xmlns:p14="http://schemas.microsoft.com/office/powerpoint/2010/main" val="138112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Ideology emerges</a:t>
            </a:r>
          </a:p>
        </p:txBody>
      </p:sp>
      <p:sp>
        <p:nvSpPr>
          <p:cNvPr id="3" name="Content Placeholder 2"/>
          <p:cNvSpPr>
            <a:spLocks noGrp="1"/>
          </p:cNvSpPr>
          <p:nvPr>
            <p:ph idx="1"/>
          </p:nvPr>
        </p:nvSpPr>
        <p:spPr/>
        <p:txBody>
          <a:bodyPr/>
          <a:lstStyle/>
          <a:p>
            <a:r>
              <a:rPr lang="en-US" dirty="0"/>
              <a:t>An ideology emerges when people feel strongly that they are being mistreated under an existing order, when their status is threatened by fundamental changes occurring in the society and when the prevailing ideology no longer satisfies them.</a:t>
            </a:r>
          </a:p>
          <a:p>
            <a:endParaRPr lang="en-US" dirty="0"/>
          </a:p>
        </p:txBody>
      </p:sp>
    </p:spTree>
    <p:extLst>
      <p:ext uri="{BB962C8B-B14F-4D97-AF65-F5344CB8AC3E}">
        <p14:creationId xmlns:p14="http://schemas.microsoft.com/office/powerpoint/2010/main" val="1043450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An ideology offers an interpretation of the past and explanation of the present and a vision of the future.</a:t>
            </a:r>
          </a:p>
          <a:p>
            <a:endParaRPr lang="en-US" dirty="0"/>
          </a:p>
        </p:txBody>
      </p:sp>
    </p:spTree>
    <p:extLst>
      <p:ext uri="{BB962C8B-B14F-4D97-AF65-F5344CB8AC3E}">
        <p14:creationId xmlns:p14="http://schemas.microsoft.com/office/powerpoint/2010/main" val="2070119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meant by Pakistan’s Ideology</a:t>
            </a:r>
          </a:p>
        </p:txBody>
      </p:sp>
      <p:sp>
        <p:nvSpPr>
          <p:cNvPr id="3" name="Content Placeholder 2"/>
          <p:cNvSpPr>
            <a:spLocks noGrp="1"/>
          </p:cNvSpPr>
          <p:nvPr>
            <p:ph idx="1"/>
          </p:nvPr>
        </p:nvSpPr>
        <p:spPr/>
        <p:txBody>
          <a:bodyPr/>
          <a:lstStyle/>
          <a:p>
            <a:r>
              <a:rPr lang="en-US" dirty="0"/>
              <a:t>Pakistan’s Ideology is based on the two nation concept</a:t>
            </a:r>
          </a:p>
          <a:p>
            <a:endParaRPr lang="en-US" dirty="0"/>
          </a:p>
          <a:p>
            <a:endParaRPr lang="en-US" dirty="0"/>
          </a:p>
          <a:p>
            <a:r>
              <a:rPr lang="en-US" dirty="0"/>
              <a:t>Recall the differences between Muslims and Hindus</a:t>
            </a:r>
          </a:p>
        </p:txBody>
      </p:sp>
    </p:spTree>
    <p:extLst>
      <p:ext uri="{BB962C8B-B14F-4D97-AF65-F5344CB8AC3E}">
        <p14:creationId xmlns:p14="http://schemas.microsoft.com/office/powerpoint/2010/main" val="1642456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Aims and Objectives for the establishment of Pakistan</a:t>
            </a:r>
          </a:p>
        </p:txBody>
      </p:sp>
      <p:sp>
        <p:nvSpPr>
          <p:cNvPr id="3" name="Content Placeholder 2"/>
          <p:cNvSpPr>
            <a:spLocks noGrp="1"/>
          </p:cNvSpPr>
          <p:nvPr>
            <p:ph idx="1"/>
          </p:nvPr>
        </p:nvSpPr>
        <p:spPr/>
        <p:txBody>
          <a:bodyPr>
            <a:normAutofit/>
          </a:bodyPr>
          <a:lstStyle/>
          <a:p>
            <a:r>
              <a:rPr lang="en-US" dirty="0"/>
              <a:t> Enforcement of the Sovereignty of the God Almighty</a:t>
            </a:r>
          </a:p>
          <a:p>
            <a:r>
              <a:rPr lang="en-US" dirty="0"/>
              <a:t>Establishment of Islamic democracy</a:t>
            </a:r>
          </a:p>
          <a:p>
            <a:r>
              <a:rPr lang="en-US" dirty="0"/>
              <a:t>Revival of Muslim image and Identity</a:t>
            </a:r>
          </a:p>
          <a:p>
            <a:r>
              <a:rPr lang="en-US" dirty="0"/>
              <a:t>Protection of Muslim culture and Civilization</a:t>
            </a:r>
          </a:p>
          <a:p>
            <a:r>
              <a:rPr lang="en-US" dirty="0"/>
              <a:t>Two-Nation theory</a:t>
            </a:r>
          </a:p>
          <a:p>
            <a:r>
              <a:rPr lang="en-US" dirty="0"/>
              <a:t>Freedom from the injustices of Hindu majority</a:t>
            </a:r>
          </a:p>
          <a:p>
            <a:r>
              <a:rPr lang="en-US" dirty="0"/>
              <a:t>Establishment of a balanced Economic System</a:t>
            </a:r>
          </a:p>
        </p:txBody>
      </p:sp>
    </p:spTree>
    <p:extLst>
      <p:ext uri="{BB962C8B-B14F-4D97-AF65-F5344CB8AC3E}">
        <p14:creationId xmlns:p14="http://schemas.microsoft.com/office/powerpoint/2010/main" val="2352597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9801"/>
            <a:ext cx="8763000" cy="1143000"/>
          </a:xfrm>
        </p:spPr>
        <p:txBody>
          <a:bodyPr>
            <a:normAutofit fontScale="90000"/>
          </a:bodyPr>
          <a:lstStyle/>
          <a:p>
            <a:r>
              <a:rPr lang="en-US" dirty="0"/>
              <a:t>When did the Muslims realize that they were a separate Nation</a:t>
            </a:r>
          </a:p>
        </p:txBody>
      </p:sp>
      <p:sp>
        <p:nvSpPr>
          <p:cNvPr id="3" name="Content Placeholder 2"/>
          <p:cNvSpPr>
            <a:spLocks noGrp="1"/>
          </p:cNvSpPr>
          <p:nvPr>
            <p:ph idx="1"/>
          </p:nvPr>
        </p:nvSpPr>
        <p:spPr/>
        <p:txBody>
          <a:bodyPr/>
          <a:lstStyle/>
          <a:p>
            <a:r>
              <a:rPr lang="en-US" dirty="0"/>
              <a:t>Was it before the war of Independence or after the War?</a:t>
            </a:r>
          </a:p>
          <a:p>
            <a:r>
              <a:rPr lang="en-US" dirty="0"/>
              <a:t>Why the thought that Muslims are a separate nation come before?</a:t>
            </a:r>
          </a:p>
        </p:txBody>
      </p:sp>
    </p:spTree>
    <p:extLst>
      <p:ext uri="{BB962C8B-B14F-4D97-AF65-F5344CB8AC3E}">
        <p14:creationId xmlns:p14="http://schemas.microsoft.com/office/powerpoint/2010/main" val="118077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War of Independence 1857</a:t>
            </a:r>
          </a:p>
        </p:txBody>
      </p:sp>
      <p:sp>
        <p:nvSpPr>
          <p:cNvPr id="3" name="Content Placeholder 2"/>
          <p:cNvSpPr>
            <a:spLocks noGrp="1"/>
          </p:cNvSpPr>
          <p:nvPr>
            <p:ph idx="1"/>
          </p:nvPr>
        </p:nvSpPr>
        <p:spPr/>
        <p:txBody>
          <a:bodyPr/>
          <a:lstStyle/>
          <a:p>
            <a:r>
              <a:rPr lang="en-US" dirty="0"/>
              <a:t>The Munity of 1857</a:t>
            </a:r>
          </a:p>
          <a:p>
            <a:r>
              <a:rPr lang="en-US" dirty="0"/>
              <a:t>10</a:t>
            </a:r>
            <a:r>
              <a:rPr lang="en-US" baseline="30000" dirty="0"/>
              <a:t>th</a:t>
            </a:r>
            <a:r>
              <a:rPr lang="en-US" dirty="0"/>
              <a:t> May 1857 Meerut</a:t>
            </a:r>
          </a:p>
          <a:p>
            <a:endParaRPr lang="en-US" dirty="0"/>
          </a:p>
          <a:p>
            <a:pPr marL="0" indent="0">
              <a:buNone/>
            </a:pPr>
            <a:r>
              <a:rPr lang="en-US" dirty="0"/>
              <a:t>    </a:t>
            </a:r>
            <a:r>
              <a:rPr lang="en-US" b="1" dirty="0"/>
              <a:t>Reasons for the Wars</a:t>
            </a:r>
          </a:p>
          <a:p>
            <a:r>
              <a:rPr lang="en-US" dirty="0"/>
              <a:t>Political</a:t>
            </a:r>
          </a:p>
          <a:p>
            <a:r>
              <a:rPr lang="en-US" dirty="0"/>
              <a:t>Religious</a:t>
            </a:r>
          </a:p>
          <a:p>
            <a:r>
              <a:rPr lang="en-US" dirty="0"/>
              <a:t>The Greased </a:t>
            </a:r>
            <a:r>
              <a:rPr lang="en-US" dirty="0" err="1"/>
              <a:t>Catridges</a:t>
            </a:r>
            <a:endParaRPr lang="en-US" dirty="0"/>
          </a:p>
          <a:p>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352091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Aftermath of the War</a:t>
            </a:r>
          </a:p>
        </p:txBody>
      </p:sp>
      <p:sp>
        <p:nvSpPr>
          <p:cNvPr id="3" name="Content Placeholder 2"/>
          <p:cNvSpPr>
            <a:spLocks noGrp="1"/>
          </p:cNvSpPr>
          <p:nvPr>
            <p:ph idx="1"/>
          </p:nvPr>
        </p:nvSpPr>
        <p:spPr/>
        <p:txBody>
          <a:bodyPr/>
          <a:lstStyle/>
          <a:p>
            <a:r>
              <a:rPr lang="en-US" dirty="0" err="1"/>
              <a:t>Bahadur</a:t>
            </a:r>
            <a:r>
              <a:rPr lang="en-US" dirty="0"/>
              <a:t> Shah </a:t>
            </a:r>
            <a:r>
              <a:rPr lang="en-US" dirty="0" err="1"/>
              <a:t>Zafar</a:t>
            </a:r>
            <a:r>
              <a:rPr lang="en-US" dirty="0"/>
              <a:t> II was sent to exile in </a:t>
            </a:r>
            <a:r>
              <a:rPr lang="en-US" dirty="0" err="1"/>
              <a:t>Ragoon</a:t>
            </a:r>
            <a:r>
              <a:rPr lang="en-US" dirty="0"/>
              <a:t> all the male members of his family were killed.</a:t>
            </a:r>
          </a:p>
          <a:p>
            <a:r>
              <a:rPr lang="en-US" dirty="0"/>
              <a:t>The control of India was taken directly by the British Crown.</a:t>
            </a:r>
          </a:p>
          <a:p>
            <a:r>
              <a:rPr lang="en-US" dirty="0"/>
              <a:t>The British suspected the Muslims of the Munity.</a:t>
            </a:r>
          </a:p>
          <a:p>
            <a:endParaRPr lang="en-US" dirty="0"/>
          </a:p>
          <a:p>
            <a:endParaRPr lang="en-US" dirty="0"/>
          </a:p>
          <a:p>
            <a:endParaRPr lang="en-US" dirty="0"/>
          </a:p>
        </p:txBody>
      </p:sp>
    </p:spTree>
    <p:extLst>
      <p:ext uri="{BB962C8B-B14F-4D97-AF65-F5344CB8AC3E}">
        <p14:creationId xmlns:p14="http://schemas.microsoft.com/office/powerpoint/2010/main" val="2019606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272</Words>
  <Application>Microsoft Office PowerPoint</Application>
  <PresentationFormat>Widescreen</PresentationFormat>
  <Paragraphs>40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Ideology</vt:lpstr>
      <vt:lpstr>Definition of Ideology</vt:lpstr>
      <vt:lpstr>How does Ideology emerges</vt:lpstr>
      <vt:lpstr>PowerPoint Presentation</vt:lpstr>
      <vt:lpstr>What is meant by Pakistan’s Ideology</vt:lpstr>
      <vt:lpstr>Aims and Objectives for the establishment of Pakistan</vt:lpstr>
      <vt:lpstr>When did the Muslims realize that they were a separate Nation</vt:lpstr>
      <vt:lpstr>War of Independence 1857</vt:lpstr>
      <vt:lpstr>Aftermath of the War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Ideology</dc:title>
  <dc:creator>tahir sial</dc:creator>
  <cp:lastModifiedBy>tahir sial</cp:lastModifiedBy>
  <cp:revision>1</cp:revision>
  <dcterms:created xsi:type="dcterms:W3CDTF">2020-04-08T05:57:33Z</dcterms:created>
  <dcterms:modified xsi:type="dcterms:W3CDTF">2020-04-08T05:58:42Z</dcterms:modified>
</cp:coreProperties>
</file>