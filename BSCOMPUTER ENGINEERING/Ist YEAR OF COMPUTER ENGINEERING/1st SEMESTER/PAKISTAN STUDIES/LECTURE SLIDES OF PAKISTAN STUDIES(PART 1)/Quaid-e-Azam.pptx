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77" r:id="rId7"/>
    <p:sldId id="281" r:id="rId8"/>
    <p:sldId id="278" r:id="rId9"/>
    <p:sldId id="279" r:id="rId10"/>
    <p:sldId id="280" r:id="rId11"/>
    <p:sldId id="260" r:id="rId12"/>
    <p:sldId id="261" r:id="rId13"/>
    <p:sldId id="262" r:id="rId14"/>
    <p:sldId id="263" r:id="rId15"/>
    <p:sldId id="282"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9801"/>
            <a:ext cx="8610600" cy="1143000"/>
          </a:xfrm>
        </p:spPr>
        <p:txBody>
          <a:bodyPr>
            <a:normAutofit/>
          </a:bodyPr>
          <a:lstStyle/>
          <a:p>
            <a:r>
              <a:rPr lang="en-US" dirty="0"/>
              <a:t>Quaid e </a:t>
            </a:r>
            <a:r>
              <a:rPr lang="en-US" dirty="0" err="1"/>
              <a:t>Azam</a:t>
            </a:r>
            <a:r>
              <a:rPr lang="en-US" dirty="0"/>
              <a:t> and his political ideas</a:t>
            </a:r>
          </a:p>
        </p:txBody>
      </p:sp>
      <p:sp>
        <p:nvSpPr>
          <p:cNvPr id="3" name="Content Placeholder 2"/>
          <p:cNvSpPr>
            <a:spLocks noGrp="1"/>
          </p:cNvSpPr>
          <p:nvPr>
            <p:ph idx="1"/>
          </p:nvPr>
        </p:nvSpPr>
        <p:spPr/>
        <p:txBody>
          <a:bodyPr/>
          <a:lstStyle/>
          <a:p>
            <a:r>
              <a:rPr lang="en-US" dirty="0"/>
              <a:t>Quaid-e-</a:t>
            </a:r>
            <a:r>
              <a:rPr lang="en-US" dirty="0" err="1"/>
              <a:t>Azam</a:t>
            </a:r>
            <a:r>
              <a:rPr lang="en-US" dirty="0"/>
              <a:t> or Muhammad Ali Jinnah was born on 25</a:t>
            </a:r>
            <a:r>
              <a:rPr lang="en-US" baseline="30000" dirty="0"/>
              <a:t>th</a:t>
            </a:r>
            <a:r>
              <a:rPr lang="en-US" dirty="0"/>
              <a:t> December 1876 in Karachi. </a:t>
            </a:r>
          </a:p>
          <a:p>
            <a:pPr marL="0" indent="0">
              <a:buNone/>
            </a:pPr>
            <a:endParaRPr lang="en-US" dirty="0"/>
          </a:p>
          <a:p>
            <a:r>
              <a:rPr lang="en-US" dirty="0"/>
              <a:t>Jinnah got his education from Sindh Madrassa-</a:t>
            </a:r>
            <a:r>
              <a:rPr lang="en-US" dirty="0" err="1"/>
              <a:t>tul</a:t>
            </a:r>
            <a:r>
              <a:rPr lang="en-US" dirty="0"/>
              <a:t>-Islam till the time he left for England in 1891 for higher education. Quaid-e-</a:t>
            </a:r>
            <a:r>
              <a:rPr lang="en-US" dirty="0" err="1"/>
              <a:t>Azam</a:t>
            </a:r>
            <a:r>
              <a:rPr lang="en-US" dirty="0"/>
              <a:t> returned to India in 1896 and began to practice as a Barrister. </a:t>
            </a:r>
          </a:p>
        </p:txBody>
      </p:sp>
    </p:spTree>
    <p:extLst>
      <p:ext uri="{BB962C8B-B14F-4D97-AF65-F5344CB8AC3E}">
        <p14:creationId xmlns:p14="http://schemas.microsoft.com/office/powerpoint/2010/main" val="2965593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1906, he joined All India National Congress. His very first speech in the congress arena was about “Waqf-al-</a:t>
            </a:r>
            <a:r>
              <a:rPr lang="en-US" dirty="0" err="1"/>
              <a:t>Aulad</a:t>
            </a:r>
            <a:r>
              <a:rPr lang="en-US" dirty="0"/>
              <a:t>.” Later, when he elected the Imperial legislative Council, he </a:t>
            </a:r>
            <a:r>
              <a:rPr lang="en-US"/>
              <a:t>sponsered</a:t>
            </a:r>
            <a:r>
              <a:rPr lang="en-US" dirty="0"/>
              <a:t> the Waqf Validating Bill, which brought him closer to the Muslims.</a:t>
            </a:r>
          </a:p>
          <a:p>
            <a:pPr marL="0" indent="0">
              <a:buNone/>
            </a:pPr>
            <a:endParaRPr lang="en-US" dirty="0"/>
          </a:p>
        </p:txBody>
      </p:sp>
    </p:spTree>
    <p:extLst>
      <p:ext uri="{BB962C8B-B14F-4D97-AF65-F5344CB8AC3E}">
        <p14:creationId xmlns:p14="http://schemas.microsoft.com/office/powerpoint/2010/main" val="3607381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1913, when Muslim League amended its constitution Quaid-e-</a:t>
            </a:r>
            <a:r>
              <a:rPr lang="en-US" dirty="0" err="1"/>
              <a:t>Azam</a:t>
            </a:r>
            <a:r>
              <a:rPr lang="en-US" dirty="0"/>
              <a:t> joined Muslim League in the same year. Earlier he refused to sign the pledge. </a:t>
            </a:r>
          </a:p>
          <a:p>
            <a:pPr marL="0" indent="0">
              <a:buNone/>
            </a:pPr>
            <a:endParaRPr lang="en-US" dirty="0"/>
          </a:p>
          <a:p>
            <a:r>
              <a:rPr lang="en-US" b="1" dirty="0" err="1"/>
              <a:t>Mrs</a:t>
            </a:r>
            <a:r>
              <a:rPr lang="en-US" b="1" dirty="0"/>
              <a:t> </a:t>
            </a:r>
            <a:r>
              <a:rPr lang="en-US" b="1" dirty="0" err="1"/>
              <a:t>Sarojni</a:t>
            </a:r>
            <a:r>
              <a:rPr lang="en-US" b="1" dirty="0"/>
              <a:t> Naidu </a:t>
            </a:r>
            <a:r>
              <a:rPr lang="en-US" b="1"/>
              <a:t>referred to Quaid-e-</a:t>
            </a:r>
            <a:r>
              <a:rPr lang="en-US" b="1" dirty="0" err="1"/>
              <a:t>Azam</a:t>
            </a:r>
            <a:r>
              <a:rPr lang="en-US" b="1" dirty="0"/>
              <a:t> as “ Ambassador of Muslim-Hindu.”</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491816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Once enrolled as a member of the Muslim League, Jinnah began to play an energetic part in its activities. He began to work for the Hindu-Muslim unity and to achieve this object he got arranged that for the first time, the session of the Muslim League and Congress in the same city (Bombay). The continuous efforts of Quaid led to the “</a:t>
            </a:r>
            <a:r>
              <a:rPr lang="en-US" dirty="0" err="1"/>
              <a:t>Lucknow</a:t>
            </a:r>
            <a:r>
              <a:rPr lang="en-US" dirty="0"/>
              <a:t> Pact”, in 1916. It was a big achievement since some Hindus accepted the Muslims as a separate nation.</a:t>
            </a:r>
          </a:p>
          <a:p>
            <a:endParaRPr lang="en-US" dirty="0"/>
          </a:p>
        </p:txBody>
      </p:sp>
    </p:spTree>
    <p:extLst>
      <p:ext uri="{BB962C8B-B14F-4D97-AF65-F5344CB8AC3E}">
        <p14:creationId xmlns:p14="http://schemas.microsoft.com/office/powerpoint/2010/main" val="3774500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Lucknow</a:t>
            </a:r>
            <a:r>
              <a:rPr lang="en-US" dirty="0"/>
              <a:t> Pact 1916</a:t>
            </a:r>
          </a:p>
        </p:txBody>
      </p:sp>
      <p:sp>
        <p:nvSpPr>
          <p:cNvPr id="3" name="Content Placeholder 2"/>
          <p:cNvSpPr>
            <a:spLocks noGrp="1"/>
          </p:cNvSpPr>
          <p:nvPr>
            <p:ph idx="1"/>
          </p:nvPr>
        </p:nvSpPr>
        <p:spPr/>
        <p:txBody>
          <a:bodyPr>
            <a:normAutofit fontScale="85000" lnSpcReduction="10000"/>
          </a:bodyPr>
          <a:lstStyle/>
          <a:p>
            <a:r>
              <a:rPr lang="en-US" dirty="0"/>
              <a:t>The same method should be adopted for the Executive Councils of Governors.</a:t>
            </a:r>
          </a:p>
          <a:p>
            <a:r>
              <a:rPr lang="en-US" dirty="0"/>
              <a:t>The India Council must be abolished.</a:t>
            </a:r>
          </a:p>
          <a:p>
            <a:r>
              <a:rPr lang="en-US" dirty="0"/>
              <a:t>The salaries of the Secretary of State for Indian Affairs should be paid by the British government and not from Indian funds.</a:t>
            </a:r>
          </a:p>
          <a:p>
            <a:r>
              <a:rPr lang="en-US" dirty="0"/>
              <a:t>Of the two Under Secretaries, one should be Indian.</a:t>
            </a:r>
          </a:p>
          <a:p>
            <a:r>
              <a:rPr lang="en-US" dirty="0"/>
              <a:t>The executive should be separated from the judiciary.</a:t>
            </a:r>
          </a:p>
          <a:p>
            <a:r>
              <a:rPr lang="en-US" dirty="0"/>
              <a:t>The number of Muslims in the provincial legislatures would be laid down province by province.</a:t>
            </a:r>
          </a:p>
          <a:p>
            <a:endParaRPr lang="en-US" dirty="0"/>
          </a:p>
        </p:txBody>
      </p:sp>
    </p:spTree>
    <p:extLst>
      <p:ext uri="{BB962C8B-B14F-4D97-AF65-F5344CB8AC3E}">
        <p14:creationId xmlns:p14="http://schemas.microsoft.com/office/powerpoint/2010/main" val="439179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Quaid’s 14 Points</a:t>
            </a:r>
          </a:p>
        </p:txBody>
      </p:sp>
      <p:sp>
        <p:nvSpPr>
          <p:cNvPr id="3" name="Content Placeholder 2"/>
          <p:cNvSpPr>
            <a:spLocks noGrp="1"/>
          </p:cNvSpPr>
          <p:nvPr>
            <p:ph idx="1"/>
          </p:nvPr>
        </p:nvSpPr>
        <p:spPr/>
        <p:txBody>
          <a:bodyPr>
            <a:normAutofit fontScale="85000" lnSpcReduction="10000"/>
          </a:bodyPr>
          <a:lstStyle/>
          <a:p>
            <a:r>
              <a:rPr lang="en-US" dirty="0"/>
              <a:t>The form of the past constitution should be federal, with the residuary powers vested in the provinces.</a:t>
            </a:r>
          </a:p>
          <a:p>
            <a:r>
              <a:rPr lang="en-US" dirty="0"/>
              <a:t>All cabinets at central or local level should have at least 1/3 Muslim representation.</a:t>
            </a:r>
          </a:p>
          <a:p>
            <a:r>
              <a:rPr lang="en-US" dirty="0"/>
              <a:t>All legislatures in the country and other elected bodies shall be constituted on the definite principle of adequate and effective representation of minorities in every province without reducing the majority in any province to a minority or even equality.</a:t>
            </a:r>
          </a:p>
          <a:p>
            <a:r>
              <a:rPr lang="en-US" dirty="0"/>
              <a:t>In the Central Legislature, Muslim representation shall not be less than one third.</a:t>
            </a:r>
          </a:p>
        </p:txBody>
      </p:sp>
    </p:spTree>
    <p:extLst>
      <p:ext uri="{BB962C8B-B14F-4D97-AF65-F5344CB8AC3E}">
        <p14:creationId xmlns:p14="http://schemas.microsoft.com/office/powerpoint/2010/main" val="3564280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Representation of communal groups shall continue to be by means of separate electorate as at present, provided it shall be open to any community at any time to abandon its separate electorate in favor of a joint electorate.</a:t>
            </a:r>
          </a:p>
          <a:p>
            <a:r>
              <a:rPr lang="en-US" dirty="0"/>
              <a:t>Any territorial distribution that might at any time be necessary shall not in any way affect the Muslim majority.</a:t>
            </a:r>
          </a:p>
          <a:p>
            <a:r>
              <a:rPr lang="en-US" dirty="0"/>
              <a:t>Full religious liberty, i.e. liberty of belief, worship and observance, propaganda, association and education, shall be guaranteed to all communities.</a:t>
            </a:r>
          </a:p>
          <a:p>
            <a:endParaRPr lang="en-US" dirty="0"/>
          </a:p>
        </p:txBody>
      </p:sp>
    </p:spTree>
    <p:extLst>
      <p:ext uri="{BB962C8B-B14F-4D97-AF65-F5344CB8AC3E}">
        <p14:creationId xmlns:p14="http://schemas.microsoft.com/office/powerpoint/2010/main" val="4151488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No bill or resolution or any part thereof shall be passed in any legislature or any other elected body if three fourths of the members of any community in that particular body oppose it as being injurious to the interests of that community or in the alternative, such other method is devised as may be found feasible and practicable to deal with such cases.</a:t>
            </a:r>
          </a:p>
          <a:p>
            <a:r>
              <a:rPr lang="en-US" dirty="0"/>
              <a:t>Sindh should be separated from the Bombay Presidency.</a:t>
            </a:r>
          </a:p>
          <a:p>
            <a:r>
              <a:rPr lang="en-US" dirty="0"/>
              <a:t>Reforms should be introduced in the North West Frontier Province (NWFP) and </a:t>
            </a:r>
            <a:r>
              <a:rPr lang="en-US" dirty="0" err="1"/>
              <a:t>Balochistan</a:t>
            </a:r>
            <a:r>
              <a:rPr lang="en-US" dirty="0"/>
              <a:t> on the same footing as in the other provinces.</a:t>
            </a:r>
          </a:p>
          <a:p>
            <a:endParaRPr lang="en-US" dirty="0"/>
          </a:p>
        </p:txBody>
      </p:sp>
    </p:spTree>
    <p:extLst>
      <p:ext uri="{BB962C8B-B14F-4D97-AF65-F5344CB8AC3E}">
        <p14:creationId xmlns:p14="http://schemas.microsoft.com/office/powerpoint/2010/main" val="952900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Provision should be made in the constitution giving Muslims an adequate share, along with the other Indians, in all the services of the state and in local self-governing bodies having due regard to the requirements of efficiency.</a:t>
            </a:r>
          </a:p>
          <a:p>
            <a:r>
              <a:rPr lang="en-US" dirty="0"/>
              <a:t>The constitution should embody adequate safeguards for the protection of Muslim culture and for the protection and promotion of Muslim education, language, religion, personal laws and Muslim charitable institution and for their due share in the grants-in-aid given by the state and by local self-governing bodies.</a:t>
            </a:r>
          </a:p>
          <a:p>
            <a:endParaRPr lang="en-US" dirty="0"/>
          </a:p>
        </p:txBody>
      </p:sp>
    </p:spTree>
    <p:extLst>
      <p:ext uri="{BB962C8B-B14F-4D97-AF65-F5344CB8AC3E}">
        <p14:creationId xmlns:p14="http://schemas.microsoft.com/office/powerpoint/2010/main" val="2866621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No cabinet, either central or provincial, should be formed without there being a proportion of at least one-third Muslim ministers.</a:t>
            </a:r>
          </a:p>
          <a:p>
            <a:r>
              <a:rPr lang="en-US" dirty="0"/>
              <a:t>No change shall be made in the constitution by the Central Legislature except with the concurrence of the State's contribution of the Indian Federation.</a:t>
            </a:r>
          </a:p>
          <a:p>
            <a:endParaRPr lang="en-US" dirty="0"/>
          </a:p>
        </p:txBody>
      </p:sp>
    </p:spTree>
    <p:extLst>
      <p:ext uri="{BB962C8B-B14F-4D97-AF65-F5344CB8AC3E}">
        <p14:creationId xmlns:p14="http://schemas.microsoft.com/office/powerpoint/2010/main" val="2857892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Quaid-e-</a:t>
            </a:r>
            <a:r>
              <a:rPr lang="en-US" dirty="0" err="1"/>
              <a:t>Azam</a:t>
            </a:r>
            <a:r>
              <a:rPr lang="en-US" dirty="0"/>
              <a:t> explained that Pakistan came into being when first Hindu became a Muslim.</a:t>
            </a:r>
          </a:p>
          <a:p>
            <a:pPr marL="0" indent="0">
              <a:buNone/>
            </a:pPr>
            <a:endParaRPr lang="en-US" dirty="0"/>
          </a:p>
          <a:p>
            <a:pPr marL="0" indent="0">
              <a:buNone/>
            </a:pPr>
            <a:r>
              <a:rPr lang="en-US" dirty="0"/>
              <a:t>In the annual meeting of 1943 at Karachi Quaid-e-</a:t>
            </a:r>
            <a:r>
              <a:rPr lang="en-US" dirty="0" err="1"/>
              <a:t>Azam</a:t>
            </a:r>
            <a:r>
              <a:rPr lang="en-US" dirty="0"/>
              <a:t> said while clarifying the relation of Pakistan and Islam.  “What is relation which has made Muslim a single body? What is that rock on which the structure of </a:t>
            </a:r>
            <a:r>
              <a:rPr lang="en-US" dirty="0" err="1"/>
              <a:t>Millat</a:t>
            </a:r>
            <a:r>
              <a:rPr lang="en-US" dirty="0"/>
              <a:t> is restored? What is the base which has secured the safety of the boat of the </a:t>
            </a:r>
            <a:r>
              <a:rPr lang="en-US" dirty="0" err="1"/>
              <a:t>millat</a:t>
            </a:r>
            <a:r>
              <a:rPr lang="en-US" dirty="0"/>
              <a:t>? That relation, rock and base is the Holy Quran.</a:t>
            </a:r>
          </a:p>
          <a:p>
            <a:pPr marL="0" indent="0">
              <a:buNone/>
            </a:pPr>
            <a:endParaRPr lang="en-US" dirty="0"/>
          </a:p>
        </p:txBody>
      </p:sp>
    </p:spTree>
    <p:extLst>
      <p:ext uri="{BB962C8B-B14F-4D97-AF65-F5344CB8AC3E}">
        <p14:creationId xmlns:p14="http://schemas.microsoft.com/office/powerpoint/2010/main" val="715522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92500"/>
          </a:bodyPr>
          <a:lstStyle/>
          <a:p>
            <a:r>
              <a:rPr lang="en-US" dirty="0"/>
              <a:t>While addressing at Aligarh he clarified the ideology of Pakistan in these words.</a:t>
            </a:r>
          </a:p>
          <a:p>
            <a:pPr marL="0" indent="0">
              <a:buNone/>
            </a:pPr>
            <a:endParaRPr lang="en-US" dirty="0"/>
          </a:p>
          <a:p>
            <a:pPr marL="0" indent="0">
              <a:buNone/>
            </a:pPr>
            <a:r>
              <a:rPr lang="en-US" dirty="0"/>
              <a:t>    “What was the motive of the demand of Pakistan </a:t>
            </a:r>
          </a:p>
          <a:p>
            <a:pPr marL="0" indent="0">
              <a:buNone/>
            </a:pPr>
            <a:r>
              <a:rPr lang="en-US" dirty="0"/>
              <a:t>      and separate electorate for Muslims? What was    </a:t>
            </a:r>
          </a:p>
          <a:p>
            <a:pPr marL="0" indent="0">
              <a:buNone/>
            </a:pPr>
            <a:r>
              <a:rPr lang="en-US" dirty="0"/>
              <a:t>      the need of division of India? Its cause is </a:t>
            </a:r>
          </a:p>
          <a:p>
            <a:pPr marL="0" indent="0">
              <a:buNone/>
            </a:pPr>
            <a:r>
              <a:rPr lang="en-US" dirty="0"/>
              <a:t>      neither the narrow mindedness of Hindus nor </a:t>
            </a:r>
          </a:p>
          <a:p>
            <a:pPr marL="0" indent="0">
              <a:buNone/>
            </a:pPr>
            <a:r>
              <a:rPr lang="en-US" dirty="0"/>
              <a:t>      the tactics of British, but is the basic demand    </a:t>
            </a:r>
          </a:p>
          <a:p>
            <a:pPr marL="0" indent="0">
              <a:buNone/>
            </a:pPr>
            <a:r>
              <a:rPr lang="en-US" dirty="0"/>
              <a:t>      of Islam?</a:t>
            </a:r>
          </a:p>
          <a:p>
            <a:endParaRPr lang="en-US" dirty="0"/>
          </a:p>
        </p:txBody>
      </p:sp>
    </p:spTree>
    <p:extLst>
      <p:ext uri="{BB962C8B-B14F-4D97-AF65-F5344CB8AC3E}">
        <p14:creationId xmlns:p14="http://schemas.microsoft.com/office/powerpoint/2010/main" val="446385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the light of the history of the sub-continent Quaid-e-</a:t>
            </a:r>
            <a:r>
              <a:rPr lang="en-US" dirty="0" err="1"/>
              <a:t>Azam</a:t>
            </a:r>
            <a:r>
              <a:rPr lang="en-US" dirty="0"/>
              <a:t> argued that the Muslims have never been a minority. They are a perfect nation and have the right to establish an independent state in those areas where they are in majority.</a:t>
            </a:r>
          </a:p>
          <a:p>
            <a:pPr marL="0" indent="0">
              <a:buNone/>
            </a:pPr>
            <a:r>
              <a:rPr lang="en-US" dirty="0"/>
              <a:t>    </a:t>
            </a:r>
          </a:p>
        </p:txBody>
      </p:sp>
    </p:spTree>
    <p:extLst>
      <p:ext uri="{BB962C8B-B14F-4D97-AF65-F5344CB8AC3E}">
        <p14:creationId xmlns:p14="http://schemas.microsoft.com/office/powerpoint/2010/main" val="28573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Pakistan ideology was based on the fact that the Muslims were a separate nation having their own culture, civilization, customs, literature, religion and the way of life. Pakistan’s ideology was erected on the Two-Nation Theory which meant that Hindus and Muslims were two separate and distinct nations, whose understanding of life clearly different from each other.</a:t>
            </a:r>
          </a:p>
          <a:p>
            <a:endParaRPr lang="en-US" dirty="0"/>
          </a:p>
        </p:txBody>
      </p:sp>
    </p:spTree>
    <p:extLst>
      <p:ext uri="{BB962C8B-B14F-4D97-AF65-F5344CB8AC3E}">
        <p14:creationId xmlns:p14="http://schemas.microsoft.com/office/powerpoint/2010/main" val="237070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Pakistan’s Ideology according to Quaid-e-</a:t>
            </a:r>
            <a:r>
              <a:rPr lang="en-US" dirty="0" err="1"/>
              <a:t>Azam’s</a:t>
            </a:r>
            <a:r>
              <a:rPr lang="en-US" dirty="0"/>
              <a:t> statements</a:t>
            </a:r>
          </a:p>
        </p:txBody>
      </p:sp>
      <p:sp>
        <p:nvSpPr>
          <p:cNvPr id="3" name="Content Placeholder 2"/>
          <p:cNvSpPr>
            <a:spLocks noGrp="1"/>
          </p:cNvSpPr>
          <p:nvPr>
            <p:ph idx="1"/>
          </p:nvPr>
        </p:nvSpPr>
        <p:spPr/>
        <p:txBody>
          <a:bodyPr/>
          <a:lstStyle/>
          <a:p>
            <a:r>
              <a:rPr lang="en-US" dirty="0"/>
              <a:t>On 8</a:t>
            </a:r>
            <a:r>
              <a:rPr lang="en-US" baseline="30000" dirty="0"/>
              <a:t>th</a:t>
            </a:r>
            <a:r>
              <a:rPr lang="en-US" dirty="0"/>
              <a:t> March 1944 Quaid-e-</a:t>
            </a:r>
            <a:r>
              <a:rPr lang="en-US" dirty="0" err="1"/>
              <a:t>Azam</a:t>
            </a:r>
            <a:r>
              <a:rPr lang="en-US" dirty="0"/>
              <a:t> said that Pakistan came into being the day when first Hindu converted to Islam. It is that age when the government of India was not being run by </a:t>
            </a:r>
            <a:r>
              <a:rPr lang="en-US"/>
              <a:t>the  Muslims.</a:t>
            </a:r>
            <a:endParaRPr lang="en-US" dirty="0"/>
          </a:p>
        </p:txBody>
      </p:sp>
    </p:spTree>
    <p:extLst>
      <p:ext uri="{BB962C8B-B14F-4D97-AF65-F5344CB8AC3E}">
        <p14:creationId xmlns:p14="http://schemas.microsoft.com/office/powerpoint/2010/main" val="4269777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1034</Words>
  <Application>Microsoft Office PowerPoint</Application>
  <PresentationFormat>On-screen Show (4:3)</PresentationFormat>
  <Paragraphs>47</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Quaid e Azam and his political ideas</vt:lpstr>
      <vt:lpstr>PowerPoint Presentation</vt:lpstr>
      <vt:lpstr>PowerPoint Presentation</vt:lpstr>
      <vt:lpstr>PowerPoint Presentation</vt:lpstr>
      <vt:lpstr>Lucknow Pact 1916</vt:lpstr>
      <vt:lpstr>Quaid’s 14 Points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Pakistan’s Ideology according to Quaid-e-Azam’s statements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Quaid e Azam and his political ideas</dc:title>
  <dc:creator>Sial</dc:creator>
  <cp:lastModifiedBy>tahir sial</cp:lastModifiedBy>
  <cp:revision>14</cp:revision>
  <dcterms:created xsi:type="dcterms:W3CDTF">2006-08-16T00:00:00Z</dcterms:created>
  <dcterms:modified xsi:type="dcterms:W3CDTF">2020-04-08T06:04:21Z</dcterms:modified>
</cp:coreProperties>
</file>