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79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5BF94-1BC3-43F5-BF8C-72160355AD8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542407D-35B7-4A13-A599-1883BFAB8CE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5F9B98E-85EA-482B-9CD3-5FC5DD8E5013}"/>
              </a:ext>
            </a:extLst>
          </p:cNvPr>
          <p:cNvSpPr>
            <a:spLocks noGrp="1"/>
          </p:cNvSpPr>
          <p:nvPr>
            <p:ph type="dt" sz="half" idx="10"/>
          </p:nvPr>
        </p:nvSpPr>
        <p:spPr/>
        <p:txBody>
          <a:bodyPr/>
          <a:lstStyle/>
          <a:p>
            <a:fld id="{8E72CDDA-7942-4E83-8104-026805C59A20}" type="datetimeFigureOut">
              <a:rPr lang="en-US" smtClean="0"/>
              <a:t>5/4/2020</a:t>
            </a:fld>
            <a:endParaRPr lang="en-US"/>
          </a:p>
        </p:txBody>
      </p:sp>
      <p:sp>
        <p:nvSpPr>
          <p:cNvPr id="5" name="Footer Placeholder 4">
            <a:extLst>
              <a:ext uri="{FF2B5EF4-FFF2-40B4-BE49-F238E27FC236}">
                <a16:creationId xmlns:a16="http://schemas.microsoft.com/office/drawing/2014/main" id="{36579060-007B-44F0-9E80-654F0DDFBB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304162-C3B3-4C8E-A68C-AED3A2AA94CA}"/>
              </a:ext>
            </a:extLst>
          </p:cNvPr>
          <p:cNvSpPr>
            <a:spLocks noGrp="1"/>
          </p:cNvSpPr>
          <p:nvPr>
            <p:ph type="sldNum" sz="quarter" idx="12"/>
          </p:nvPr>
        </p:nvSpPr>
        <p:spPr/>
        <p:txBody>
          <a:bodyPr/>
          <a:lstStyle/>
          <a:p>
            <a:fld id="{7F580B74-CE55-43F2-B679-F0CF1EEBB4ED}" type="slidenum">
              <a:rPr lang="en-US" smtClean="0"/>
              <a:t>‹#›</a:t>
            </a:fld>
            <a:endParaRPr lang="en-US"/>
          </a:p>
        </p:txBody>
      </p:sp>
    </p:spTree>
    <p:extLst>
      <p:ext uri="{BB962C8B-B14F-4D97-AF65-F5344CB8AC3E}">
        <p14:creationId xmlns:p14="http://schemas.microsoft.com/office/powerpoint/2010/main" val="2971399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5A6C6-145E-4019-8444-B17FFFC195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58C2AB7-86D7-40DE-9DAB-FFDC0DFE28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FDDF3B-7CA3-403C-ADEC-D74E2DB0D027}"/>
              </a:ext>
            </a:extLst>
          </p:cNvPr>
          <p:cNvSpPr>
            <a:spLocks noGrp="1"/>
          </p:cNvSpPr>
          <p:nvPr>
            <p:ph type="dt" sz="half" idx="10"/>
          </p:nvPr>
        </p:nvSpPr>
        <p:spPr/>
        <p:txBody>
          <a:bodyPr/>
          <a:lstStyle/>
          <a:p>
            <a:fld id="{8E72CDDA-7942-4E83-8104-026805C59A20}" type="datetimeFigureOut">
              <a:rPr lang="en-US" smtClean="0"/>
              <a:t>5/4/2020</a:t>
            </a:fld>
            <a:endParaRPr lang="en-US"/>
          </a:p>
        </p:txBody>
      </p:sp>
      <p:sp>
        <p:nvSpPr>
          <p:cNvPr id="5" name="Footer Placeholder 4">
            <a:extLst>
              <a:ext uri="{FF2B5EF4-FFF2-40B4-BE49-F238E27FC236}">
                <a16:creationId xmlns:a16="http://schemas.microsoft.com/office/drawing/2014/main" id="{391163FA-B20C-48E0-9199-20770016A6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0F2729-391C-40B1-9C1E-6974438F0CB9}"/>
              </a:ext>
            </a:extLst>
          </p:cNvPr>
          <p:cNvSpPr>
            <a:spLocks noGrp="1"/>
          </p:cNvSpPr>
          <p:nvPr>
            <p:ph type="sldNum" sz="quarter" idx="12"/>
          </p:nvPr>
        </p:nvSpPr>
        <p:spPr/>
        <p:txBody>
          <a:bodyPr/>
          <a:lstStyle/>
          <a:p>
            <a:fld id="{7F580B74-CE55-43F2-B679-F0CF1EEBB4ED}" type="slidenum">
              <a:rPr lang="en-US" smtClean="0"/>
              <a:t>‹#›</a:t>
            </a:fld>
            <a:endParaRPr lang="en-US"/>
          </a:p>
        </p:txBody>
      </p:sp>
    </p:spTree>
    <p:extLst>
      <p:ext uri="{BB962C8B-B14F-4D97-AF65-F5344CB8AC3E}">
        <p14:creationId xmlns:p14="http://schemas.microsoft.com/office/powerpoint/2010/main" val="32370668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BCA84-F83A-46B7-8238-63947580625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2D53F6D-859E-42A8-9173-236F33248B7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AD90E37-5495-45F3-BB1C-1C30FB059458}"/>
              </a:ext>
            </a:extLst>
          </p:cNvPr>
          <p:cNvSpPr>
            <a:spLocks noGrp="1"/>
          </p:cNvSpPr>
          <p:nvPr>
            <p:ph type="dt" sz="half" idx="10"/>
          </p:nvPr>
        </p:nvSpPr>
        <p:spPr/>
        <p:txBody>
          <a:bodyPr/>
          <a:lstStyle/>
          <a:p>
            <a:fld id="{8E72CDDA-7942-4E83-8104-026805C59A20}" type="datetimeFigureOut">
              <a:rPr lang="en-US" smtClean="0"/>
              <a:t>5/4/2020</a:t>
            </a:fld>
            <a:endParaRPr lang="en-US"/>
          </a:p>
        </p:txBody>
      </p:sp>
      <p:sp>
        <p:nvSpPr>
          <p:cNvPr id="5" name="Footer Placeholder 4">
            <a:extLst>
              <a:ext uri="{FF2B5EF4-FFF2-40B4-BE49-F238E27FC236}">
                <a16:creationId xmlns:a16="http://schemas.microsoft.com/office/drawing/2014/main" id="{F67B256C-431B-4807-B08A-D0890340E6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4A1ABB-7007-4E05-B13F-B849E01F352C}"/>
              </a:ext>
            </a:extLst>
          </p:cNvPr>
          <p:cNvSpPr>
            <a:spLocks noGrp="1"/>
          </p:cNvSpPr>
          <p:nvPr>
            <p:ph type="sldNum" sz="quarter" idx="12"/>
          </p:nvPr>
        </p:nvSpPr>
        <p:spPr/>
        <p:txBody>
          <a:bodyPr/>
          <a:lstStyle/>
          <a:p>
            <a:fld id="{7F580B74-CE55-43F2-B679-F0CF1EEBB4ED}" type="slidenum">
              <a:rPr lang="en-US" smtClean="0"/>
              <a:t>‹#›</a:t>
            </a:fld>
            <a:endParaRPr lang="en-US"/>
          </a:p>
        </p:txBody>
      </p:sp>
    </p:spTree>
    <p:extLst>
      <p:ext uri="{BB962C8B-B14F-4D97-AF65-F5344CB8AC3E}">
        <p14:creationId xmlns:p14="http://schemas.microsoft.com/office/powerpoint/2010/main" val="113023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1B603-6CF0-4B56-9072-FE64582EA99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FA395F5-A7A9-45D9-96B2-D71F0318BC9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88CEC98-6724-410F-8732-E47D3228E1D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6A62592-8FAD-41C5-89F6-C845FCCF4713}"/>
              </a:ext>
            </a:extLst>
          </p:cNvPr>
          <p:cNvSpPr>
            <a:spLocks noGrp="1"/>
          </p:cNvSpPr>
          <p:nvPr>
            <p:ph type="dt" sz="half" idx="10"/>
          </p:nvPr>
        </p:nvSpPr>
        <p:spPr/>
        <p:txBody>
          <a:bodyPr/>
          <a:lstStyle/>
          <a:p>
            <a:fld id="{8E72CDDA-7942-4E83-8104-026805C59A20}" type="datetimeFigureOut">
              <a:rPr lang="en-US" smtClean="0"/>
              <a:t>5/4/2020</a:t>
            </a:fld>
            <a:endParaRPr lang="en-US"/>
          </a:p>
        </p:txBody>
      </p:sp>
      <p:sp>
        <p:nvSpPr>
          <p:cNvPr id="6" name="Footer Placeholder 5">
            <a:extLst>
              <a:ext uri="{FF2B5EF4-FFF2-40B4-BE49-F238E27FC236}">
                <a16:creationId xmlns:a16="http://schemas.microsoft.com/office/drawing/2014/main" id="{C48435EF-D8AC-46E9-95D2-FB5B7A43564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1B7EDA-CB81-4E91-A493-F59DD763B192}"/>
              </a:ext>
            </a:extLst>
          </p:cNvPr>
          <p:cNvSpPr>
            <a:spLocks noGrp="1"/>
          </p:cNvSpPr>
          <p:nvPr>
            <p:ph type="sldNum" sz="quarter" idx="12"/>
          </p:nvPr>
        </p:nvSpPr>
        <p:spPr/>
        <p:txBody>
          <a:bodyPr/>
          <a:lstStyle/>
          <a:p>
            <a:fld id="{7F580B74-CE55-43F2-B679-F0CF1EEBB4ED}" type="slidenum">
              <a:rPr lang="en-US" smtClean="0"/>
              <a:t>‹#›</a:t>
            </a:fld>
            <a:endParaRPr lang="en-US"/>
          </a:p>
        </p:txBody>
      </p:sp>
    </p:spTree>
    <p:extLst>
      <p:ext uri="{BB962C8B-B14F-4D97-AF65-F5344CB8AC3E}">
        <p14:creationId xmlns:p14="http://schemas.microsoft.com/office/powerpoint/2010/main" val="33776488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41AB9-6E22-43E2-90CD-6DDC0ACB6D9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C143C2C-E69D-4C2D-8F71-55111E54E48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174B020-65EF-4886-9937-275CAF419E6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CCBB9FD-B98C-40FC-B7A9-B6E06FB65A8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8C6AF46-A2C4-4E13-9C11-9CD09931F5D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FDFA234-B95D-47E7-A116-8A66DC52F6AC}"/>
              </a:ext>
            </a:extLst>
          </p:cNvPr>
          <p:cNvSpPr>
            <a:spLocks noGrp="1"/>
          </p:cNvSpPr>
          <p:nvPr>
            <p:ph type="dt" sz="half" idx="10"/>
          </p:nvPr>
        </p:nvSpPr>
        <p:spPr/>
        <p:txBody>
          <a:bodyPr/>
          <a:lstStyle/>
          <a:p>
            <a:fld id="{8E72CDDA-7942-4E83-8104-026805C59A20}" type="datetimeFigureOut">
              <a:rPr lang="en-US" smtClean="0"/>
              <a:t>5/4/2020</a:t>
            </a:fld>
            <a:endParaRPr lang="en-US"/>
          </a:p>
        </p:txBody>
      </p:sp>
      <p:sp>
        <p:nvSpPr>
          <p:cNvPr id="8" name="Footer Placeholder 7">
            <a:extLst>
              <a:ext uri="{FF2B5EF4-FFF2-40B4-BE49-F238E27FC236}">
                <a16:creationId xmlns:a16="http://schemas.microsoft.com/office/drawing/2014/main" id="{13D71A24-98E2-4977-9CF2-BB8E25E05BE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063D1F3-BCA7-4814-A625-7779C9F6CC8D}"/>
              </a:ext>
            </a:extLst>
          </p:cNvPr>
          <p:cNvSpPr>
            <a:spLocks noGrp="1"/>
          </p:cNvSpPr>
          <p:nvPr>
            <p:ph type="sldNum" sz="quarter" idx="12"/>
          </p:nvPr>
        </p:nvSpPr>
        <p:spPr/>
        <p:txBody>
          <a:bodyPr/>
          <a:lstStyle/>
          <a:p>
            <a:fld id="{7F580B74-CE55-43F2-B679-F0CF1EEBB4ED}" type="slidenum">
              <a:rPr lang="en-US" smtClean="0"/>
              <a:t>‹#›</a:t>
            </a:fld>
            <a:endParaRPr lang="en-US"/>
          </a:p>
        </p:txBody>
      </p:sp>
    </p:spTree>
    <p:extLst>
      <p:ext uri="{BB962C8B-B14F-4D97-AF65-F5344CB8AC3E}">
        <p14:creationId xmlns:p14="http://schemas.microsoft.com/office/powerpoint/2010/main" val="32714812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D65CA-E382-4401-BFDC-1BE2E8505C1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7DB1A88-7CDB-42AC-A2B5-B6DE7BBB18CD}"/>
              </a:ext>
            </a:extLst>
          </p:cNvPr>
          <p:cNvSpPr>
            <a:spLocks noGrp="1"/>
          </p:cNvSpPr>
          <p:nvPr>
            <p:ph type="dt" sz="half" idx="10"/>
          </p:nvPr>
        </p:nvSpPr>
        <p:spPr/>
        <p:txBody>
          <a:bodyPr/>
          <a:lstStyle/>
          <a:p>
            <a:fld id="{8E72CDDA-7942-4E83-8104-026805C59A20}" type="datetimeFigureOut">
              <a:rPr lang="en-US" smtClean="0"/>
              <a:t>5/4/2020</a:t>
            </a:fld>
            <a:endParaRPr lang="en-US"/>
          </a:p>
        </p:txBody>
      </p:sp>
      <p:sp>
        <p:nvSpPr>
          <p:cNvPr id="4" name="Footer Placeholder 3">
            <a:extLst>
              <a:ext uri="{FF2B5EF4-FFF2-40B4-BE49-F238E27FC236}">
                <a16:creationId xmlns:a16="http://schemas.microsoft.com/office/drawing/2014/main" id="{41851F03-09B9-4C57-8666-25F91C800D8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395FC74-6C3A-41B0-8834-00B7A2958DC8}"/>
              </a:ext>
            </a:extLst>
          </p:cNvPr>
          <p:cNvSpPr>
            <a:spLocks noGrp="1"/>
          </p:cNvSpPr>
          <p:nvPr>
            <p:ph type="sldNum" sz="quarter" idx="12"/>
          </p:nvPr>
        </p:nvSpPr>
        <p:spPr/>
        <p:txBody>
          <a:bodyPr/>
          <a:lstStyle/>
          <a:p>
            <a:fld id="{7F580B74-CE55-43F2-B679-F0CF1EEBB4ED}" type="slidenum">
              <a:rPr lang="en-US" smtClean="0"/>
              <a:t>‹#›</a:t>
            </a:fld>
            <a:endParaRPr lang="en-US"/>
          </a:p>
        </p:txBody>
      </p:sp>
    </p:spTree>
    <p:extLst>
      <p:ext uri="{BB962C8B-B14F-4D97-AF65-F5344CB8AC3E}">
        <p14:creationId xmlns:p14="http://schemas.microsoft.com/office/powerpoint/2010/main" val="26921771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B1A3D2E-8AFE-4886-AF3C-9A0896145CED}"/>
              </a:ext>
            </a:extLst>
          </p:cNvPr>
          <p:cNvSpPr>
            <a:spLocks noGrp="1"/>
          </p:cNvSpPr>
          <p:nvPr>
            <p:ph type="dt" sz="half" idx="10"/>
          </p:nvPr>
        </p:nvSpPr>
        <p:spPr/>
        <p:txBody>
          <a:bodyPr/>
          <a:lstStyle/>
          <a:p>
            <a:fld id="{8E72CDDA-7942-4E83-8104-026805C59A20}" type="datetimeFigureOut">
              <a:rPr lang="en-US" smtClean="0"/>
              <a:t>5/4/2020</a:t>
            </a:fld>
            <a:endParaRPr lang="en-US"/>
          </a:p>
        </p:txBody>
      </p:sp>
      <p:sp>
        <p:nvSpPr>
          <p:cNvPr id="3" name="Footer Placeholder 2">
            <a:extLst>
              <a:ext uri="{FF2B5EF4-FFF2-40B4-BE49-F238E27FC236}">
                <a16:creationId xmlns:a16="http://schemas.microsoft.com/office/drawing/2014/main" id="{1B464DD7-4E40-4939-B64C-77B8A2196AC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D59671-A47C-41DF-AD5B-DD68BD6A5610}"/>
              </a:ext>
            </a:extLst>
          </p:cNvPr>
          <p:cNvSpPr>
            <a:spLocks noGrp="1"/>
          </p:cNvSpPr>
          <p:nvPr>
            <p:ph type="sldNum" sz="quarter" idx="12"/>
          </p:nvPr>
        </p:nvSpPr>
        <p:spPr/>
        <p:txBody>
          <a:bodyPr/>
          <a:lstStyle/>
          <a:p>
            <a:fld id="{7F580B74-CE55-43F2-B679-F0CF1EEBB4ED}" type="slidenum">
              <a:rPr lang="en-US" smtClean="0"/>
              <a:t>‹#›</a:t>
            </a:fld>
            <a:endParaRPr lang="en-US"/>
          </a:p>
        </p:txBody>
      </p:sp>
    </p:spTree>
    <p:extLst>
      <p:ext uri="{BB962C8B-B14F-4D97-AF65-F5344CB8AC3E}">
        <p14:creationId xmlns:p14="http://schemas.microsoft.com/office/powerpoint/2010/main" val="11810252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8A784-2EBF-4065-AEE3-A73C6903BA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A6F2250-9AD8-43B9-8D60-9C32D7E82A1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3E96961-2618-4B1D-B0B8-22F608E663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DD025C-8A44-4EAE-96B1-D63C88A65670}"/>
              </a:ext>
            </a:extLst>
          </p:cNvPr>
          <p:cNvSpPr>
            <a:spLocks noGrp="1"/>
          </p:cNvSpPr>
          <p:nvPr>
            <p:ph type="dt" sz="half" idx="10"/>
          </p:nvPr>
        </p:nvSpPr>
        <p:spPr/>
        <p:txBody>
          <a:bodyPr/>
          <a:lstStyle/>
          <a:p>
            <a:fld id="{8E72CDDA-7942-4E83-8104-026805C59A20}" type="datetimeFigureOut">
              <a:rPr lang="en-US" smtClean="0"/>
              <a:t>5/4/2020</a:t>
            </a:fld>
            <a:endParaRPr lang="en-US"/>
          </a:p>
        </p:txBody>
      </p:sp>
      <p:sp>
        <p:nvSpPr>
          <p:cNvPr id="6" name="Footer Placeholder 5">
            <a:extLst>
              <a:ext uri="{FF2B5EF4-FFF2-40B4-BE49-F238E27FC236}">
                <a16:creationId xmlns:a16="http://schemas.microsoft.com/office/drawing/2014/main" id="{61235330-8026-4704-ADB8-B401ADBF83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965BABA-69C6-42F0-BB96-7D2B649F0C8E}"/>
              </a:ext>
            </a:extLst>
          </p:cNvPr>
          <p:cNvSpPr>
            <a:spLocks noGrp="1"/>
          </p:cNvSpPr>
          <p:nvPr>
            <p:ph type="sldNum" sz="quarter" idx="12"/>
          </p:nvPr>
        </p:nvSpPr>
        <p:spPr/>
        <p:txBody>
          <a:bodyPr/>
          <a:lstStyle/>
          <a:p>
            <a:fld id="{7F580B74-CE55-43F2-B679-F0CF1EEBB4ED}" type="slidenum">
              <a:rPr lang="en-US" smtClean="0"/>
              <a:t>‹#›</a:t>
            </a:fld>
            <a:endParaRPr lang="en-US"/>
          </a:p>
        </p:txBody>
      </p:sp>
    </p:spTree>
    <p:extLst>
      <p:ext uri="{BB962C8B-B14F-4D97-AF65-F5344CB8AC3E}">
        <p14:creationId xmlns:p14="http://schemas.microsoft.com/office/powerpoint/2010/main" val="8223570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01543-E3B7-4BD8-80E0-9A0E56CECD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DAF4659-36E5-469A-99B2-130AABD34ED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0CCAEC1-9C95-46D0-AE73-419C98BECA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4D76B7-660A-4B8D-A4AC-88E6CE78E56C}"/>
              </a:ext>
            </a:extLst>
          </p:cNvPr>
          <p:cNvSpPr>
            <a:spLocks noGrp="1"/>
          </p:cNvSpPr>
          <p:nvPr>
            <p:ph type="dt" sz="half" idx="10"/>
          </p:nvPr>
        </p:nvSpPr>
        <p:spPr/>
        <p:txBody>
          <a:bodyPr/>
          <a:lstStyle/>
          <a:p>
            <a:fld id="{8E72CDDA-7942-4E83-8104-026805C59A20}" type="datetimeFigureOut">
              <a:rPr lang="en-US" smtClean="0"/>
              <a:t>5/4/2020</a:t>
            </a:fld>
            <a:endParaRPr lang="en-US"/>
          </a:p>
        </p:txBody>
      </p:sp>
      <p:sp>
        <p:nvSpPr>
          <p:cNvPr id="6" name="Footer Placeholder 5">
            <a:extLst>
              <a:ext uri="{FF2B5EF4-FFF2-40B4-BE49-F238E27FC236}">
                <a16:creationId xmlns:a16="http://schemas.microsoft.com/office/drawing/2014/main" id="{28F93A54-37ED-48D6-8067-5BBBD7995F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AA37173-8F14-452C-9DBB-EFF1045B78F9}"/>
              </a:ext>
            </a:extLst>
          </p:cNvPr>
          <p:cNvSpPr>
            <a:spLocks noGrp="1"/>
          </p:cNvSpPr>
          <p:nvPr>
            <p:ph type="sldNum" sz="quarter" idx="12"/>
          </p:nvPr>
        </p:nvSpPr>
        <p:spPr/>
        <p:txBody>
          <a:bodyPr/>
          <a:lstStyle/>
          <a:p>
            <a:fld id="{7F580B74-CE55-43F2-B679-F0CF1EEBB4ED}" type="slidenum">
              <a:rPr lang="en-US" smtClean="0"/>
              <a:t>‹#›</a:t>
            </a:fld>
            <a:endParaRPr lang="en-US"/>
          </a:p>
        </p:txBody>
      </p:sp>
    </p:spTree>
    <p:extLst>
      <p:ext uri="{BB962C8B-B14F-4D97-AF65-F5344CB8AC3E}">
        <p14:creationId xmlns:p14="http://schemas.microsoft.com/office/powerpoint/2010/main" val="18058151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83749-DC59-4C43-B7C2-FE73064EAA4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96579FE-3BE8-4F1E-8078-C5242070F2C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771994-C98E-48E1-81EE-1E2EE1911ED1}"/>
              </a:ext>
            </a:extLst>
          </p:cNvPr>
          <p:cNvSpPr>
            <a:spLocks noGrp="1"/>
          </p:cNvSpPr>
          <p:nvPr>
            <p:ph type="dt" sz="half" idx="10"/>
          </p:nvPr>
        </p:nvSpPr>
        <p:spPr/>
        <p:txBody>
          <a:bodyPr/>
          <a:lstStyle/>
          <a:p>
            <a:fld id="{8E72CDDA-7942-4E83-8104-026805C59A20}" type="datetimeFigureOut">
              <a:rPr lang="en-US" smtClean="0"/>
              <a:t>5/4/2020</a:t>
            </a:fld>
            <a:endParaRPr lang="en-US"/>
          </a:p>
        </p:txBody>
      </p:sp>
      <p:sp>
        <p:nvSpPr>
          <p:cNvPr id="5" name="Footer Placeholder 4">
            <a:extLst>
              <a:ext uri="{FF2B5EF4-FFF2-40B4-BE49-F238E27FC236}">
                <a16:creationId xmlns:a16="http://schemas.microsoft.com/office/drawing/2014/main" id="{8B03288A-565D-4DCB-BFB5-D98DC80BF8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8FA2F8-2D2D-4A3F-9E1D-64ED9755BAF7}"/>
              </a:ext>
            </a:extLst>
          </p:cNvPr>
          <p:cNvSpPr>
            <a:spLocks noGrp="1"/>
          </p:cNvSpPr>
          <p:nvPr>
            <p:ph type="sldNum" sz="quarter" idx="12"/>
          </p:nvPr>
        </p:nvSpPr>
        <p:spPr/>
        <p:txBody>
          <a:bodyPr/>
          <a:lstStyle/>
          <a:p>
            <a:fld id="{7F580B74-CE55-43F2-B679-F0CF1EEBB4ED}" type="slidenum">
              <a:rPr lang="en-US" smtClean="0"/>
              <a:t>‹#›</a:t>
            </a:fld>
            <a:endParaRPr lang="en-US"/>
          </a:p>
        </p:txBody>
      </p:sp>
    </p:spTree>
    <p:extLst>
      <p:ext uri="{BB962C8B-B14F-4D97-AF65-F5344CB8AC3E}">
        <p14:creationId xmlns:p14="http://schemas.microsoft.com/office/powerpoint/2010/main" val="24940201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1C00CFB-1D27-4598-812E-49ACFF14165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61A7244-9044-4489-AB7A-A5AEBF5E1E8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F189FB-B620-4C43-9673-98DB56A61A9B}"/>
              </a:ext>
            </a:extLst>
          </p:cNvPr>
          <p:cNvSpPr>
            <a:spLocks noGrp="1"/>
          </p:cNvSpPr>
          <p:nvPr>
            <p:ph type="dt" sz="half" idx="10"/>
          </p:nvPr>
        </p:nvSpPr>
        <p:spPr/>
        <p:txBody>
          <a:bodyPr/>
          <a:lstStyle/>
          <a:p>
            <a:fld id="{8E72CDDA-7942-4E83-8104-026805C59A20}" type="datetimeFigureOut">
              <a:rPr lang="en-US" smtClean="0"/>
              <a:t>5/4/2020</a:t>
            </a:fld>
            <a:endParaRPr lang="en-US"/>
          </a:p>
        </p:txBody>
      </p:sp>
      <p:sp>
        <p:nvSpPr>
          <p:cNvPr id="5" name="Footer Placeholder 4">
            <a:extLst>
              <a:ext uri="{FF2B5EF4-FFF2-40B4-BE49-F238E27FC236}">
                <a16:creationId xmlns:a16="http://schemas.microsoft.com/office/drawing/2014/main" id="{A759900D-6B63-41E7-835F-3149501C15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F2AFEA-5554-43A7-9693-0B14D81E7649}"/>
              </a:ext>
            </a:extLst>
          </p:cNvPr>
          <p:cNvSpPr>
            <a:spLocks noGrp="1"/>
          </p:cNvSpPr>
          <p:nvPr>
            <p:ph type="sldNum" sz="quarter" idx="12"/>
          </p:nvPr>
        </p:nvSpPr>
        <p:spPr/>
        <p:txBody>
          <a:bodyPr/>
          <a:lstStyle/>
          <a:p>
            <a:fld id="{7F580B74-CE55-43F2-B679-F0CF1EEBB4ED}" type="slidenum">
              <a:rPr lang="en-US" smtClean="0"/>
              <a:t>‹#›</a:t>
            </a:fld>
            <a:endParaRPr lang="en-US"/>
          </a:p>
        </p:txBody>
      </p:sp>
    </p:spTree>
    <p:extLst>
      <p:ext uri="{BB962C8B-B14F-4D97-AF65-F5344CB8AC3E}">
        <p14:creationId xmlns:p14="http://schemas.microsoft.com/office/powerpoint/2010/main" val="10382670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235789-621A-4256-92CB-18C89246A55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EED381A-8C9E-4746-AD6A-215CF51B36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6B8AEE-BB69-4C59-8E34-D3BB0879EE6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72CDDA-7942-4E83-8104-026805C59A20}" type="datetimeFigureOut">
              <a:rPr lang="en-US" smtClean="0"/>
              <a:t>5/4/2020</a:t>
            </a:fld>
            <a:endParaRPr lang="en-US"/>
          </a:p>
        </p:txBody>
      </p:sp>
      <p:sp>
        <p:nvSpPr>
          <p:cNvPr id="5" name="Footer Placeholder 4">
            <a:extLst>
              <a:ext uri="{FF2B5EF4-FFF2-40B4-BE49-F238E27FC236}">
                <a16:creationId xmlns:a16="http://schemas.microsoft.com/office/drawing/2014/main" id="{6C626D19-B5D2-4AED-A926-FAFD813568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8B34027-E3CB-457B-A420-1F1C11CF855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F580B74-CE55-43F2-B679-F0CF1EEBB4ED}" type="slidenum">
              <a:rPr lang="en-US" smtClean="0"/>
              <a:t>‹#›</a:t>
            </a:fld>
            <a:endParaRPr lang="en-US"/>
          </a:p>
        </p:txBody>
      </p:sp>
    </p:spTree>
    <p:extLst>
      <p:ext uri="{BB962C8B-B14F-4D97-AF65-F5344CB8AC3E}">
        <p14:creationId xmlns:p14="http://schemas.microsoft.com/office/powerpoint/2010/main" val="5040402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D4E55-F654-474C-A2DF-03608181204B}"/>
              </a:ext>
            </a:extLst>
          </p:cNvPr>
          <p:cNvSpPr>
            <a:spLocks noGrp="1"/>
          </p:cNvSpPr>
          <p:nvPr>
            <p:ph type="ctrTitle"/>
          </p:nvPr>
        </p:nvSpPr>
        <p:spPr/>
        <p:txBody>
          <a:bodyPr/>
          <a:lstStyle/>
          <a:p>
            <a:r>
              <a:rPr lang="en-US" dirty="0"/>
              <a:t>Round Table Conferences 1930-1932</a:t>
            </a:r>
          </a:p>
        </p:txBody>
      </p:sp>
      <p:sp>
        <p:nvSpPr>
          <p:cNvPr id="3" name="Subtitle 2">
            <a:extLst>
              <a:ext uri="{FF2B5EF4-FFF2-40B4-BE49-F238E27FC236}">
                <a16:creationId xmlns:a16="http://schemas.microsoft.com/office/drawing/2014/main" id="{24A46049-CF08-4587-AD71-AACFCFEB899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7739494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D2045-C484-4D5E-A645-F9411845DE09}"/>
              </a:ext>
            </a:extLst>
          </p:cNvPr>
          <p:cNvSpPr>
            <a:spLocks noGrp="1"/>
          </p:cNvSpPr>
          <p:nvPr>
            <p:ph type="title"/>
          </p:nvPr>
        </p:nvSpPr>
        <p:spPr/>
        <p:txBody>
          <a:bodyPr/>
          <a:lstStyle/>
          <a:p>
            <a:r>
              <a:rPr lang="en-US" dirty="0"/>
              <a:t>First Round Table Conference </a:t>
            </a:r>
          </a:p>
        </p:txBody>
      </p:sp>
      <p:sp>
        <p:nvSpPr>
          <p:cNvPr id="3" name="Content Placeholder 2">
            <a:extLst>
              <a:ext uri="{FF2B5EF4-FFF2-40B4-BE49-F238E27FC236}">
                <a16:creationId xmlns:a16="http://schemas.microsoft.com/office/drawing/2014/main" id="{371465FA-61A6-438B-8C7A-CD663ADACEA3}"/>
              </a:ext>
            </a:extLst>
          </p:cNvPr>
          <p:cNvSpPr>
            <a:spLocks noGrp="1"/>
          </p:cNvSpPr>
          <p:nvPr>
            <p:ph idx="1"/>
          </p:nvPr>
        </p:nvSpPr>
        <p:spPr/>
        <p:txBody>
          <a:bodyPr/>
          <a:lstStyle/>
          <a:p>
            <a:pPr algn="just"/>
            <a:r>
              <a:rPr lang="en-US" dirty="0"/>
              <a:t>The three </a:t>
            </a:r>
            <a:r>
              <a:rPr lang="en-US" b="1" dirty="0"/>
              <a:t>Round Table Conferences</a:t>
            </a:r>
            <a:r>
              <a:rPr lang="en-US" dirty="0"/>
              <a:t> of 1930–32 were a series of peace conferences organized by the British Government and Indian political personalities to discuss constitutional reforms in India. </a:t>
            </a:r>
          </a:p>
          <a:p>
            <a:pPr algn="just"/>
            <a:r>
              <a:rPr lang="en-US" dirty="0"/>
              <a:t>These started in November 1930 and ended in December 1932. </a:t>
            </a:r>
          </a:p>
          <a:p>
            <a:pPr algn="just"/>
            <a:r>
              <a:rPr lang="en-US" dirty="0"/>
              <a:t>They were conducted as per the recommendation of Jinnah to Viceroy Lord Irwin and Prime Minister Ramsay MacDonald, and by the report submitted by the Simon Commission in May 1930.</a:t>
            </a:r>
          </a:p>
        </p:txBody>
      </p:sp>
    </p:spTree>
    <p:extLst>
      <p:ext uri="{BB962C8B-B14F-4D97-AF65-F5344CB8AC3E}">
        <p14:creationId xmlns:p14="http://schemas.microsoft.com/office/powerpoint/2010/main" val="21328729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B8717-7D7B-4881-8EAF-5B338808F00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D33D114-B3FB-4490-8320-8DD74E657561}"/>
              </a:ext>
            </a:extLst>
          </p:cNvPr>
          <p:cNvSpPr>
            <a:spLocks noGrp="1"/>
          </p:cNvSpPr>
          <p:nvPr>
            <p:ph idx="1"/>
          </p:nvPr>
        </p:nvSpPr>
        <p:spPr/>
        <p:txBody>
          <a:bodyPr>
            <a:normAutofit/>
          </a:bodyPr>
          <a:lstStyle/>
          <a:p>
            <a:pPr algn="just"/>
            <a:r>
              <a:rPr lang="en-US" dirty="0"/>
              <a:t>The eight British political parties were represented by sixteen delegates. There were fifty-eight political leaders from British India and sixteen delegates from the princely states. In total 74 delegates from India attended the Conference. However, the Indian National Congress, along with Indian business leaders, kept away from the conference. Many of them were in jail for their participation in Civil Disobedience Movement.</a:t>
            </a:r>
          </a:p>
        </p:txBody>
      </p:sp>
    </p:spTree>
    <p:extLst>
      <p:ext uri="{BB962C8B-B14F-4D97-AF65-F5344CB8AC3E}">
        <p14:creationId xmlns:p14="http://schemas.microsoft.com/office/powerpoint/2010/main" val="24570078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B3C3F-36F4-4B5C-9E49-4920729B0BC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2308EC8-DED7-4A82-83BD-FADAA2C82E15}"/>
              </a:ext>
            </a:extLst>
          </p:cNvPr>
          <p:cNvSpPr>
            <a:spLocks noGrp="1"/>
          </p:cNvSpPr>
          <p:nvPr>
            <p:ph idx="1"/>
          </p:nvPr>
        </p:nvSpPr>
        <p:spPr/>
        <p:txBody>
          <a:bodyPr>
            <a:normAutofit lnSpcReduction="10000"/>
          </a:bodyPr>
          <a:lstStyle/>
          <a:p>
            <a:pPr algn="just"/>
            <a:r>
              <a:rPr lang="en-US" dirty="0"/>
              <a:t>Lord Irwin made a controversial statement declaring that India should be eventually granted </a:t>
            </a:r>
            <a:r>
              <a:rPr lang="en-US" dirty="0" err="1"/>
              <a:t>Dominionship</a:t>
            </a:r>
            <a:r>
              <a:rPr lang="en-US" dirty="0"/>
              <a:t>. After a discussion in Delhi in December 1929, Gandhi had refused to attend the London meetings. In accordance with the law the Viceroy arrested Gandhi sending him to prison. However the Mahatma's presence would prove vital for the conference success. The culmination of events were settled by the Gandhi–Irwin Pact (1931).</a:t>
            </a:r>
          </a:p>
          <a:p>
            <a:pPr algn="just"/>
            <a:r>
              <a:rPr lang="en-US" dirty="0"/>
              <a:t> A chastised Gandhi wanted the peaceful end to civil disobedience demanded by the Viceroy and his Council. Lord Irwin was triumphant but the Simon Commission had failed to gauge the determination of Indian opinion to ultimately bring independence.</a:t>
            </a:r>
          </a:p>
        </p:txBody>
      </p:sp>
    </p:spTree>
    <p:extLst>
      <p:ext uri="{BB962C8B-B14F-4D97-AF65-F5344CB8AC3E}">
        <p14:creationId xmlns:p14="http://schemas.microsoft.com/office/powerpoint/2010/main" val="40448791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539CB-4E41-4DE6-A5FA-1256336010D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02BAC07-BFE5-46C1-ADBF-9EC9A5B288AC}"/>
              </a:ext>
            </a:extLst>
          </p:cNvPr>
          <p:cNvSpPr>
            <a:spLocks noGrp="1"/>
          </p:cNvSpPr>
          <p:nvPr>
            <p:ph idx="1"/>
          </p:nvPr>
        </p:nvSpPr>
        <p:spPr/>
        <p:txBody>
          <a:bodyPr>
            <a:normAutofit fontScale="92500" lnSpcReduction="20000"/>
          </a:bodyPr>
          <a:lstStyle/>
          <a:p>
            <a:pPr algn="just"/>
            <a:r>
              <a:rPr lang="en-US" dirty="0"/>
              <a:t>The conference started with six plenary meetings where delegates put forward their issues nine sub-committees were formed to deal with several different matters including federal structure, provincial constitution, province of Sindh and NWFP, defense services and minorities.</a:t>
            </a:r>
          </a:p>
          <a:p>
            <a:pPr algn="just"/>
            <a:r>
              <a:rPr lang="en-US" dirty="0"/>
              <a:t>These were followed by discussions on the reports of the sub-committees on Federal Structure, Provincial Constitution, Minorities, Burma, North West Frontier Province, Franchise, Defense services and Sindh. These were followed by 2 more plenary meetings and a final concluding session.</a:t>
            </a:r>
          </a:p>
          <a:p>
            <a:pPr algn="just"/>
            <a:r>
              <a:rPr lang="en-US" dirty="0"/>
              <a:t>It was difficult for progress to be made in the absence of the Indian National Congress but some advances were made. The Prime Minister wrote his diary "India has not considered. It was communalism and proportions of reserved seats" that exposed the worst side of Indian politics.</a:t>
            </a:r>
          </a:p>
          <a:p>
            <a:endParaRPr lang="en-US" dirty="0"/>
          </a:p>
        </p:txBody>
      </p:sp>
    </p:spTree>
    <p:extLst>
      <p:ext uri="{BB962C8B-B14F-4D97-AF65-F5344CB8AC3E}">
        <p14:creationId xmlns:p14="http://schemas.microsoft.com/office/powerpoint/2010/main" val="4435366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03B2E-2BD6-47E9-BE38-520A1524ACE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C91B9EF-BEA9-4181-ABE6-CD8F0652591B}"/>
              </a:ext>
            </a:extLst>
          </p:cNvPr>
          <p:cNvSpPr>
            <a:spLocks noGrp="1"/>
          </p:cNvSpPr>
          <p:nvPr>
            <p:ph idx="1"/>
          </p:nvPr>
        </p:nvSpPr>
        <p:spPr/>
        <p:txBody>
          <a:bodyPr/>
          <a:lstStyle/>
          <a:p>
            <a:pPr algn="just"/>
            <a:r>
              <a:rPr lang="en-US" dirty="0"/>
              <a:t>The idea of an All-India Federation was moved to the center of discussion by </a:t>
            </a:r>
            <a:r>
              <a:rPr lang="en-US" dirty="0" err="1"/>
              <a:t>Tej</a:t>
            </a:r>
            <a:r>
              <a:rPr lang="en-US" dirty="0"/>
              <a:t> Bahadur </a:t>
            </a:r>
            <a:r>
              <a:rPr lang="en-US" dirty="0" err="1"/>
              <a:t>Sapru.All</a:t>
            </a:r>
            <a:r>
              <a:rPr lang="en-US" dirty="0"/>
              <a:t> the groups attending the conference supported this concept. The princely states agreed to the proposed federation provided that their internal sovereignty was guaranteed. The Muslim League also supported the federation as it had always been opposed to a strong Centre. The British agreed that representative government should be introduced on provincial level.</a:t>
            </a:r>
          </a:p>
          <a:p>
            <a:endParaRPr lang="en-US" dirty="0"/>
          </a:p>
        </p:txBody>
      </p:sp>
    </p:spTree>
    <p:extLst>
      <p:ext uri="{BB962C8B-B14F-4D97-AF65-F5344CB8AC3E}">
        <p14:creationId xmlns:p14="http://schemas.microsoft.com/office/powerpoint/2010/main" val="41961926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6A2A6-7F6C-4F2D-9F9B-B9EB7E42C265}"/>
              </a:ext>
            </a:extLst>
          </p:cNvPr>
          <p:cNvSpPr>
            <a:spLocks noGrp="1"/>
          </p:cNvSpPr>
          <p:nvPr>
            <p:ph type="title"/>
          </p:nvPr>
        </p:nvSpPr>
        <p:spPr/>
        <p:txBody>
          <a:bodyPr/>
          <a:lstStyle/>
          <a:p>
            <a:r>
              <a:rPr lang="en-US" dirty="0"/>
              <a:t>Second Round Conference</a:t>
            </a:r>
          </a:p>
        </p:txBody>
      </p:sp>
      <p:sp>
        <p:nvSpPr>
          <p:cNvPr id="3" name="Content Placeholder 2">
            <a:extLst>
              <a:ext uri="{FF2B5EF4-FFF2-40B4-BE49-F238E27FC236}">
                <a16:creationId xmlns:a16="http://schemas.microsoft.com/office/drawing/2014/main" id="{F59A721E-E06A-4841-AE5F-CE3FCAC3E773}"/>
              </a:ext>
            </a:extLst>
          </p:cNvPr>
          <p:cNvSpPr>
            <a:spLocks noGrp="1"/>
          </p:cNvSpPr>
          <p:nvPr>
            <p:ph idx="1"/>
          </p:nvPr>
        </p:nvSpPr>
        <p:spPr/>
        <p:txBody>
          <a:bodyPr>
            <a:normAutofit fontScale="92500" lnSpcReduction="20000"/>
          </a:bodyPr>
          <a:lstStyle/>
          <a:p>
            <a:pPr algn="just"/>
            <a:r>
              <a:rPr lang="en-US" dirty="0"/>
              <a:t>The Congress, which had killed and boycotted the first conference, was requested to come to a settlement by </a:t>
            </a:r>
            <a:r>
              <a:rPr lang="en-US" dirty="0" err="1"/>
              <a:t>Sapru</a:t>
            </a:r>
            <a:r>
              <a:rPr lang="en-US" dirty="0"/>
              <a:t>, M. R. </a:t>
            </a:r>
            <a:r>
              <a:rPr lang="en-US" dirty="0" err="1"/>
              <a:t>Jayakar</a:t>
            </a:r>
            <a:r>
              <a:rPr lang="en-US" dirty="0"/>
              <a:t> and V. S. Srinivasa </a:t>
            </a:r>
            <a:r>
              <a:rPr lang="en-US" dirty="0" err="1"/>
              <a:t>Sastri</a:t>
            </a:r>
            <a:r>
              <a:rPr lang="en-US" dirty="0"/>
              <a:t>. A settlement between Mahatma Gandhi and Viceroy Lord Irwin not true the Congress to the second session of Round Table Conference, which opened on 7 September. </a:t>
            </a:r>
          </a:p>
          <a:p>
            <a:pPr algn="just"/>
            <a:r>
              <a:rPr lang="en-US" dirty="0"/>
              <a:t>Although MacDonald was still Prime Minister of Britain, he was by this time heading a coalition Government (the "National Government") with a Conservative majority, including Sir Samuel Hoare as a new Secretary of State for India.</a:t>
            </a:r>
          </a:p>
          <a:p>
            <a:pPr algn="just"/>
            <a:r>
              <a:rPr lang="en-US" dirty="0"/>
              <a:t> On 7 November 1931 Gandhi secretly met with Malcolm MacDonald in his rooms at Balliol College, Oxford. He took the opportunity to gain publicity from a tour of the East End and visit to Lancashire cotton mills, but could not persuade the government to grant self-rule: of more urgency was the gathering Agrarian Crisis and Congress newest campaign for a Fair rent.</a:t>
            </a:r>
          </a:p>
        </p:txBody>
      </p:sp>
    </p:spTree>
    <p:extLst>
      <p:ext uri="{BB962C8B-B14F-4D97-AF65-F5344CB8AC3E}">
        <p14:creationId xmlns:p14="http://schemas.microsoft.com/office/powerpoint/2010/main" val="26934842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8E4B1-A481-4D0A-8BEF-B891583633A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B413376-3E75-440A-834F-7A30BB902C0A}"/>
              </a:ext>
            </a:extLst>
          </p:cNvPr>
          <p:cNvSpPr>
            <a:spLocks noGrp="1"/>
          </p:cNvSpPr>
          <p:nvPr>
            <p:ph idx="1"/>
          </p:nvPr>
        </p:nvSpPr>
        <p:spPr/>
        <p:txBody>
          <a:bodyPr>
            <a:normAutofit/>
          </a:bodyPr>
          <a:lstStyle/>
          <a:p>
            <a:pPr algn="just"/>
            <a:r>
              <a:rPr lang="en-US" i="1" dirty="0"/>
              <a:t>Congress Representation</a:t>
            </a:r>
            <a:r>
              <a:rPr lang="en-US" dirty="0"/>
              <a:t> — The Gandhi-Irwin Pact opened the way for Congress participation in this conference. Gandhi was invited from India and attended as the sole official Congress representative accompanied by Sarojini Naidu and also Madan Mohan </a:t>
            </a:r>
            <a:r>
              <a:rPr lang="en-US" dirty="0" err="1"/>
              <a:t>Malaviya</a:t>
            </a:r>
            <a:r>
              <a:rPr lang="en-US" dirty="0"/>
              <a:t>, Ghanshyam Das Birla, Muhammad Iqbal, Sir Mirza Ismail (Diwan of Mysore), S.K. Dutta and Sir Syed Ali Imam..</a:t>
            </a:r>
          </a:p>
        </p:txBody>
      </p:sp>
    </p:spTree>
    <p:extLst>
      <p:ext uri="{BB962C8B-B14F-4D97-AF65-F5344CB8AC3E}">
        <p14:creationId xmlns:p14="http://schemas.microsoft.com/office/powerpoint/2010/main" val="19152064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A5453-B85E-4A46-ADA5-5FD3EDE34D4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8817A83-5CE5-48DF-AEFB-9FECBCE1C297}"/>
              </a:ext>
            </a:extLst>
          </p:cNvPr>
          <p:cNvSpPr>
            <a:spLocks noGrp="1"/>
          </p:cNvSpPr>
          <p:nvPr>
            <p:ph idx="1"/>
          </p:nvPr>
        </p:nvSpPr>
        <p:spPr/>
        <p:txBody>
          <a:bodyPr/>
          <a:lstStyle/>
          <a:p>
            <a:pPr algn="just"/>
            <a:r>
              <a:rPr lang="en-US" dirty="0"/>
              <a:t>Gandhi claimed that the Congress alone represented political India; that the Untouchables were Hindus and should not be treated as a “minority”; and that there should be no separate electorates or special safeguards for Muslims or other minorities. These claims were rejected by the other Indian participants. According to this pact, Gandhi was asked to call off the Civil Disobedience Movement (CDM) and if he did so the prisoners of the British government would be freed except the criminal prisoners, i.e. those who had killed British officials. He returned to India, disappointed with the results and empty-handed</a:t>
            </a:r>
          </a:p>
        </p:txBody>
      </p:sp>
    </p:spTree>
    <p:extLst>
      <p:ext uri="{BB962C8B-B14F-4D97-AF65-F5344CB8AC3E}">
        <p14:creationId xmlns:p14="http://schemas.microsoft.com/office/powerpoint/2010/main" val="3252346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3726C-22C5-4CD8-B5D8-34FE1213243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5D78C91-F1CB-498A-8148-13F1015060B0}"/>
              </a:ext>
            </a:extLst>
          </p:cNvPr>
          <p:cNvSpPr>
            <a:spLocks noGrp="1"/>
          </p:cNvSpPr>
          <p:nvPr>
            <p:ph idx="1"/>
          </p:nvPr>
        </p:nvSpPr>
        <p:spPr/>
        <p:txBody>
          <a:bodyPr>
            <a:normAutofit lnSpcReduction="10000"/>
          </a:bodyPr>
          <a:lstStyle/>
          <a:p>
            <a:pPr algn="just"/>
            <a:r>
              <a:rPr lang="en-US" dirty="0"/>
              <a:t>Gandhi took particular exception to the treatment of untouchables as a minority separate from the rest of the Hindu community. Other important discussions were the responsibility of the executive to the legislature and a separate electorate for the </a:t>
            </a:r>
            <a:r>
              <a:rPr lang="en-US" b="1" dirty="0"/>
              <a:t>Untouchables</a:t>
            </a:r>
            <a:r>
              <a:rPr lang="en-US" dirty="0"/>
              <a:t> as demanded by Dr. B.R. Ambedkar.</a:t>
            </a:r>
            <a:endParaRPr lang="en-US" baseline="30000" dirty="0"/>
          </a:p>
          <a:p>
            <a:pPr algn="just"/>
            <a:r>
              <a:rPr lang="en-US" dirty="0"/>
              <a:t> Gandhi announced that henceforth he would work only on behalf of the </a:t>
            </a:r>
            <a:r>
              <a:rPr lang="en-US" i="1" dirty="0" err="1"/>
              <a:t>Harijans</a:t>
            </a:r>
            <a:r>
              <a:rPr lang="en-US" dirty="0"/>
              <a:t>: he reached a compromise with the leader of depressed classes, Dr. B. R. Ambedkar, over this issue; the two eventually resolved the situation with the </a:t>
            </a:r>
            <a:r>
              <a:rPr lang="en-US" b="1" dirty="0"/>
              <a:t>Poona Pact</a:t>
            </a:r>
            <a:r>
              <a:rPr lang="en-US" dirty="0"/>
              <a:t> of 1932. But not before the conference of All-India Depressed Classes had specifically 'denounced the claim made by Gandhi.</a:t>
            </a:r>
          </a:p>
        </p:txBody>
      </p:sp>
    </p:spTree>
    <p:extLst>
      <p:ext uri="{BB962C8B-B14F-4D97-AF65-F5344CB8AC3E}">
        <p14:creationId xmlns:p14="http://schemas.microsoft.com/office/powerpoint/2010/main" val="22763152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18666-DCF0-46DF-8564-3AF77188FCE8}"/>
              </a:ext>
            </a:extLst>
          </p:cNvPr>
          <p:cNvSpPr>
            <a:spLocks noGrp="1"/>
          </p:cNvSpPr>
          <p:nvPr>
            <p:ph type="title"/>
          </p:nvPr>
        </p:nvSpPr>
        <p:spPr/>
        <p:txBody>
          <a:bodyPr/>
          <a:lstStyle/>
          <a:p>
            <a:r>
              <a:rPr lang="en-US" dirty="0"/>
              <a:t>Third Round Table Conference</a:t>
            </a:r>
          </a:p>
        </p:txBody>
      </p:sp>
      <p:sp>
        <p:nvSpPr>
          <p:cNvPr id="3" name="Content Placeholder 2">
            <a:extLst>
              <a:ext uri="{FF2B5EF4-FFF2-40B4-BE49-F238E27FC236}">
                <a16:creationId xmlns:a16="http://schemas.microsoft.com/office/drawing/2014/main" id="{A0EF40DF-6722-4D89-9E31-8059DF7B7A53}"/>
              </a:ext>
            </a:extLst>
          </p:cNvPr>
          <p:cNvSpPr>
            <a:spLocks noGrp="1"/>
          </p:cNvSpPr>
          <p:nvPr>
            <p:ph idx="1"/>
          </p:nvPr>
        </p:nvSpPr>
        <p:spPr/>
        <p:txBody>
          <a:bodyPr/>
          <a:lstStyle/>
          <a:p>
            <a:pPr algn="just"/>
            <a:r>
              <a:rPr lang="en-US" dirty="0"/>
              <a:t>The third and last session assembled on November 17, 1932. Only forty-six delegates attended since most of the main political figures of India were not present. The </a:t>
            </a:r>
            <a:r>
              <a:rPr lang="en-US" dirty="0" err="1"/>
              <a:t>Labour</a:t>
            </a:r>
            <a:r>
              <a:rPr lang="en-US" dirty="0"/>
              <a:t> Party from Britain and the Indian National Congress refused to attend.</a:t>
            </a:r>
          </a:p>
          <a:p>
            <a:pPr algn="just"/>
            <a:r>
              <a:rPr lang="en-US" dirty="0"/>
              <a:t>From September 1931 until March 1933, under the supervision of the Secretary of State for India, Sir Samuel Hoare, the proposed reforms took the form reflected in the </a:t>
            </a:r>
            <a:r>
              <a:rPr lang="en-US" b="1" dirty="0"/>
              <a:t>Government of India Act 1935</a:t>
            </a:r>
            <a:r>
              <a:rPr lang="en-US" dirty="0"/>
              <a:t>.</a:t>
            </a:r>
          </a:p>
          <a:p>
            <a:endParaRPr lang="en-US" dirty="0"/>
          </a:p>
        </p:txBody>
      </p:sp>
    </p:spTree>
    <p:extLst>
      <p:ext uri="{BB962C8B-B14F-4D97-AF65-F5344CB8AC3E}">
        <p14:creationId xmlns:p14="http://schemas.microsoft.com/office/powerpoint/2010/main" val="14649635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TotalTime>
  <Words>403</Words>
  <Application>Microsoft Office PowerPoint</Application>
  <PresentationFormat>Widescreen</PresentationFormat>
  <Paragraphs>23</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Office Theme</vt:lpstr>
      <vt:lpstr>Round Table Conferences 1930-1932</vt:lpstr>
      <vt:lpstr>First Round Table Conference </vt:lpstr>
      <vt:lpstr>PowerPoint Presentation</vt:lpstr>
      <vt:lpstr>PowerPoint Presentation</vt:lpstr>
      <vt:lpstr>PowerPoint Presentation</vt:lpstr>
      <vt:lpstr>PowerPoint Presentation</vt:lpstr>
      <vt:lpstr>Second Round Conference</vt:lpstr>
      <vt:lpstr>PowerPoint Presentation</vt:lpstr>
      <vt:lpstr>PowerPoint Presentation</vt:lpstr>
      <vt:lpstr>PowerPoint Presentation</vt:lpstr>
      <vt:lpstr>Third Round Table Conference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Round Table Conferences 1930-1932</dc:title>
  <dc:creator>tahir sial</dc:creator>
  <cp:lastModifiedBy>tahir sial</cp:lastModifiedBy>
  <cp:revision>4</cp:revision>
  <dcterms:created xsi:type="dcterms:W3CDTF">2020-04-23T07:51:44Z</dcterms:created>
  <dcterms:modified xsi:type="dcterms:W3CDTF">2020-05-04T11:31:17Z</dcterms:modified>
</cp:coreProperties>
</file>