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1" r:id="rId4"/>
    <p:sldId id="262" r:id="rId5"/>
    <p:sldId id="259" r:id="rId6"/>
    <p:sldId id="258" r:id="rId7"/>
    <p:sldId id="260" r:id="rId8"/>
    <p:sldId id="263" r:id="rId9"/>
    <p:sldId id="265" r:id="rId10"/>
    <p:sldId id="264" r:id="rId11"/>
    <p:sldId id="268" r:id="rId12"/>
    <p:sldId id="267" r:id="rId13"/>
    <p:sldId id="26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79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E5482-A182-463E-A76B-CF42D62794F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6A12088-FD3D-45BB-A2F2-676DCDFE241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9DB4EDF-9A94-48C9-9C38-36AF46B1A076}"/>
              </a:ext>
            </a:extLst>
          </p:cNvPr>
          <p:cNvSpPr>
            <a:spLocks noGrp="1"/>
          </p:cNvSpPr>
          <p:nvPr>
            <p:ph type="dt" sz="half" idx="10"/>
          </p:nvPr>
        </p:nvSpPr>
        <p:spPr/>
        <p:txBody>
          <a:bodyPr/>
          <a:lstStyle/>
          <a:p>
            <a:fld id="{E123E5A4-A0B7-4296-90BF-134DB53AAE34}" type="datetimeFigureOut">
              <a:rPr lang="en-US" smtClean="0"/>
              <a:t>3/9/2021</a:t>
            </a:fld>
            <a:endParaRPr lang="en-US"/>
          </a:p>
        </p:txBody>
      </p:sp>
      <p:sp>
        <p:nvSpPr>
          <p:cNvPr id="5" name="Footer Placeholder 4">
            <a:extLst>
              <a:ext uri="{FF2B5EF4-FFF2-40B4-BE49-F238E27FC236}">
                <a16:creationId xmlns:a16="http://schemas.microsoft.com/office/drawing/2014/main" id="{2AB65DFD-645D-4771-AAD0-EE0CD98E79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518395-2CB9-4842-81AC-C07B60B2AD08}"/>
              </a:ext>
            </a:extLst>
          </p:cNvPr>
          <p:cNvSpPr>
            <a:spLocks noGrp="1"/>
          </p:cNvSpPr>
          <p:nvPr>
            <p:ph type="sldNum" sz="quarter" idx="12"/>
          </p:nvPr>
        </p:nvSpPr>
        <p:spPr/>
        <p:txBody>
          <a:bodyPr/>
          <a:lstStyle/>
          <a:p>
            <a:fld id="{79249B42-810F-45B0-A587-C90361C78843}" type="slidenum">
              <a:rPr lang="en-US" smtClean="0"/>
              <a:t>‹#›</a:t>
            </a:fld>
            <a:endParaRPr lang="en-US"/>
          </a:p>
        </p:txBody>
      </p:sp>
    </p:spTree>
    <p:extLst>
      <p:ext uri="{BB962C8B-B14F-4D97-AF65-F5344CB8AC3E}">
        <p14:creationId xmlns:p14="http://schemas.microsoft.com/office/powerpoint/2010/main" val="32210982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CDBB7-FCF0-463C-9750-FCE19873E1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6E194F7-41A6-4ACE-92D2-D8A42E85719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DAED11-5650-44B6-B72E-A6DB614D7C1E}"/>
              </a:ext>
            </a:extLst>
          </p:cNvPr>
          <p:cNvSpPr>
            <a:spLocks noGrp="1"/>
          </p:cNvSpPr>
          <p:nvPr>
            <p:ph type="dt" sz="half" idx="10"/>
          </p:nvPr>
        </p:nvSpPr>
        <p:spPr/>
        <p:txBody>
          <a:bodyPr/>
          <a:lstStyle/>
          <a:p>
            <a:fld id="{E123E5A4-A0B7-4296-90BF-134DB53AAE34}" type="datetimeFigureOut">
              <a:rPr lang="en-US" smtClean="0"/>
              <a:t>3/9/2021</a:t>
            </a:fld>
            <a:endParaRPr lang="en-US"/>
          </a:p>
        </p:txBody>
      </p:sp>
      <p:sp>
        <p:nvSpPr>
          <p:cNvPr id="5" name="Footer Placeholder 4">
            <a:extLst>
              <a:ext uri="{FF2B5EF4-FFF2-40B4-BE49-F238E27FC236}">
                <a16:creationId xmlns:a16="http://schemas.microsoft.com/office/drawing/2014/main" id="{DEE6BDEB-D192-4AB8-A3A2-1E670F8072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668892-5811-42B2-A974-56F4D73F66F3}"/>
              </a:ext>
            </a:extLst>
          </p:cNvPr>
          <p:cNvSpPr>
            <a:spLocks noGrp="1"/>
          </p:cNvSpPr>
          <p:nvPr>
            <p:ph type="sldNum" sz="quarter" idx="12"/>
          </p:nvPr>
        </p:nvSpPr>
        <p:spPr/>
        <p:txBody>
          <a:bodyPr/>
          <a:lstStyle/>
          <a:p>
            <a:fld id="{79249B42-810F-45B0-A587-C90361C78843}" type="slidenum">
              <a:rPr lang="en-US" smtClean="0"/>
              <a:t>‹#›</a:t>
            </a:fld>
            <a:endParaRPr lang="en-US"/>
          </a:p>
        </p:txBody>
      </p:sp>
    </p:spTree>
    <p:extLst>
      <p:ext uri="{BB962C8B-B14F-4D97-AF65-F5344CB8AC3E}">
        <p14:creationId xmlns:p14="http://schemas.microsoft.com/office/powerpoint/2010/main" val="5606936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413B0-0DCA-4863-8C8A-B2BC2FC6C73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6E4B330-967A-4B23-AF77-27000212CF5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6E437F9-849A-4B62-98FC-2A31112B553E}"/>
              </a:ext>
            </a:extLst>
          </p:cNvPr>
          <p:cNvSpPr>
            <a:spLocks noGrp="1"/>
          </p:cNvSpPr>
          <p:nvPr>
            <p:ph type="dt" sz="half" idx="10"/>
          </p:nvPr>
        </p:nvSpPr>
        <p:spPr/>
        <p:txBody>
          <a:bodyPr/>
          <a:lstStyle/>
          <a:p>
            <a:fld id="{E123E5A4-A0B7-4296-90BF-134DB53AAE34}" type="datetimeFigureOut">
              <a:rPr lang="en-US" smtClean="0"/>
              <a:t>3/9/2021</a:t>
            </a:fld>
            <a:endParaRPr lang="en-US"/>
          </a:p>
        </p:txBody>
      </p:sp>
      <p:sp>
        <p:nvSpPr>
          <p:cNvPr id="5" name="Footer Placeholder 4">
            <a:extLst>
              <a:ext uri="{FF2B5EF4-FFF2-40B4-BE49-F238E27FC236}">
                <a16:creationId xmlns:a16="http://schemas.microsoft.com/office/drawing/2014/main" id="{DBA285AF-D39F-411A-B4B4-4BD60B904B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31F107-98CB-4F10-A623-EDEBC61967B7}"/>
              </a:ext>
            </a:extLst>
          </p:cNvPr>
          <p:cNvSpPr>
            <a:spLocks noGrp="1"/>
          </p:cNvSpPr>
          <p:nvPr>
            <p:ph type="sldNum" sz="quarter" idx="12"/>
          </p:nvPr>
        </p:nvSpPr>
        <p:spPr/>
        <p:txBody>
          <a:bodyPr/>
          <a:lstStyle/>
          <a:p>
            <a:fld id="{79249B42-810F-45B0-A587-C90361C78843}" type="slidenum">
              <a:rPr lang="en-US" smtClean="0"/>
              <a:t>‹#›</a:t>
            </a:fld>
            <a:endParaRPr lang="en-US"/>
          </a:p>
        </p:txBody>
      </p:sp>
    </p:spTree>
    <p:extLst>
      <p:ext uri="{BB962C8B-B14F-4D97-AF65-F5344CB8AC3E}">
        <p14:creationId xmlns:p14="http://schemas.microsoft.com/office/powerpoint/2010/main" val="21894718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AF0FF-6BC6-43B1-AE37-AD80C9375D9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8B389E-3004-40DC-A185-AB10F2EC661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33F161C-C60C-4C05-AB21-B751FE200FE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FA35397-0023-44CF-BAD1-882557C409E2}"/>
              </a:ext>
            </a:extLst>
          </p:cNvPr>
          <p:cNvSpPr>
            <a:spLocks noGrp="1"/>
          </p:cNvSpPr>
          <p:nvPr>
            <p:ph type="dt" sz="half" idx="10"/>
          </p:nvPr>
        </p:nvSpPr>
        <p:spPr/>
        <p:txBody>
          <a:bodyPr/>
          <a:lstStyle/>
          <a:p>
            <a:fld id="{E123E5A4-A0B7-4296-90BF-134DB53AAE34}" type="datetimeFigureOut">
              <a:rPr lang="en-US" smtClean="0"/>
              <a:t>3/9/2021</a:t>
            </a:fld>
            <a:endParaRPr lang="en-US"/>
          </a:p>
        </p:txBody>
      </p:sp>
      <p:sp>
        <p:nvSpPr>
          <p:cNvPr id="6" name="Footer Placeholder 5">
            <a:extLst>
              <a:ext uri="{FF2B5EF4-FFF2-40B4-BE49-F238E27FC236}">
                <a16:creationId xmlns:a16="http://schemas.microsoft.com/office/drawing/2014/main" id="{DD03B145-FB15-474A-A006-F33846A0642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868F34A-9FDA-4E1C-AC44-1FFD80D42CCF}"/>
              </a:ext>
            </a:extLst>
          </p:cNvPr>
          <p:cNvSpPr>
            <a:spLocks noGrp="1"/>
          </p:cNvSpPr>
          <p:nvPr>
            <p:ph type="sldNum" sz="quarter" idx="12"/>
          </p:nvPr>
        </p:nvSpPr>
        <p:spPr/>
        <p:txBody>
          <a:bodyPr/>
          <a:lstStyle/>
          <a:p>
            <a:fld id="{79249B42-810F-45B0-A587-C90361C78843}" type="slidenum">
              <a:rPr lang="en-US" smtClean="0"/>
              <a:t>‹#›</a:t>
            </a:fld>
            <a:endParaRPr lang="en-US"/>
          </a:p>
        </p:txBody>
      </p:sp>
    </p:spTree>
    <p:extLst>
      <p:ext uri="{BB962C8B-B14F-4D97-AF65-F5344CB8AC3E}">
        <p14:creationId xmlns:p14="http://schemas.microsoft.com/office/powerpoint/2010/main" val="42577750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A1304E-5076-4F63-8178-5FE44AA1A04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93BDBFF-F6C6-42F3-881E-1E24909EDF7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619A27A-3BA4-46BF-8BFF-F124DAD85C5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BC02A16-75E0-459F-905E-8B52CB27F6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2AE0E4E-007B-4FFF-8B87-5F1681E3CF8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87A5777-2A8B-46EE-8455-850FB8E50F63}"/>
              </a:ext>
            </a:extLst>
          </p:cNvPr>
          <p:cNvSpPr>
            <a:spLocks noGrp="1"/>
          </p:cNvSpPr>
          <p:nvPr>
            <p:ph type="dt" sz="half" idx="10"/>
          </p:nvPr>
        </p:nvSpPr>
        <p:spPr/>
        <p:txBody>
          <a:bodyPr/>
          <a:lstStyle/>
          <a:p>
            <a:fld id="{E123E5A4-A0B7-4296-90BF-134DB53AAE34}" type="datetimeFigureOut">
              <a:rPr lang="en-US" smtClean="0"/>
              <a:t>3/9/2021</a:t>
            </a:fld>
            <a:endParaRPr lang="en-US"/>
          </a:p>
        </p:txBody>
      </p:sp>
      <p:sp>
        <p:nvSpPr>
          <p:cNvPr id="8" name="Footer Placeholder 7">
            <a:extLst>
              <a:ext uri="{FF2B5EF4-FFF2-40B4-BE49-F238E27FC236}">
                <a16:creationId xmlns:a16="http://schemas.microsoft.com/office/drawing/2014/main" id="{0C9E0317-5CF2-4ACC-8CBB-3C085EB5CB9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DD06899-E0E4-4387-9392-46D2A5E03ACE}"/>
              </a:ext>
            </a:extLst>
          </p:cNvPr>
          <p:cNvSpPr>
            <a:spLocks noGrp="1"/>
          </p:cNvSpPr>
          <p:nvPr>
            <p:ph type="sldNum" sz="quarter" idx="12"/>
          </p:nvPr>
        </p:nvSpPr>
        <p:spPr/>
        <p:txBody>
          <a:bodyPr/>
          <a:lstStyle/>
          <a:p>
            <a:fld id="{79249B42-810F-45B0-A587-C90361C78843}" type="slidenum">
              <a:rPr lang="en-US" smtClean="0"/>
              <a:t>‹#›</a:t>
            </a:fld>
            <a:endParaRPr lang="en-US"/>
          </a:p>
        </p:txBody>
      </p:sp>
    </p:spTree>
    <p:extLst>
      <p:ext uri="{BB962C8B-B14F-4D97-AF65-F5344CB8AC3E}">
        <p14:creationId xmlns:p14="http://schemas.microsoft.com/office/powerpoint/2010/main" val="17953577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38733-FB6C-4AD5-BAF2-9B304E91ABC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53172DF-79EB-4D4D-9D09-AE6E2464CD56}"/>
              </a:ext>
            </a:extLst>
          </p:cNvPr>
          <p:cNvSpPr>
            <a:spLocks noGrp="1"/>
          </p:cNvSpPr>
          <p:nvPr>
            <p:ph type="dt" sz="half" idx="10"/>
          </p:nvPr>
        </p:nvSpPr>
        <p:spPr/>
        <p:txBody>
          <a:bodyPr/>
          <a:lstStyle/>
          <a:p>
            <a:fld id="{E123E5A4-A0B7-4296-90BF-134DB53AAE34}" type="datetimeFigureOut">
              <a:rPr lang="en-US" smtClean="0"/>
              <a:t>3/9/2021</a:t>
            </a:fld>
            <a:endParaRPr lang="en-US"/>
          </a:p>
        </p:txBody>
      </p:sp>
      <p:sp>
        <p:nvSpPr>
          <p:cNvPr id="4" name="Footer Placeholder 3">
            <a:extLst>
              <a:ext uri="{FF2B5EF4-FFF2-40B4-BE49-F238E27FC236}">
                <a16:creationId xmlns:a16="http://schemas.microsoft.com/office/drawing/2014/main" id="{7087C8D3-67AF-43E3-A5F4-B0C959FBD85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9B62736-379B-456E-A800-6482A676D4B7}"/>
              </a:ext>
            </a:extLst>
          </p:cNvPr>
          <p:cNvSpPr>
            <a:spLocks noGrp="1"/>
          </p:cNvSpPr>
          <p:nvPr>
            <p:ph type="sldNum" sz="quarter" idx="12"/>
          </p:nvPr>
        </p:nvSpPr>
        <p:spPr/>
        <p:txBody>
          <a:bodyPr/>
          <a:lstStyle/>
          <a:p>
            <a:fld id="{79249B42-810F-45B0-A587-C90361C78843}" type="slidenum">
              <a:rPr lang="en-US" smtClean="0"/>
              <a:t>‹#›</a:t>
            </a:fld>
            <a:endParaRPr lang="en-US"/>
          </a:p>
        </p:txBody>
      </p:sp>
    </p:spTree>
    <p:extLst>
      <p:ext uri="{BB962C8B-B14F-4D97-AF65-F5344CB8AC3E}">
        <p14:creationId xmlns:p14="http://schemas.microsoft.com/office/powerpoint/2010/main" val="8679639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A0086CE-242F-4D1B-9185-3AECBEA93FCA}"/>
              </a:ext>
            </a:extLst>
          </p:cNvPr>
          <p:cNvSpPr>
            <a:spLocks noGrp="1"/>
          </p:cNvSpPr>
          <p:nvPr>
            <p:ph type="dt" sz="half" idx="10"/>
          </p:nvPr>
        </p:nvSpPr>
        <p:spPr/>
        <p:txBody>
          <a:bodyPr/>
          <a:lstStyle/>
          <a:p>
            <a:fld id="{E123E5A4-A0B7-4296-90BF-134DB53AAE34}" type="datetimeFigureOut">
              <a:rPr lang="en-US" smtClean="0"/>
              <a:t>3/9/2021</a:t>
            </a:fld>
            <a:endParaRPr lang="en-US"/>
          </a:p>
        </p:txBody>
      </p:sp>
      <p:sp>
        <p:nvSpPr>
          <p:cNvPr id="3" name="Footer Placeholder 2">
            <a:extLst>
              <a:ext uri="{FF2B5EF4-FFF2-40B4-BE49-F238E27FC236}">
                <a16:creationId xmlns:a16="http://schemas.microsoft.com/office/drawing/2014/main" id="{4302DF25-0AB1-46DD-B87F-CBBE7447C8E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58E4803-3B28-44B9-9813-B655D6E5E8D9}"/>
              </a:ext>
            </a:extLst>
          </p:cNvPr>
          <p:cNvSpPr>
            <a:spLocks noGrp="1"/>
          </p:cNvSpPr>
          <p:nvPr>
            <p:ph type="sldNum" sz="quarter" idx="12"/>
          </p:nvPr>
        </p:nvSpPr>
        <p:spPr/>
        <p:txBody>
          <a:bodyPr/>
          <a:lstStyle/>
          <a:p>
            <a:fld id="{79249B42-810F-45B0-A587-C90361C78843}" type="slidenum">
              <a:rPr lang="en-US" smtClean="0"/>
              <a:t>‹#›</a:t>
            </a:fld>
            <a:endParaRPr lang="en-US"/>
          </a:p>
        </p:txBody>
      </p:sp>
    </p:spTree>
    <p:extLst>
      <p:ext uri="{BB962C8B-B14F-4D97-AF65-F5344CB8AC3E}">
        <p14:creationId xmlns:p14="http://schemas.microsoft.com/office/powerpoint/2010/main" val="36827693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B56ACF-F4F9-41C1-B8FC-5E82B9D055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465AF2D-81B1-4D69-A304-A5180C8FB7A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EB5560D-ACF0-4D69-B269-8C78921E77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8021C7-3009-40D9-B73F-4C87BF94B5CE}"/>
              </a:ext>
            </a:extLst>
          </p:cNvPr>
          <p:cNvSpPr>
            <a:spLocks noGrp="1"/>
          </p:cNvSpPr>
          <p:nvPr>
            <p:ph type="dt" sz="half" idx="10"/>
          </p:nvPr>
        </p:nvSpPr>
        <p:spPr/>
        <p:txBody>
          <a:bodyPr/>
          <a:lstStyle/>
          <a:p>
            <a:fld id="{E123E5A4-A0B7-4296-90BF-134DB53AAE34}" type="datetimeFigureOut">
              <a:rPr lang="en-US" smtClean="0"/>
              <a:t>3/9/2021</a:t>
            </a:fld>
            <a:endParaRPr lang="en-US"/>
          </a:p>
        </p:txBody>
      </p:sp>
      <p:sp>
        <p:nvSpPr>
          <p:cNvPr id="6" name="Footer Placeholder 5">
            <a:extLst>
              <a:ext uri="{FF2B5EF4-FFF2-40B4-BE49-F238E27FC236}">
                <a16:creationId xmlns:a16="http://schemas.microsoft.com/office/drawing/2014/main" id="{56C852A0-9971-4353-9ACE-40220F5BEB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613808-2BF2-4FFD-995A-51FDF519070E}"/>
              </a:ext>
            </a:extLst>
          </p:cNvPr>
          <p:cNvSpPr>
            <a:spLocks noGrp="1"/>
          </p:cNvSpPr>
          <p:nvPr>
            <p:ph type="sldNum" sz="quarter" idx="12"/>
          </p:nvPr>
        </p:nvSpPr>
        <p:spPr/>
        <p:txBody>
          <a:bodyPr/>
          <a:lstStyle/>
          <a:p>
            <a:fld id="{79249B42-810F-45B0-A587-C90361C78843}" type="slidenum">
              <a:rPr lang="en-US" smtClean="0"/>
              <a:t>‹#›</a:t>
            </a:fld>
            <a:endParaRPr lang="en-US"/>
          </a:p>
        </p:txBody>
      </p:sp>
    </p:spTree>
    <p:extLst>
      <p:ext uri="{BB962C8B-B14F-4D97-AF65-F5344CB8AC3E}">
        <p14:creationId xmlns:p14="http://schemas.microsoft.com/office/powerpoint/2010/main" val="13256046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721AC-30FE-4906-8A55-F1B0C0B050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0955AEF-4786-48DD-A1E4-3171FABD5F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AF2D6E5-A11A-444C-9F02-5269865CB3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7CA937E-459A-4972-849E-03071F1364E3}"/>
              </a:ext>
            </a:extLst>
          </p:cNvPr>
          <p:cNvSpPr>
            <a:spLocks noGrp="1"/>
          </p:cNvSpPr>
          <p:nvPr>
            <p:ph type="dt" sz="half" idx="10"/>
          </p:nvPr>
        </p:nvSpPr>
        <p:spPr/>
        <p:txBody>
          <a:bodyPr/>
          <a:lstStyle/>
          <a:p>
            <a:fld id="{E123E5A4-A0B7-4296-90BF-134DB53AAE34}" type="datetimeFigureOut">
              <a:rPr lang="en-US" smtClean="0"/>
              <a:t>3/9/2021</a:t>
            </a:fld>
            <a:endParaRPr lang="en-US"/>
          </a:p>
        </p:txBody>
      </p:sp>
      <p:sp>
        <p:nvSpPr>
          <p:cNvPr id="6" name="Footer Placeholder 5">
            <a:extLst>
              <a:ext uri="{FF2B5EF4-FFF2-40B4-BE49-F238E27FC236}">
                <a16:creationId xmlns:a16="http://schemas.microsoft.com/office/drawing/2014/main" id="{FFC417B4-A5FB-4978-BE55-6ED6009DBF7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C5F820-4F0B-418A-B19B-934F217B2A32}"/>
              </a:ext>
            </a:extLst>
          </p:cNvPr>
          <p:cNvSpPr>
            <a:spLocks noGrp="1"/>
          </p:cNvSpPr>
          <p:nvPr>
            <p:ph type="sldNum" sz="quarter" idx="12"/>
          </p:nvPr>
        </p:nvSpPr>
        <p:spPr/>
        <p:txBody>
          <a:bodyPr/>
          <a:lstStyle/>
          <a:p>
            <a:fld id="{79249B42-810F-45B0-A587-C90361C78843}" type="slidenum">
              <a:rPr lang="en-US" smtClean="0"/>
              <a:t>‹#›</a:t>
            </a:fld>
            <a:endParaRPr lang="en-US"/>
          </a:p>
        </p:txBody>
      </p:sp>
    </p:spTree>
    <p:extLst>
      <p:ext uri="{BB962C8B-B14F-4D97-AF65-F5344CB8AC3E}">
        <p14:creationId xmlns:p14="http://schemas.microsoft.com/office/powerpoint/2010/main" val="36512852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A7F8A-D695-42CC-9155-C705A34C76A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1FA50C0-521F-4030-B642-49DAFF5EE22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02521D-3342-4C88-A277-10001F41CDAB}"/>
              </a:ext>
            </a:extLst>
          </p:cNvPr>
          <p:cNvSpPr>
            <a:spLocks noGrp="1"/>
          </p:cNvSpPr>
          <p:nvPr>
            <p:ph type="dt" sz="half" idx="10"/>
          </p:nvPr>
        </p:nvSpPr>
        <p:spPr/>
        <p:txBody>
          <a:bodyPr/>
          <a:lstStyle/>
          <a:p>
            <a:fld id="{E123E5A4-A0B7-4296-90BF-134DB53AAE34}" type="datetimeFigureOut">
              <a:rPr lang="en-US" smtClean="0"/>
              <a:t>3/9/2021</a:t>
            </a:fld>
            <a:endParaRPr lang="en-US"/>
          </a:p>
        </p:txBody>
      </p:sp>
      <p:sp>
        <p:nvSpPr>
          <p:cNvPr id="5" name="Footer Placeholder 4">
            <a:extLst>
              <a:ext uri="{FF2B5EF4-FFF2-40B4-BE49-F238E27FC236}">
                <a16:creationId xmlns:a16="http://schemas.microsoft.com/office/drawing/2014/main" id="{B06421B5-660F-4972-A134-A73AF94FEB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CAD539-8FB3-44BC-8B7E-917FF901B1FD}"/>
              </a:ext>
            </a:extLst>
          </p:cNvPr>
          <p:cNvSpPr>
            <a:spLocks noGrp="1"/>
          </p:cNvSpPr>
          <p:nvPr>
            <p:ph type="sldNum" sz="quarter" idx="12"/>
          </p:nvPr>
        </p:nvSpPr>
        <p:spPr/>
        <p:txBody>
          <a:bodyPr/>
          <a:lstStyle/>
          <a:p>
            <a:fld id="{79249B42-810F-45B0-A587-C90361C78843}" type="slidenum">
              <a:rPr lang="en-US" smtClean="0"/>
              <a:t>‹#›</a:t>
            </a:fld>
            <a:endParaRPr lang="en-US"/>
          </a:p>
        </p:txBody>
      </p:sp>
    </p:spTree>
    <p:extLst>
      <p:ext uri="{BB962C8B-B14F-4D97-AF65-F5344CB8AC3E}">
        <p14:creationId xmlns:p14="http://schemas.microsoft.com/office/powerpoint/2010/main" val="18152338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4790BF1-3794-4FAA-BA85-F752C94DC8E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9E3C442-569B-42D0-96BE-2B7D1238BDC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16AC8E-D85B-4ADD-A13D-6D7CAD2DE114}"/>
              </a:ext>
            </a:extLst>
          </p:cNvPr>
          <p:cNvSpPr>
            <a:spLocks noGrp="1"/>
          </p:cNvSpPr>
          <p:nvPr>
            <p:ph type="dt" sz="half" idx="10"/>
          </p:nvPr>
        </p:nvSpPr>
        <p:spPr/>
        <p:txBody>
          <a:bodyPr/>
          <a:lstStyle/>
          <a:p>
            <a:fld id="{E123E5A4-A0B7-4296-90BF-134DB53AAE34}" type="datetimeFigureOut">
              <a:rPr lang="en-US" smtClean="0"/>
              <a:t>3/9/2021</a:t>
            </a:fld>
            <a:endParaRPr lang="en-US"/>
          </a:p>
        </p:txBody>
      </p:sp>
      <p:sp>
        <p:nvSpPr>
          <p:cNvPr id="5" name="Footer Placeholder 4">
            <a:extLst>
              <a:ext uri="{FF2B5EF4-FFF2-40B4-BE49-F238E27FC236}">
                <a16:creationId xmlns:a16="http://schemas.microsoft.com/office/drawing/2014/main" id="{D1DB9722-6F6A-43A5-941F-8AA276300B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923B41-6424-471E-AC97-F484ED6E5E49}"/>
              </a:ext>
            </a:extLst>
          </p:cNvPr>
          <p:cNvSpPr>
            <a:spLocks noGrp="1"/>
          </p:cNvSpPr>
          <p:nvPr>
            <p:ph type="sldNum" sz="quarter" idx="12"/>
          </p:nvPr>
        </p:nvSpPr>
        <p:spPr/>
        <p:txBody>
          <a:bodyPr/>
          <a:lstStyle/>
          <a:p>
            <a:fld id="{79249B42-810F-45B0-A587-C90361C78843}" type="slidenum">
              <a:rPr lang="en-US" smtClean="0"/>
              <a:t>‹#›</a:t>
            </a:fld>
            <a:endParaRPr lang="en-US"/>
          </a:p>
        </p:txBody>
      </p:sp>
    </p:spTree>
    <p:extLst>
      <p:ext uri="{BB962C8B-B14F-4D97-AF65-F5344CB8AC3E}">
        <p14:creationId xmlns:p14="http://schemas.microsoft.com/office/powerpoint/2010/main" val="1571911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2FB11C6-810E-4EBD-B984-7C3EEDAF50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36999BE-A650-43C0-A13A-5AAA6BBA6B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EA200B-FF61-4B72-B443-882D8D5114C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123E5A4-A0B7-4296-90BF-134DB53AAE34}" type="datetimeFigureOut">
              <a:rPr lang="en-US" smtClean="0"/>
              <a:t>3/9/2021</a:t>
            </a:fld>
            <a:endParaRPr lang="en-US"/>
          </a:p>
        </p:txBody>
      </p:sp>
      <p:sp>
        <p:nvSpPr>
          <p:cNvPr id="5" name="Footer Placeholder 4">
            <a:extLst>
              <a:ext uri="{FF2B5EF4-FFF2-40B4-BE49-F238E27FC236}">
                <a16:creationId xmlns:a16="http://schemas.microsoft.com/office/drawing/2014/main" id="{6217C16A-6B45-43CA-A199-3947A3C9CA5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DE5A20B-09BF-497D-B61B-DBC861F0205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9249B42-810F-45B0-A587-C90361C78843}" type="slidenum">
              <a:rPr lang="en-US" smtClean="0"/>
              <a:t>‹#›</a:t>
            </a:fld>
            <a:endParaRPr lang="en-US"/>
          </a:p>
        </p:txBody>
      </p:sp>
    </p:spTree>
    <p:extLst>
      <p:ext uri="{BB962C8B-B14F-4D97-AF65-F5344CB8AC3E}">
        <p14:creationId xmlns:p14="http://schemas.microsoft.com/office/powerpoint/2010/main" val="29995019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en.wikipedia.org/wiki/Pashto_language" TargetMode="External"/><Relationship Id="rId7" Type="http://schemas.openxmlformats.org/officeDocument/2006/relationships/hyperlink" Target="https://en.wikipedia.org/wiki/Balochi_language" TargetMode="External"/><Relationship Id="rId2" Type="http://schemas.openxmlformats.org/officeDocument/2006/relationships/hyperlink" Target="https://en.wikipedia.org/wiki/Punjabi_language" TargetMode="External"/><Relationship Id="rId1" Type="http://schemas.openxmlformats.org/officeDocument/2006/relationships/slideLayout" Target="../slideLayouts/slideLayout2.xml"/><Relationship Id="rId6" Type="http://schemas.openxmlformats.org/officeDocument/2006/relationships/hyperlink" Target="https://en.wikipedia.org/wiki/Urdu_language" TargetMode="External"/><Relationship Id="rId5" Type="http://schemas.openxmlformats.org/officeDocument/2006/relationships/hyperlink" Target="https://en.wikipedia.org/wiki/Saraiki_language" TargetMode="External"/><Relationship Id="rId4" Type="http://schemas.openxmlformats.org/officeDocument/2006/relationships/hyperlink" Target="https://en.wikipedia.org/wiki/Sindhi_language"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67333-EC19-4E2A-8300-6D108DD8FC9C}"/>
              </a:ext>
            </a:extLst>
          </p:cNvPr>
          <p:cNvSpPr>
            <a:spLocks noGrp="1"/>
          </p:cNvSpPr>
          <p:nvPr>
            <p:ph type="ctrTitle"/>
          </p:nvPr>
        </p:nvSpPr>
        <p:spPr/>
        <p:txBody>
          <a:bodyPr/>
          <a:lstStyle/>
          <a:p>
            <a:r>
              <a:rPr lang="en-US" dirty="0"/>
              <a:t>Social structure and Culture in Pakistan</a:t>
            </a:r>
          </a:p>
        </p:txBody>
      </p:sp>
      <p:sp>
        <p:nvSpPr>
          <p:cNvPr id="3" name="Subtitle 2">
            <a:extLst>
              <a:ext uri="{FF2B5EF4-FFF2-40B4-BE49-F238E27FC236}">
                <a16:creationId xmlns:a16="http://schemas.microsoft.com/office/drawing/2014/main" id="{2422383C-F892-4A90-9801-A017C602FD35}"/>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4709514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A05CF-ED3F-4B70-B082-1EF08B17624F}"/>
              </a:ext>
            </a:extLst>
          </p:cNvPr>
          <p:cNvSpPr>
            <a:spLocks noGrp="1"/>
          </p:cNvSpPr>
          <p:nvPr>
            <p:ph type="title"/>
          </p:nvPr>
        </p:nvSpPr>
        <p:spPr/>
        <p:txBody>
          <a:bodyPr/>
          <a:lstStyle/>
          <a:p>
            <a:r>
              <a:rPr lang="en-US" dirty="0"/>
              <a:t>Social structure </a:t>
            </a:r>
          </a:p>
        </p:txBody>
      </p:sp>
      <p:sp>
        <p:nvSpPr>
          <p:cNvPr id="3" name="Content Placeholder 2">
            <a:extLst>
              <a:ext uri="{FF2B5EF4-FFF2-40B4-BE49-F238E27FC236}">
                <a16:creationId xmlns:a16="http://schemas.microsoft.com/office/drawing/2014/main" id="{9021ECCC-5E25-4497-B541-4BD069C29B04}"/>
              </a:ext>
            </a:extLst>
          </p:cNvPr>
          <p:cNvSpPr>
            <a:spLocks noGrp="1"/>
          </p:cNvSpPr>
          <p:nvPr>
            <p:ph idx="1"/>
          </p:nvPr>
        </p:nvSpPr>
        <p:spPr/>
        <p:txBody>
          <a:bodyPr/>
          <a:lstStyle/>
          <a:p>
            <a:r>
              <a:rPr lang="en-US" dirty="0"/>
              <a:t>Definition: </a:t>
            </a:r>
            <a:r>
              <a:rPr lang="en-US" b="1" dirty="0"/>
              <a:t>Social structure</a:t>
            </a:r>
            <a:r>
              <a:rPr lang="en-US" dirty="0"/>
              <a:t>, in sociology, the distinctive, stable arrangement of institutions whereby human beings in a society interact and live together. Social structure is often treated together with the concept of social change, which deals with the forces that change the social structure and the organization of society. (Source Britannica). </a:t>
            </a:r>
          </a:p>
          <a:p>
            <a:r>
              <a:rPr lang="en-US" dirty="0"/>
              <a:t>It is generally agreed that the term </a:t>
            </a:r>
            <a:r>
              <a:rPr lang="en-US" i="1" dirty="0"/>
              <a:t>social structure</a:t>
            </a:r>
            <a:r>
              <a:rPr lang="en-US" dirty="0"/>
              <a:t> refers to regularities in social life. </a:t>
            </a:r>
          </a:p>
          <a:p>
            <a:r>
              <a:rPr lang="en-US" dirty="0"/>
              <a:t>                                             OR</a:t>
            </a:r>
          </a:p>
        </p:txBody>
      </p:sp>
    </p:spTree>
    <p:extLst>
      <p:ext uri="{BB962C8B-B14F-4D97-AF65-F5344CB8AC3E}">
        <p14:creationId xmlns:p14="http://schemas.microsoft.com/office/powerpoint/2010/main" val="2798400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08884-B3FB-4BE8-B87C-0D35767B4A8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134A0EB-4A88-45EA-9452-CF942F4327CD}"/>
              </a:ext>
            </a:extLst>
          </p:cNvPr>
          <p:cNvSpPr>
            <a:spLocks noGrp="1"/>
          </p:cNvSpPr>
          <p:nvPr>
            <p:ph idx="1"/>
          </p:nvPr>
        </p:nvSpPr>
        <p:spPr/>
        <p:txBody>
          <a:bodyPr/>
          <a:lstStyle/>
          <a:p>
            <a:r>
              <a:rPr lang="en-US" dirty="0"/>
              <a:t>Social structure is the organized set of social institutions and patterns of institutionalized relationships that together compose society. Social structure is both a product of social interaction and directly determines it. </a:t>
            </a:r>
          </a:p>
          <a:p>
            <a:r>
              <a:rPr lang="en-US" dirty="0"/>
              <a:t>Social structures are not immediately visible to the untrained observer, however, they are always present and affect all dimensions of human experience in society.​</a:t>
            </a:r>
          </a:p>
        </p:txBody>
      </p:sp>
    </p:spTree>
    <p:extLst>
      <p:ext uri="{BB962C8B-B14F-4D97-AF65-F5344CB8AC3E}">
        <p14:creationId xmlns:p14="http://schemas.microsoft.com/office/powerpoint/2010/main" val="32376626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A24DA-9060-4D1D-8F1A-B09D62AB628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8F8FE9B-3DC8-4BE8-A9E4-C860A95B1E8E}"/>
              </a:ext>
            </a:extLst>
          </p:cNvPr>
          <p:cNvSpPr>
            <a:spLocks noGrp="1"/>
          </p:cNvSpPr>
          <p:nvPr>
            <p:ph idx="1"/>
          </p:nvPr>
        </p:nvSpPr>
        <p:spPr/>
        <p:txBody>
          <a:bodyPr/>
          <a:lstStyle/>
          <a:p>
            <a:r>
              <a:rPr lang="en-US" dirty="0"/>
              <a:t>These institutions organize our social relationships to others and create patterns of social relations when viewed on a large scale. For example, the institution of family organizes people into distinct social relationships and roles, including mother, father, son, daughter, husband, wife, etc., and there is typically a hierarchy to these relationships, which results in a power differential. The same goes for religion, education, law, and politics.</a:t>
            </a:r>
          </a:p>
        </p:txBody>
      </p:sp>
    </p:spTree>
    <p:extLst>
      <p:ext uri="{BB962C8B-B14F-4D97-AF65-F5344CB8AC3E}">
        <p14:creationId xmlns:p14="http://schemas.microsoft.com/office/powerpoint/2010/main" val="16420965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B5EEE-F24C-4C5F-B88B-39D89FEFD566}"/>
              </a:ext>
            </a:extLst>
          </p:cNvPr>
          <p:cNvSpPr>
            <a:spLocks noGrp="1"/>
          </p:cNvSpPr>
          <p:nvPr>
            <p:ph type="title"/>
          </p:nvPr>
        </p:nvSpPr>
        <p:spPr/>
        <p:txBody>
          <a:bodyPr/>
          <a:lstStyle/>
          <a:p>
            <a:r>
              <a:rPr lang="en-US" dirty="0"/>
              <a:t>Culture </a:t>
            </a:r>
          </a:p>
        </p:txBody>
      </p:sp>
      <p:sp>
        <p:nvSpPr>
          <p:cNvPr id="3" name="Content Placeholder 2">
            <a:extLst>
              <a:ext uri="{FF2B5EF4-FFF2-40B4-BE49-F238E27FC236}">
                <a16:creationId xmlns:a16="http://schemas.microsoft.com/office/drawing/2014/main" id="{859D0F95-4F56-42DA-B488-3CB02F22A841}"/>
              </a:ext>
            </a:extLst>
          </p:cNvPr>
          <p:cNvSpPr>
            <a:spLocks noGrp="1"/>
          </p:cNvSpPr>
          <p:nvPr>
            <p:ph idx="1"/>
          </p:nvPr>
        </p:nvSpPr>
        <p:spPr/>
        <p:txBody>
          <a:bodyPr/>
          <a:lstStyle/>
          <a:p>
            <a:pPr marL="0" indent="0">
              <a:buNone/>
            </a:pPr>
            <a:r>
              <a:rPr lang="en-US" dirty="0"/>
              <a:t>Definition: the customary beliefs, social forms, and material traits of a racial, religious, or social group </a:t>
            </a:r>
            <a:r>
              <a:rPr lang="en-US" i="1" dirty="0"/>
              <a:t>also</a:t>
            </a:r>
            <a:r>
              <a:rPr lang="en-US" dirty="0"/>
              <a:t> </a:t>
            </a:r>
            <a:r>
              <a:rPr lang="en-US" b="1" dirty="0"/>
              <a:t>: </a:t>
            </a:r>
            <a:r>
              <a:rPr lang="en-US" dirty="0"/>
              <a:t>the characteristic features of everyday existence (such as diversions or a way of life) shared by people in a place or time. </a:t>
            </a:r>
          </a:p>
          <a:p>
            <a:pPr marL="0" indent="0" algn="ctr">
              <a:buNone/>
            </a:pPr>
            <a:r>
              <a:rPr lang="en-US" dirty="0"/>
              <a:t>Or </a:t>
            </a:r>
          </a:p>
          <a:p>
            <a:pPr marL="0" indent="0">
              <a:buNone/>
            </a:pPr>
            <a:r>
              <a:rPr lang="en-US" dirty="0"/>
              <a:t>the set of shared attitudes, values, goals, and practices that characterizes an institution or organization </a:t>
            </a:r>
          </a:p>
        </p:txBody>
      </p:sp>
    </p:spTree>
    <p:extLst>
      <p:ext uri="{BB962C8B-B14F-4D97-AF65-F5344CB8AC3E}">
        <p14:creationId xmlns:p14="http://schemas.microsoft.com/office/powerpoint/2010/main" val="27113023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7FECA-FA05-4D46-890B-C493698D6065}"/>
              </a:ext>
            </a:extLst>
          </p:cNvPr>
          <p:cNvSpPr>
            <a:spLocks noGrp="1"/>
          </p:cNvSpPr>
          <p:nvPr>
            <p:ph type="title"/>
          </p:nvPr>
        </p:nvSpPr>
        <p:spPr/>
        <p:txBody>
          <a:bodyPr/>
          <a:lstStyle/>
          <a:p>
            <a:r>
              <a:rPr lang="en-US" dirty="0"/>
              <a:t>Culture</a:t>
            </a:r>
          </a:p>
        </p:txBody>
      </p:sp>
      <p:sp>
        <p:nvSpPr>
          <p:cNvPr id="3" name="Content Placeholder 2">
            <a:extLst>
              <a:ext uri="{FF2B5EF4-FFF2-40B4-BE49-F238E27FC236}">
                <a16:creationId xmlns:a16="http://schemas.microsoft.com/office/drawing/2014/main" id="{742373DF-4581-4B1A-9FD9-B213B196FCC1}"/>
              </a:ext>
            </a:extLst>
          </p:cNvPr>
          <p:cNvSpPr>
            <a:spLocks noGrp="1"/>
          </p:cNvSpPr>
          <p:nvPr>
            <p:ph idx="1"/>
          </p:nvPr>
        </p:nvSpPr>
        <p:spPr/>
        <p:txBody>
          <a:bodyPr>
            <a:normAutofit fontScale="92500" lnSpcReduction="10000"/>
          </a:bodyPr>
          <a:lstStyle/>
          <a:p>
            <a:pPr marL="0" indent="0" algn="just">
              <a:buNone/>
            </a:pPr>
            <a:r>
              <a:rPr lang="en-US" sz="2400" dirty="0"/>
              <a:t>Culture of Pakistan includes </a:t>
            </a:r>
          </a:p>
          <a:p>
            <a:pPr algn="just"/>
            <a:r>
              <a:rPr lang="en-US" sz="2400" dirty="0"/>
              <a:t>Religion ,</a:t>
            </a:r>
          </a:p>
          <a:p>
            <a:pPr algn="just"/>
            <a:r>
              <a:rPr lang="en-US" sz="2400" dirty="0"/>
              <a:t>Literature,</a:t>
            </a:r>
          </a:p>
          <a:p>
            <a:pPr algn="just"/>
            <a:r>
              <a:rPr lang="en-US" sz="2400" dirty="0"/>
              <a:t>art &amp; crafts</a:t>
            </a:r>
          </a:p>
          <a:p>
            <a:pPr algn="just"/>
            <a:r>
              <a:rPr lang="en-US" sz="2400" dirty="0"/>
              <a:t>architecture ,</a:t>
            </a:r>
          </a:p>
          <a:p>
            <a:pPr algn="just"/>
            <a:r>
              <a:rPr lang="en-US" sz="2400" dirty="0"/>
              <a:t>Sufism</a:t>
            </a:r>
          </a:p>
          <a:p>
            <a:pPr algn="just"/>
            <a:r>
              <a:rPr lang="en-US" sz="2400" dirty="0"/>
              <a:t>dresses ,</a:t>
            </a:r>
          </a:p>
          <a:p>
            <a:pPr algn="just"/>
            <a:r>
              <a:rPr lang="en-US" sz="2400" dirty="0"/>
              <a:t>music , </a:t>
            </a:r>
          </a:p>
          <a:p>
            <a:pPr algn="just"/>
            <a:r>
              <a:rPr lang="en-US" sz="2400" dirty="0"/>
              <a:t>Food</a:t>
            </a:r>
          </a:p>
          <a:p>
            <a:pPr algn="just"/>
            <a:r>
              <a:rPr lang="en-US" sz="2400" dirty="0"/>
              <a:t>Ethnicities,</a:t>
            </a:r>
          </a:p>
          <a:p>
            <a:pPr algn="just"/>
            <a:r>
              <a:rPr lang="en-US" sz="2400" dirty="0"/>
              <a:t>Manners and customs</a:t>
            </a:r>
            <a:endParaRPr lang="en-US" sz="2400" b="1" dirty="0"/>
          </a:p>
          <a:p>
            <a:endParaRPr lang="en-US" dirty="0"/>
          </a:p>
        </p:txBody>
      </p:sp>
    </p:spTree>
    <p:extLst>
      <p:ext uri="{BB962C8B-B14F-4D97-AF65-F5344CB8AC3E}">
        <p14:creationId xmlns:p14="http://schemas.microsoft.com/office/powerpoint/2010/main" val="36856303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AF0AE-2203-42D0-8A14-41DBCCA9530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287BDAB-E84E-4986-8719-832451D257D4}"/>
              </a:ext>
            </a:extLst>
          </p:cNvPr>
          <p:cNvSpPr>
            <a:spLocks noGrp="1"/>
          </p:cNvSpPr>
          <p:nvPr>
            <p:ph idx="1"/>
          </p:nvPr>
        </p:nvSpPr>
        <p:spPr/>
        <p:txBody>
          <a:bodyPr/>
          <a:lstStyle/>
          <a:p>
            <a:r>
              <a:rPr lang="en-US" dirty="0"/>
              <a:t>It varies from one region to another. Like Punjabi, </a:t>
            </a:r>
            <a:r>
              <a:rPr lang="en-US" dirty="0" err="1"/>
              <a:t>Seriaki</a:t>
            </a:r>
            <a:r>
              <a:rPr lang="en-US" dirty="0"/>
              <a:t>, Balochi, Sindhi, </a:t>
            </a:r>
            <a:r>
              <a:rPr lang="en-US" dirty="0" err="1"/>
              <a:t>Mohajir</a:t>
            </a:r>
            <a:r>
              <a:rPr lang="en-US" dirty="0"/>
              <a:t>, Pashtun, Kashmiri, Gilgit-Baltistan. </a:t>
            </a:r>
          </a:p>
        </p:txBody>
      </p:sp>
    </p:spTree>
    <p:extLst>
      <p:ext uri="{BB962C8B-B14F-4D97-AF65-F5344CB8AC3E}">
        <p14:creationId xmlns:p14="http://schemas.microsoft.com/office/powerpoint/2010/main" val="7667184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DDADD-2AD1-4BEF-BE6B-0F8FA934FC7B}"/>
              </a:ext>
            </a:extLst>
          </p:cNvPr>
          <p:cNvSpPr>
            <a:spLocks noGrp="1"/>
          </p:cNvSpPr>
          <p:nvPr>
            <p:ph type="title"/>
          </p:nvPr>
        </p:nvSpPr>
        <p:spPr/>
        <p:txBody>
          <a:bodyPr/>
          <a:lstStyle/>
          <a:p>
            <a:r>
              <a:rPr lang="en-US" dirty="0"/>
              <a:t>Difference between culture and social structure. </a:t>
            </a:r>
          </a:p>
        </p:txBody>
      </p:sp>
      <p:sp>
        <p:nvSpPr>
          <p:cNvPr id="3" name="Content Placeholder 2">
            <a:extLst>
              <a:ext uri="{FF2B5EF4-FFF2-40B4-BE49-F238E27FC236}">
                <a16:creationId xmlns:a16="http://schemas.microsoft.com/office/drawing/2014/main" id="{A74A2150-989E-42F1-A4A9-D282C5A1AAB3}"/>
              </a:ext>
            </a:extLst>
          </p:cNvPr>
          <p:cNvSpPr>
            <a:spLocks noGrp="1"/>
          </p:cNvSpPr>
          <p:nvPr>
            <p:ph idx="1"/>
          </p:nvPr>
        </p:nvSpPr>
        <p:spPr/>
        <p:txBody>
          <a:bodyPr/>
          <a:lstStyle/>
          <a:p>
            <a:r>
              <a:rPr lang="en-US" b="1" dirty="0"/>
              <a:t>Society</a:t>
            </a:r>
            <a:r>
              <a:rPr lang="en-US" dirty="0"/>
              <a:t> is nothing but an organized group of people who live together and are connected with one another. It is not exactly same as </a:t>
            </a:r>
            <a:r>
              <a:rPr lang="en-US" b="1" dirty="0"/>
              <a:t>culture</a:t>
            </a:r>
            <a:r>
              <a:rPr lang="en-US" dirty="0"/>
              <a:t>, which can be understood as the way of living of people living in a particular place or region. Every society has its culture, but they are not the same thing. Although, they cannot exist without each other.</a:t>
            </a:r>
          </a:p>
        </p:txBody>
      </p:sp>
    </p:spTree>
    <p:extLst>
      <p:ext uri="{BB962C8B-B14F-4D97-AF65-F5344CB8AC3E}">
        <p14:creationId xmlns:p14="http://schemas.microsoft.com/office/powerpoint/2010/main" val="2228063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6BB15-8671-4E6B-9BDD-9FE8F0D72E7F}"/>
              </a:ext>
            </a:extLst>
          </p:cNvPr>
          <p:cNvSpPr>
            <a:spLocks noGrp="1"/>
          </p:cNvSpPr>
          <p:nvPr>
            <p:ph type="title"/>
          </p:nvPr>
        </p:nvSpPr>
        <p:spPr/>
        <p:txBody>
          <a:bodyPr/>
          <a:lstStyle/>
          <a:p>
            <a:r>
              <a:rPr lang="en-US" dirty="0"/>
              <a:t> The ethnic, linguistic and sectarian make-up of Pakistan</a:t>
            </a:r>
          </a:p>
        </p:txBody>
      </p:sp>
      <p:sp>
        <p:nvSpPr>
          <p:cNvPr id="3" name="Content Placeholder 2">
            <a:extLst>
              <a:ext uri="{FF2B5EF4-FFF2-40B4-BE49-F238E27FC236}">
                <a16:creationId xmlns:a16="http://schemas.microsoft.com/office/drawing/2014/main" id="{89E834A9-69B4-4FAC-9679-64731A4D9C6F}"/>
              </a:ext>
            </a:extLst>
          </p:cNvPr>
          <p:cNvSpPr>
            <a:spLocks noGrp="1"/>
          </p:cNvSpPr>
          <p:nvPr>
            <p:ph idx="1"/>
          </p:nvPr>
        </p:nvSpPr>
        <p:spPr/>
        <p:txBody>
          <a:bodyPr>
            <a:normAutofit fontScale="92500" lnSpcReduction="20000"/>
          </a:bodyPr>
          <a:lstStyle/>
          <a:p>
            <a:pPr algn="ctr"/>
            <a:r>
              <a:rPr lang="en-US" sz="3200" b="1" dirty="0"/>
              <a:t>Ethnic</a:t>
            </a:r>
          </a:p>
          <a:p>
            <a:r>
              <a:rPr lang="en-US" sz="1800" b="1" dirty="0"/>
              <a:t>Punjabis</a:t>
            </a:r>
          </a:p>
          <a:p>
            <a:r>
              <a:rPr lang="en-US" sz="1800" b="1" dirty="0"/>
              <a:t>Pashtuns</a:t>
            </a:r>
          </a:p>
          <a:p>
            <a:r>
              <a:rPr lang="en-US" sz="1800" b="1" dirty="0" err="1"/>
              <a:t>Sindhis</a:t>
            </a:r>
            <a:endParaRPr lang="en-US" sz="1800" b="1" dirty="0"/>
          </a:p>
          <a:p>
            <a:r>
              <a:rPr lang="en-US" sz="1800" b="1" dirty="0" err="1"/>
              <a:t>Saraikis</a:t>
            </a:r>
            <a:endParaRPr lang="en-US" sz="1800" b="1" dirty="0"/>
          </a:p>
          <a:p>
            <a:r>
              <a:rPr lang="en-US" sz="1800" b="1" dirty="0"/>
              <a:t>Muhajirs</a:t>
            </a:r>
          </a:p>
          <a:p>
            <a:r>
              <a:rPr lang="en-US" sz="1800" b="1" dirty="0"/>
              <a:t>Baloch</a:t>
            </a:r>
          </a:p>
          <a:p>
            <a:r>
              <a:rPr lang="en-US" sz="1800" b="1" dirty="0"/>
              <a:t>Kashmiris</a:t>
            </a:r>
          </a:p>
          <a:p>
            <a:r>
              <a:rPr lang="en-US" sz="1800" b="1" dirty="0" err="1"/>
              <a:t>Brahuis</a:t>
            </a:r>
            <a:endParaRPr lang="en-US" sz="1800" b="1" dirty="0"/>
          </a:p>
          <a:p>
            <a:r>
              <a:rPr lang="en-US" sz="1800" b="1" dirty="0" err="1"/>
              <a:t>Hindkowans</a:t>
            </a:r>
            <a:endParaRPr lang="en-US" sz="1800" b="1" dirty="0"/>
          </a:p>
          <a:p>
            <a:r>
              <a:rPr lang="en-US" sz="1800" b="1" dirty="0"/>
              <a:t>Hazara</a:t>
            </a:r>
          </a:p>
          <a:p>
            <a:r>
              <a:rPr lang="en-US" sz="1800" b="1" dirty="0" err="1"/>
              <a:t>Burusho</a:t>
            </a:r>
            <a:r>
              <a:rPr lang="en-US" sz="1800" b="1" dirty="0"/>
              <a:t> people</a:t>
            </a:r>
          </a:p>
          <a:p>
            <a:pPr marL="0" indent="0">
              <a:buNone/>
            </a:pPr>
            <a:r>
              <a:rPr lang="en-US" dirty="0"/>
              <a:t> </a:t>
            </a:r>
          </a:p>
        </p:txBody>
      </p:sp>
    </p:spTree>
    <p:extLst>
      <p:ext uri="{BB962C8B-B14F-4D97-AF65-F5344CB8AC3E}">
        <p14:creationId xmlns:p14="http://schemas.microsoft.com/office/powerpoint/2010/main" val="33928976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88E60-5D19-450C-AFFB-229E346276A7}"/>
              </a:ext>
            </a:extLst>
          </p:cNvPr>
          <p:cNvSpPr>
            <a:spLocks noGrp="1"/>
          </p:cNvSpPr>
          <p:nvPr>
            <p:ph type="title"/>
          </p:nvPr>
        </p:nvSpPr>
        <p:spPr/>
        <p:txBody>
          <a:bodyPr/>
          <a:lstStyle/>
          <a:p>
            <a:pPr algn="ctr"/>
            <a:r>
              <a:rPr lang="en-US" b="1" dirty="0"/>
              <a:t>Linguistic</a:t>
            </a:r>
            <a:br>
              <a:rPr lang="en-US" dirty="0"/>
            </a:br>
            <a:endParaRPr lang="en-US" dirty="0"/>
          </a:p>
        </p:txBody>
      </p:sp>
      <p:sp>
        <p:nvSpPr>
          <p:cNvPr id="3" name="Content Placeholder 2">
            <a:extLst>
              <a:ext uri="{FF2B5EF4-FFF2-40B4-BE49-F238E27FC236}">
                <a16:creationId xmlns:a16="http://schemas.microsoft.com/office/drawing/2014/main" id="{3AEE172D-B466-4D98-985D-E467D20DD2AB}"/>
              </a:ext>
            </a:extLst>
          </p:cNvPr>
          <p:cNvSpPr>
            <a:spLocks noGrp="1"/>
          </p:cNvSpPr>
          <p:nvPr>
            <p:ph idx="1"/>
          </p:nvPr>
        </p:nvSpPr>
        <p:spPr/>
        <p:txBody>
          <a:bodyPr/>
          <a:lstStyle/>
          <a:p>
            <a:pPr marL="0" indent="0">
              <a:buNone/>
            </a:pPr>
            <a:r>
              <a:rPr lang="en-US" dirty="0"/>
              <a:t> </a:t>
            </a:r>
          </a:p>
        </p:txBody>
      </p:sp>
      <p:graphicFrame>
        <p:nvGraphicFramePr>
          <p:cNvPr id="4" name="Table 3">
            <a:extLst>
              <a:ext uri="{FF2B5EF4-FFF2-40B4-BE49-F238E27FC236}">
                <a16:creationId xmlns:a16="http://schemas.microsoft.com/office/drawing/2014/main" id="{1DA59194-87D1-40F8-AA1B-01CAAB2FD9AE}"/>
              </a:ext>
            </a:extLst>
          </p:cNvPr>
          <p:cNvGraphicFramePr>
            <a:graphicFrameLocks noGrp="1"/>
          </p:cNvGraphicFramePr>
          <p:nvPr/>
        </p:nvGraphicFramePr>
        <p:xfrm>
          <a:off x="838199" y="2538254"/>
          <a:ext cx="10515603" cy="2926080"/>
        </p:xfrm>
        <a:graphic>
          <a:graphicData uri="http://schemas.openxmlformats.org/drawingml/2006/table">
            <a:tbl>
              <a:tblPr/>
              <a:tblGrid>
                <a:gridCol w="1502229">
                  <a:extLst>
                    <a:ext uri="{9D8B030D-6E8A-4147-A177-3AD203B41FA5}">
                      <a16:colId xmlns:a16="http://schemas.microsoft.com/office/drawing/2014/main" val="303147098"/>
                    </a:ext>
                  </a:extLst>
                </a:gridCol>
                <a:gridCol w="1502229">
                  <a:extLst>
                    <a:ext uri="{9D8B030D-6E8A-4147-A177-3AD203B41FA5}">
                      <a16:colId xmlns:a16="http://schemas.microsoft.com/office/drawing/2014/main" val="1577728400"/>
                    </a:ext>
                  </a:extLst>
                </a:gridCol>
                <a:gridCol w="1502229">
                  <a:extLst>
                    <a:ext uri="{9D8B030D-6E8A-4147-A177-3AD203B41FA5}">
                      <a16:colId xmlns:a16="http://schemas.microsoft.com/office/drawing/2014/main" val="1463175674"/>
                    </a:ext>
                  </a:extLst>
                </a:gridCol>
                <a:gridCol w="1502229">
                  <a:extLst>
                    <a:ext uri="{9D8B030D-6E8A-4147-A177-3AD203B41FA5}">
                      <a16:colId xmlns:a16="http://schemas.microsoft.com/office/drawing/2014/main" val="3606946861"/>
                    </a:ext>
                  </a:extLst>
                </a:gridCol>
                <a:gridCol w="1502229">
                  <a:extLst>
                    <a:ext uri="{9D8B030D-6E8A-4147-A177-3AD203B41FA5}">
                      <a16:colId xmlns:a16="http://schemas.microsoft.com/office/drawing/2014/main" val="1800350784"/>
                    </a:ext>
                  </a:extLst>
                </a:gridCol>
                <a:gridCol w="1502229">
                  <a:extLst>
                    <a:ext uri="{9D8B030D-6E8A-4147-A177-3AD203B41FA5}">
                      <a16:colId xmlns:a16="http://schemas.microsoft.com/office/drawing/2014/main" val="360816942"/>
                    </a:ext>
                  </a:extLst>
                </a:gridCol>
                <a:gridCol w="1502229">
                  <a:extLst>
                    <a:ext uri="{9D8B030D-6E8A-4147-A177-3AD203B41FA5}">
                      <a16:colId xmlns:a16="http://schemas.microsoft.com/office/drawing/2014/main" val="4023488176"/>
                    </a:ext>
                  </a:extLst>
                </a:gridCol>
              </a:tblGrid>
              <a:tr h="365760">
                <a:tc>
                  <a:txBody>
                    <a:bodyPr/>
                    <a:lstStyle/>
                    <a:p>
                      <a:pPr algn="ctr"/>
                      <a:r>
                        <a:rPr lang="en-US" sz="1800">
                          <a:effectLst/>
                        </a:rPr>
                        <a:t>Rank</a:t>
                      </a:r>
                    </a:p>
                  </a:txBody>
                  <a:tcPr marR="200025"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EAECF0"/>
                    </a:solidFill>
                  </a:tcPr>
                </a:tc>
                <a:tc>
                  <a:txBody>
                    <a:bodyPr/>
                    <a:lstStyle/>
                    <a:p>
                      <a:pPr algn="ctr"/>
                      <a:r>
                        <a:rPr lang="en-US" sz="1800">
                          <a:effectLst/>
                        </a:rPr>
                        <a:t>Language</a:t>
                      </a:r>
                    </a:p>
                  </a:txBody>
                  <a:tcPr marR="200025"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EAECF0"/>
                    </a:solidFill>
                  </a:tcPr>
                </a:tc>
                <a:tc>
                  <a:txBody>
                    <a:bodyPr/>
                    <a:lstStyle/>
                    <a:p>
                      <a:pPr algn="ctr"/>
                      <a:r>
                        <a:rPr lang="en-US" sz="1800">
                          <a:effectLst/>
                        </a:rPr>
                        <a:t>2017 census</a:t>
                      </a:r>
                    </a:p>
                  </a:txBody>
                  <a:tcPr marR="200025"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EAECF0"/>
                    </a:solidFill>
                  </a:tcPr>
                </a:tc>
                <a:tc>
                  <a:txBody>
                    <a:bodyPr/>
                    <a:lstStyle/>
                    <a:p>
                      <a:pPr algn="ctr"/>
                      <a:r>
                        <a:rPr lang="en-US" sz="1800">
                          <a:effectLst/>
                        </a:rPr>
                        <a:t>1998 census</a:t>
                      </a:r>
                    </a:p>
                  </a:txBody>
                  <a:tcPr marR="200025"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EAECF0"/>
                    </a:solidFill>
                  </a:tcPr>
                </a:tc>
                <a:tc>
                  <a:txBody>
                    <a:bodyPr/>
                    <a:lstStyle/>
                    <a:p>
                      <a:pPr algn="ctr"/>
                      <a:r>
                        <a:rPr lang="en-US" sz="1800">
                          <a:effectLst/>
                        </a:rPr>
                        <a:t>1981 census</a:t>
                      </a:r>
                    </a:p>
                  </a:txBody>
                  <a:tcPr marR="200025"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EAECF0"/>
                    </a:solidFill>
                  </a:tcPr>
                </a:tc>
                <a:tc>
                  <a:txBody>
                    <a:bodyPr/>
                    <a:lstStyle/>
                    <a:p>
                      <a:pPr algn="ctr"/>
                      <a:r>
                        <a:rPr lang="en-US" sz="1800">
                          <a:effectLst/>
                        </a:rPr>
                        <a:t>1961 census</a:t>
                      </a:r>
                    </a:p>
                  </a:txBody>
                  <a:tcPr marR="200025"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EAECF0"/>
                    </a:solidFill>
                  </a:tcPr>
                </a:tc>
                <a:tc>
                  <a:txBody>
                    <a:bodyPr/>
                    <a:lstStyle/>
                    <a:p>
                      <a:pPr algn="ctr"/>
                      <a:r>
                        <a:rPr lang="en-US" sz="1800">
                          <a:effectLst/>
                        </a:rPr>
                        <a:t>1951 census</a:t>
                      </a:r>
                    </a:p>
                  </a:txBody>
                  <a:tcPr marR="200025"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EAECF0"/>
                    </a:solidFill>
                  </a:tcPr>
                </a:tc>
                <a:extLst>
                  <a:ext uri="{0D108BD9-81ED-4DB2-BD59-A6C34878D82A}">
                    <a16:rowId xmlns:a16="http://schemas.microsoft.com/office/drawing/2014/main" val="352990679"/>
                  </a:ext>
                </a:extLst>
              </a:tr>
              <a:tr h="365760">
                <a:tc>
                  <a:txBody>
                    <a:bodyPr/>
                    <a:lstStyle/>
                    <a:p>
                      <a:r>
                        <a:rPr lang="en-US" sz="1800">
                          <a:effectLst/>
                        </a:rPr>
                        <a:t>1</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800" u="none" strike="noStrike">
                          <a:solidFill>
                            <a:srgbClr val="0B0080"/>
                          </a:solidFill>
                          <a:effectLst/>
                          <a:hlinkClick r:id="rId2" tooltip="Punjabi language"/>
                        </a:rPr>
                        <a:t>Punjabi</a:t>
                      </a:r>
                      <a:r>
                        <a:rPr lang="en-US" sz="1800">
                          <a:effectLst/>
                        </a:rPr>
                        <a:t>*</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800">
                          <a:effectLst/>
                        </a:rPr>
                        <a:t>44.2%</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800">
                          <a:effectLst/>
                        </a:rPr>
                        <a:t>44.15%</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800">
                          <a:effectLst/>
                        </a:rPr>
                        <a:t>48.17%</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800">
                          <a:effectLst/>
                        </a:rPr>
                        <a:t>56.39%</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800">
                          <a:effectLst/>
                        </a:rPr>
                        <a:t>57.08%</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2910476883"/>
                  </a:ext>
                </a:extLst>
              </a:tr>
              <a:tr h="365760">
                <a:tc>
                  <a:txBody>
                    <a:bodyPr/>
                    <a:lstStyle/>
                    <a:p>
                      <a:r>
                        <a:rPr lang="en-US" sz="1800">
                          <a:effectLst/>
                        </a:rPr>
                        <a:t>2</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800" u="none" strike="noStrike">
                          <a:solidFill>
                            <a:srgbClr val="0B0080"/>
                          </a:solidFill>
                          <a:effectLst/>
                          <a:hlinkClick r:id="rId3" tooltip="Pashto language"/>
                        </a:rPr>
                        <a:t>Pashto</a:t>
                      </a:r>
                      <a:endParaRPr lang="en-US" sz="1800">
                        <a:effectLst/>
                      </a:endParaRP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800">
                          <a:effectLst/>
                        </a:rPr>
                        <a:t>15.4%</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800">
                          <a:effectLst/>
                        </a:rPr>
                        <a:t>14.42%</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800">
                          <a:effectLst/>
                        </a:rPr>
                        <a:t>13.35%</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800">
                          <a:effectLst/>
                        </a:rPr>
                        <a:t>8.47%</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800">
                          <a:effectLst/>
                        </a:rPr>
                        <a:t>8.16%</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1600692438"/>
                  </a:ext>
                </a:extLst>
              </a:tr>
              <a:tr h="365760">
                <a:tc>
                  <a:txBody>
                    <a:bodyPr/>
                    <a:lstStyle/>
                    <a:p>
                      <a:r>
                        <a:rPr lang="en-US" sz="1800">
                          <a:effectLst/>
                        </a:rPr>
                        <a:t>3</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800" u="none" strike="noStrike">
                          <a:solidFill>
                            <a:srgbClr val="0B0080"/>
                          </a:solidFill>
                          <a:effectLst/>
                          <a:hlinkClick r:id="rId4" tooltip="Sindhi language"/>
                        </a:rPr>
                        <a:t>Sindhi</a:t>
                      </a:r>
                      <a:endParaRPr lang="en-US" sz="1800">
                        <a:effectLst/>
                      </a:endParaRP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800">
                          <a:effectLst/>
                        </a:rPr>
                        <a:t>14.1%</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800">
                          <a:effectLst/>
                        </a:rPr>
                        <a:t>14.1%</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800">
                          <a:effectLst/>
                        </a:rPr>
                        <a:t>12.7%</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800">
                          <a:effectLst/>
                        </a:rPr>
                        <a:t>12.59%</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800">
                          <a:effectLst/>
                        </a:rPr>
                        <a:t>12.85%</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1138031853"/>
                  </a:ext>
                </a:extLst>
              </a:tr>
              <a:tr h="365760">
                <a:tc>
                  <a:txBody>
                    <a:bodyPr/>
                    <a:lstStyle/>
                    <a:p>
                      <a:r>
                        <a:rPr lang="en-US" sz="1800">
                          <a:effectLst/>
                        </a:rPr>
                        <a:t>4</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800" u="none" strike="noStrike">
                          <a:solidFill>
                            <a:srgbClr val="0B0080"/>
                          </a:solidFill>
                          <a:effectLst/>
                          <a:hlinkClick r:id="rId5" tooltip="Saraiki language"/>
                        </a:rPr>
                        <a:t>Saraiki</a:t>
                      </a:r>
                      <a:r>
                        <a:rPr lang="en-US" sz="1800">
                          <a:effectLst/>
                        </a:rPr>
                        <a:t>*</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800">
                          <a:effectLst/>
                        </a:rPr>
                        <a:t>10.5%</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800">
                          <a:effectLst/>
                        </a:rPr>
                        <a:t>10.53%</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800">
                          <a:effectLst/>
                        </a:rPr>
                        <a:t>9.54%</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endParaRPr lang="en-US" sz="1800">
                        <a:effectLst/>
                      </a:endParaRP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endParaRPr lang="en-US" sz="1800">
                        <a:effectLst/>
                      </a:endParaRP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3107892177"/>
                  </a:ext>
                </a:extLst>
              </a:tr>
              <a:tr h="365760">
                <a:tc>
                  <a:txBody>
                    <a:bodyPr/>
                    <a:lstStyle/>
                    <a:p>
                      <a:r>
                        <a:rPr lang="en-US" sz="1800">
                          <a:effectLst/>
                        </a:rPr>
                        <a:t>5</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800" u="none" strike="noStrike">
                          <a:solidFill>
                            <a:srgbClr val="0B0080"/>
                          </a:solidFill>
                          <a:effectLst/>
                          <a:hlinkClick r:id="rId6" tooltip="Urdu language"/>
                        </a:rPr>
                        <a:t>Urdu</a:t>
                      </a:r>
                      <a:endParaRPr lang="en-US" sz="1800">
                        <a:effectLst/>
                      </a:endParaRP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800">
                          <a:effectLst/>
                        </a:rPr>
                        <a:t>7.6%</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800">
                          <a:effectLst/>
                        </a:rPr>
                        <a:t>7.57%</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800">
                          <a:effectLst/>
                        </a:rPr>
                        <a:t>7.60%</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800">
                          <a:effectLst/>
                        </a:rPr>
                        <a:t>7.57%</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800">
                          <a:effectLst/>
                        </a:rPr>
                        <a:t>7.05%</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296144483"/>
                  </a:ext>
                </a:extLst>
              </a:tr>
              <a:tr h="365760">
                <a:tc>
                  <a:txBody>
                    <a:bodyPr/>
                    <a:lstStyle/>
                    <a:p>
                      <a:r>
                        <a:rPr lang="en-US" sz="1800">
                          <a:effectLst/>
                        </a:rPr>
                        <a:t>6</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800" u="none" strike="noStrike">
                          <a:solidFill>
                            <a:srgbClr val="0B0080"/>
                          </a:solidFill>
                          <a:effectLst/>
                          <a:hlinkClick r:id="rId7" tooltip="Balochi language"/>
                        </a:rPr>
                        <a:t>Balochi</a:t>
                      </a:r>
                      <a:endParaRPr lang="en-US" sz="1800">
                        <a:effectLst/>
                      </a:endParaRP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800">
                          <a:effectLst/>
                        </a:rPr>
                        <a:t>3.6%</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800">
                          <a:effectLst/>
                        </a:rPr>
                        <a:t>3.57%</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800">
                          <a:effectLst/>
                        </a:rPr>
                        <a:t>3.02%</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800">
                          <a:effectLst/>
                        </a:rPr>
                        <a:t>2.49%</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800">
                          <a:effectLst/>
                        </a:rPr>
                        <a:t>3.04%</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1833041368"/>
                  </a:ext>
                </a:extLst>
              </a:tr>
              <a:tr h="365760">
                <a:tc>
                  <a:txBody>
                    <a:bodyPr/>
                    <a:lstStyle/>
                    <a:p>
                      <a:r>
                        <a:rPr lang="en-US" sz="1800">
                          <a:effectLst/>
                        </a:rPr>
                        <a:t>7</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800">
                          <a:effectLst/>
                        </a:rPr>
                        <a:t>Others</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800" dirty="0">
                          <a:effectLst/>
                        </a:rPr>
                        <a:t>4.6%</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800">
                          <a:effectLst/>
                        </a:rPr>
                        <a:t>4.66%</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800">
                          <a:effectLst/>
                        </a:rPr>
                        <a:t>5.62%</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800">
                          <a:effectLst/>
                        </a:rPr>
                        <a:t>12.49%</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800" dirty="0">
                          <a:effectLst/>
                        </a:rPr>
                        <a:t>11.82%</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2513698914"/>
                  </a:ext>
                </a:extLst>
              </a:tr>
            </a:tbl>
          </a:graphicData>
        </a:graphic>
      </p:graphicFrame>
    </p:spTree>
    <p:extLst>
      <p:ext uri="{BB962C8B-B14F-4D97-AF65-F5344CB8AC3E}">
        <p14:creationId xmlns:p14="http://schemas.microsoft.com/office/powerpoint/2010/main" val="22074592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E6E07-6D38-4FBC-8A32-536338BA17C7}"/>
              </a:ext>
            </a:extLst>
          </p:cNvPr>
          <p:cNvSpPr>
            <a:spLocks noGrp="1"/>
          </p:cNvSpPr>
          <p:nvPr>
            <p:ph type="title"/>
          </p:nvPr>
        </p:nvSpPr>
        <p:spPr/>
        <p:txBody>
          <a:bodyPr/>
          <a:lstStyle/>
          <a:p>
            <a:r>
              <a:rPr lang="en-US" dirty="0"/>
              <a:t>Sectarian entities</a:t>
            </a:r>
          </a:p>
        </p:txBody>
      </p:sp>
      <p:sp>
        <p:nvSpPr>
          <p:cNvPr id="3" name="Content Placeholder 2">
            <a:extLst>
              <a:ext uri="{FF2B5EF4-FFF2-40B4-BE49-F238E27FC236}">
                <a16:creationId xmlns:a16="http://schemas.microsoft.com/office/drawing/2014/main" id="{06865537-2DF3-4B5C-81B8-6D375E06BD9E}"/>
              </a:ext>
            </a:extLst>
          </p:cNvPr>
          <p:cNvSpPr>
            <a:spLocks noGrp="1"/>
          </p:cNvSpPr>
          <p:nvPr>
            <p:ph idx="1"/>
          </p:nvPr>
        </p:nvSpPr>
        <p:spPr/>
        <p:txBody>
          <a:bodyPr/>
          <a:lstStyle/>
          <a:p>
            <a:r>
              <a:rPr lang="en-US" dirty="0"/>
              <a:t>Sunni </a:t>
            </a:r>
          </a:p>
          <a:p>
            <a:pPr marL="514350" indent="-514350">
              <a:buFont typeface="+mj-lt"/>
              <a:buAutoNum type="arabicPeriod"/>
            </a:pPr>
            <a:r>
              <a:rPr lang="en-US" dirty="0" err="1"/>
              <a:t>Bareveli</a:t>
            </a:r>
            <a:r>
              <a:rPr lang="en-US" dirty="0"/>
              <a:t> </a:t>
            </a:r>
          </a:p>
          <a:p>
            <a:pPr marL="514350" indent="-514350">
              <a:buFont typeface="+mj-lt"/>
              <a:buAutoNum type="arabicPeriod"/>
            </a:pPr>
            <a:r>
              <a:rPr lang="en-US" dirty="0"/>
              <a:t>Deobandi: Hanafi, </a:t>
            </a:r>
            <a:r>
              <a:rPr lang="en-US" dirty="0" err="1"/>
              <a:t>Shafi</a:t>
            </a:r>
            <a:r>
              <a:rPr lang="en-US" dirty="0"/>
              <a:t>, </a:t>
            </a:r>
          </a:p>
          <a:p>
            <a:pPr marL="514350" indent="-514350">
              <a:buFont typeface="+mj-lt"/>
              <a:buAutoNum type="arabicPeriod"/>
            </a:pPr>
            <a:r>
              <a:rPr lang="en-US" dirty="0"/>
              <a:t>Wahabi/</a:t>
            </a:r>
            <a:r>
              <a:rPr lang="en-US" dirty="0" err="1"/>
              <a:t>Ahl</a:t>
            </a:r>
            <a:r>
              <a:rPr lang="en-US" dirty="0"/>
              <a:t>-</a:t>
            </a:r>
            <a:r>
              <a:rPr lang="en-US" dirty="0" err="1"/>
              <a:t>i</a:t>
            </a:r>
            <a:r>
              <a:rPr lang="en-US" dirty="0"/>
              <a:t>-Hadith</a:t>
            </a:r>
          </a:p>
          <a:p>
            <a:pPr marL="0" indent="0">
              <a:buNone/>
            </a:pPr>
            <a:endParaRPr lang="en-US" dirty="0"/>
          </a:p>
          <a:p>
            <a:r>
              <a:rPr lang="en-US" dirty="0"/>
              <a:t>Shia</a:t>
            </a:r>
          </a:p>
          <a:p>
            <a:pPr marL="514350" indent="-514350">
              <a:buFont typeface="+mj-lt"/>
              <a:buAutoNum type="arabicPeriod"/>
            </a:pPr>
            <a:endParaRPr lang="en-US" dirty="0"/>
          </a:p>
        </p:txBody>
      </p:sp>
    </p:spTree>
    <p:extLst>
      <p:ext uri="{BB962C8B-B14F-4D97-AF65-F5344CB8AC3E}">
        <p14:creationId xmlns:p14="http://schemas.microsoft.com/office/powerpoint/2010/main" val="23657535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17530-E29B-4DB7-9742-2AF768449FCB}"/>
              </a:ext>
            </a:extLst>
          </p:cNvPr>
          <p:cNvSpPr>
            <a:spLocks noGrp="1"/>
          </p:cNvSpPr>
          <p:nvPr>
            <p:ph type="title"/>
          </p:nvPr>
        </p:nvSpPr>
        <p:spPr/>
        <p:txBody>
          <a:bodyPr>
            <a:normAutofit fontScale="90000"/>
          </a:bodyPr>
          <a:lstStyle/>
          <a:p>
            <a:r>
              <a:rPr lang="en-US" b="1" dirty="0"/>
              <a:t>The potential for internal conflict and integration? </a:t>
            </a:r>
            <a:br>
              <a:rPr lang="en-US" dirty="0"/>
            </a:br>
            <a:endParaRPr lang="en-US" dirty="0"/>
          </a:p>
        </p:txBody>
      </p:sp>
      <p:sp>
        <p:nvSpPr>
          <p:cNvPr id="3" name="Content Placeholder 2">
            <a:extLst>
              <a:ext uri="{FF2B5EF4-FFF2-40B4-BE49-F238E27FC236}">
                <a16:creationId xmlns:a16="http://schemas.microsoft.com/office/drawing/2014/main" id="{28071CB2-1C87-44D0-9349-F58ED294567A}"/>
              </a:ext>
            </a:extLst>
          </p:cNvPr>
          <p:cNvSpPr>
            <a:spLocks noGrp="1"/>
          </p:cNvSpPr>
          <p:nvPr>
            <p:ph idx="1"/>
          </p:nvPr>
        </p:nvSpPr>
        <p:spPr/>
        <p:txBody>
          <a:bodyPr/>
          <a:lstStyle/>
          <a:p>
            <a:pPr algn="just"/>
            <a:endParaRPr lang="en-US" dirty="0"/>
          </a:p>
          <a:p>
            <a:pPr marL="0" indent="0" algn="just">
              <a:buNone/>
            </a:pPr>
            <a:r>
              <a:rPr lang="en-US" dirty="0"/>
              <a:t>There have been ethno-linguistic movements in all the Provinces, as well as sectarian and tribal conflicts in many areas, resulting in the convergence of multiple typologies.</a:t>
            </a:r>
          </a:p>
          <a:p>
            <a:pPr marL="0" indent="0" algn="just">
              <a:buNone/>
            </a:pPr>
            <a:r>
              <a:rPr lang="en-US" dirty="0"/>
              <a:t>Religious radicalization, and its violent eruption has been developing along two levels in Pakistan: the internal level and the international level. </a:t>
            </a:r>
          </a:p>
          <a:p>
            <a:pPr marL="0" indent="0" algn="just">
              <a:buNone/>
            </a:pPr>
            <a:endParaRPr lang="en-US" dirty="0"/>
          </a:p>
          <a:p>
            <a:endParaRPr lang="en-US" dirty="0"/>
          </a:p>
        </p:txBody>
      </p:sp>
    </p:spTree>
    <p:extLst>
      <p:ext uri="{BB962C8B-B14F-4D97-AF65-F5344CB8AC3E}">
        <p14:creationId xmlns:p14="http://schemas.microsoft.com/office/powerpoint/2010/main" val="9049672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5DD99-3ED0-44BE-AAFB-D7FAA5081FB9}"/>
              </a:ext>
            </a:extLst>
          </p:cNvPr>
          <p:cNvSpPr>
            <a:spLocks noGrp="1"/>
          </p:cNvSpPr>
          <p:nvPr>
            <p:ph type="title"/>
          </p:nvPr>
        </p:nvSpPr>
        <p:spPr/>
        <p:txBody>
          <a:bodyPr>
            <a:normAutofit fontScale="90000"/>
          </a:bodyPr>
          <a:lstStyle/>
          <a:p>
            <a:r>
              <a:rPr lang="en-US" sz="4000" b="1" dirty="0"/>
              <a:t>The relationship between internal and external conflict?</a:t>
            </a:r>
            <a:br>
              <a:rPr lang="en-US" dirty="0"/>
            </a:br>
            <a:endParaRPr lang="en-US" dirty="0"/>
          </a:p>
        </p:txBody>
      </p:sp>
      <p:sp>
        <p:nvSpPr>
          <p:cNvPr id="3" name="Content Placeholder 2">
            <a:extLst>
              <a:ext uri="{FF2B5EF4-FFF2-40B4-BE49-F238E27FC236}">
                <a16:creationId xmlns:a16="http://schemas.microsoft.com/office/drawing/2014/main" id="{D85665A3-5158-498E-95D7-CD198D9C9D47}"/>
              </a:ext>
            </a:extLst>
          </p:cNvPr>
          <p:cNvSpPr>
            <a:spLocks noGrp="1"/>
          </p:cNvSpPr>
          <p:nvPr>
            <p:ph idx="1"/>
          </p:nvPr>
        </p:nvSpPr>
        <p:spPr/>
        <p:txBody>
          <a:bodyPr/>
          <a:lstStyle/>
          <a:p>
            <a:r>
              <a:rPr lang="en-US" dirty="0"/>
              <a:t>the growing interference and intervention of external interests in local affairs. </a:t>
            </a:r>
          </a:p>
          <a:p>
            <a:r>
              <a:rPr lang="en-US" dirty="0"/>
              <a:t>Sectarian</a:t>
            </a:r>
          </a:p>
          <a:p>
            <a:r>
              <a:rPr lang="en-US" dirty="0"/>
              <a:t>Ethnic</a:t>
            </a:r>
          </a:p>
        </p:txBody>
      </p:sp>
    </p:spTree>
    <p:extLst>
      <p:ext uri="{BB962C8B-B14F-4D97-AF65-F5344CB8AC3E}">
        <p14:creationId xmlns:p14="http://schemas.microsoft.com/office/powerpoint/2010/main" val="12827755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1085</TotalTime>
  <Words>642</Words>
  <Application>Microsoft Office PowerPoint</Application>
  <PresentationFormat>Widescreen</PresentationFormat>
  <Paragraphs>112</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Calibri Light</vt:lpstr>
      <vt:lpstr>Office Theme</vt:lpstr>
      <vt:lpstr>Social structure and Culture in Pakistan</vt:lpstr>
      <vt:lpstr>Social structure </vt:lpstr>
      <vt:lpstr>PowerPoint Presentation</vt:lpstr>
      <vt:lpstr>PowerPoint Presentation</vt:lpstr>
      <vt:lpstr>Culture </vt:lpstr>
      <vt:lpstr>Culture</vt:lpstr>
      <vt:lpstr>PowerPoint Presentation</vt:lpstr>
      <vt:lpstr>Difference between culture and social structure. </vt:lpstr>
      <vt:lpstr> The ethnic, linguistic and sectarian make-up of Pakistan</vt:lpstr>
      <vt:lpstr>Linguistic </vt:lpstr>
      <vt:lpstr>Sectarian entities</vt:lpstr>
      <vt:lpstr>The potential for internal conflict and integration?  </vt:lpstr>
      <vt:lpstr>The relationship between internal and external conflict?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Social structure and Culture in Pakistan</dc:title>
  <dc:creator>tahir sial</dc:creator>
  <cp:lastModifiedBy>tahir sial</cp:lastModifiedBy>
  <cp:revision>22</cp:revision>
  <dcterms:created xsi:type="dcterms:W3CDTF">2020-07-08T16:32:53Z</dcterms:created>
  <dcterms:modified xsi:type="dcterms:W3CDTF">2021-03-09T05:13:15Z</dcterms:modified>
</cp:coreProperties>
</file>