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24" autoAdjust="0"/>
  </p:normalViewPr>
  <p:slideViewPr>
    <p:cSldViewPr>
      <p:cViewPr varScale="1">
        <p:scale>
          <a:sx n="69" d="100"/>
          <a:sy n="69" d="100"/>
        </p:scale>
        <p:origin x="-546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3FB6F8-9889-4EF6-8A6C-18976CCB197C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9510A5-BB7C-4607-9F96-9739DD79AA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23734574-5DB3-4B66-BD23-17D4A96C88E5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D7ECF347-B845-4CAB-AFEB-0CD4EDE6C1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3734574-5DB3-4B66-BD23-17D4A96C88E5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7ECF347-B845-4CAB-AFEB-0CD4EDE6C1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23734574-5DB3-4B66-BD23-17D4A96C88E5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D7ECF347-B845-4CAB-AFEB-0CD4EDE6C1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4574-5DB3-4B66-BD23-17D4A96C88E5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F347-B845-4CAB-AFEB-0CD4EDE6C1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4574-5DB3-4B66-BD23-17D4A96C88E5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F347-B845-4CAB-AFEB-0CD4EDE6C1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3734574-5DB3-4B66-BD23-17D4A96C88E5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7ECF347-B845-4CAB-AFEB-0CD4EDE6C1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4574-5DB3-4B66-BD23-17D4A96C88E5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F347-B845-4CAB-AFEB-0CD4EDE6C1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3734574-5DB3-4B66-BD23-17D4A96C88E5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D7ECF347-B845-4CAB-AFEB-0CD4EDE6C1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3734574-5DB3-4B66-BD23-17D4A96C88E5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D7ECF347-B845-4CAB-AFEB-0CD4EDE6C1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4574-5DB3-4B66-BD23-17D4A96C88E5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F347-B845-4CAB-AFEB-0CD4EDE6C1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34574-5DB3-4B66-BD23-17D4A96C88E5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CF347-B845-4CAB-AFEB-0CD4EDE6C12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3734574-5DB3-4B66-BD23-17D4A96C88E5}" type="datetimeFigureOut">
              <a:rPr lang="en-US" smtClean="0"/>
              <a:pPr/>
              <a:t>1/30/2022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7ECF347-B845-4CAB-AFEB-0CD4EDE6C12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Importance of CPEC and </a:t>
            </a:r>
            <a:r>
              <a:rPr lang="en-US" dirty="0" err="1" smtClean="0"/>
              <a:t>Gawadar</a:t>
            </a:r>
            <a:r>
              <a:rPr lang="en-US" dirty="0" smtClean="0"/>
              <a:t> port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CPEC stands for CHINA Pakistan Economy corridor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2600" b="1" dirty="0" smtClean="0"/>
              <a:t>     </a:t>
            </a:r>
            <a:r>
              <a:rPr lang="en-US" sz="2600" b="1" u="sng" dirty="0" smtClean="0"/>
              <a:t>GWADAR PORT </a:t>
            </a:r>
            <a:r>
              <a:rPr lang="en-US" sz="2600" b="1" dirty="0" smtClean="0"/>
              <a:t>:</a:t>
            </a:r>
          </a:p>
          <a:p>
            <a:pPr>
              <a:buNone/>
            </a:pPr>
            <a:r>
              <a:rPr lang="en-US" sz="2000" b="1" dirty="0" smtClean="0"/>
              <a:t>     </a:t>
            </a:r>
            <a:r>
              <a:rPr lang="en-US" sz="2000" dirty="0" smtClean="0"/>
              <a:t>         </a:t>
            </a:r>
            <a:r>
              <a:rPr lang="en-US" sz="2000" i="1" dirty="0" smtClean="0"/>
              <a:t>Location</a:t>
            </a:r>
            <a:r>
              <a:rPr lang="en-US" sz="2000" dirty="0" smtClean="0"/>
              <a:t> — </a:t>
            </a:r>
            <a:r>
              <a:rPr lang="en-US" sz="2000" i="1" dirty="0" err="1" smtClean="0"/>
              <a:t>Gawadar</a:t>
            </a:r>
            <a:r>
              <a:rPr lang="en-US" sz="2000" i="1" dirty="0" smtClean="0"/>
              <a:t> Port</a:t>
            </a:r>
            <a:r>
              <a:rPr lang="en-US" sz="2000" dirty="0" smtClean="0"/>
              <a:t> is situated on the shores of the Arabian Sea in              the city of </a:t>
            </a:r>
            <a:r>
              <a:rPr lang="en-US" sz="2000" dirty="0" err="1" smtClean="0"/>
              <a:t>Gawadar</a:t>
            </a:r>
            <a:r>
              <a:rPr lang="en-US" sz="2000" dirty="0" smtClean="0"/>
              <a:t>, </a:t>
            </a:r>
            <a:r>
              <a:rPr lang="en-US" sz="2000" i="1" dirty="0" smtClean="0"/>
              <a:t>located</a:t>
            </a:r>
            <a:r>
              <a:rPr lang="en-US" sz="2000" dirty="0" smtClean="0"/>
              <a:t> in the Pakistani province of Baluchistan</a:t>
            </a:r>
            <a:r>
              <a:rPr lang="en-US" sz="2400" dirty="0" smtClean="0"/>
              <a:t> </a:t>
            </a:r>
            <a:r>
              <a:rPr lang="en-US" sz="2400" dirty="0" smtClean="0"/>
              <a:t>.</a:t>
            </a:r>
          </a:p>
          <a:p>
            <a:pPr>
              <a:buNone/>
            </a:pPr>
            <a:r>
              <a:rPr lang="en-US" sz="2100" b="1" dirty="0" smtClean="0"/>
              <a:t>         </a:t>
            </a:r>
            <a:endParaRPr lang="en-US" sz="2100" b="1" dirty="0" smtClean="0"/>
          </a:p>
          <a:p>
            <a:pPr>
              <a:buNone/>
            </a:pPr>
            <a:r>
              <a:rPr lang="en-US" sz="2100" b="1" dirty="0" smtClean="0"/>
              <a:t>       </a:t>
            </a:r>
            <a:r>
              <a:rPr lang="en-US" sz="2600" b="1" u="sng" dirty="0" smtClean="0"/>
              <a:t>CPEC</a:t>
            </a:r>
            <a:r>
              <a:rPr lang="en-US" sz="2400" b="1" u="sng" dirty="0" smtClean="0"/>
              <a:t>:</a:t>
            </a:r>
            <a:r>
              <a:rPr lang="en-US" sz="2000" dirty="0" smtClean="0"/>
              <a:t>          </a:t>
            </a:r>
          </a:p>
          <a:p>
            <a:r>
              <a:rPr lang="en-US" sz="2000" dirty="0" smtClean="0"/>
              <a:t>  </a:t>
            </a:r>
            <a:r>
              <a:rPr lang="en-US" sz="2200" dirty="0" smtClean="0"/>
              <a:t>It </a:t>
            </a:r>
            <a:r>
              <a:rPr lang="en-US" sz="2200" dirty="0" smtClean="0"/>
              <a:t>was initiated in 2013 and original value was $</a:t>
            </a:r>
            <a:r>
              <a:rPr lang="en-US" sz="2000" dirty="0" smtClean="0"/>
              <a:t>47</a:t>
            </a:r>
            <a:r>
              <a:rPr lang="en-US" sz="2200" dirty="0" smtClean="0"/>
              <a:t> billion and now     in  2020 original value has increased up to $62 billion </a:t>
            </a:r>
            <a:r>
              <a:rPr lang="en-US" sz="2000" dirty="0" smtClean="0"/>
              <a:t>.</a:t>
            </a:r>
          </a:p>
          <a:p>
            <a:r>
              <a:rPr lang="en-US" sz="2200" dirty="0" smtClean="0"/>
              <a:t> GAWADAR </a:t>
            </a:r>
            <a:r>
              <a:rPr lang="en-US" sz="2200" dirty="0" smtClean="0"/>
              <a:t>port with its deep water</a:t>
            </a:r>
            <a:r>
              <a:rPr lang="en-US" sz="2000" dirty="0" smtClean="0"/>
              <a:t> </a:t>
            </a:r>
            <a:r>
              <a:rPr lang="en-US" sz="2200" dirty="0" smtClean="0"/>
              <a:t>attracts the trade-ship of China.</a:t>
            </a:r>
            <a:r>
              <a:rPr lang="en-US" sz="2200" b="1" u="sng" dirty="0" smtClean="0"/>
              <a:t> </a:t>
            </a:r>
            <a:endParaRPr lang="en-US" sz="2200" b="1" u="sng" dirty="0" smtClean="0"/>
          </a:p>
          <a:p>
            <a:pPr>
              <a:buFont typeface="Wingdings" pitchFamily="2" charset="2"/>
              <a:buChar char="§"/>
            </a:pPr>
            <a:r>
              <a:rPr lang="en-US" sz="2200" b="1" u="sng" dirty="0" smtClean="0"/>
              <a:t> </a:t>
            </a:r>
            <a:r>
              <a:rPr lang="en-US" sz="2600" b="1" u="sng" dirty="0" smtClean="0"/>
              <a:t>Connection </a:t>
            </a:r>
            <a:r>
              <a:rPr lang="en-US" sz="2600" b="1" u="sng" dirty="0" smtClean="0"/>
              <a:t>of CPEC and </a:t>
            </a:r>
            <a:r>
              <a:rPr lang="en-US" sz="2400" b="1" u="sng" dirty="0" err="1" smtClean="0"/>
              <a:t>Gawadar</a:t>
            </a:r>
            <a:r>
              <a:rPr lang="en-US" sz="2400" b="1" u="sng" dirty="0" smtClean="0"/>
              <a:t> port</a:t>
            </a:r>
            <a:r>
              <a:rPr lang="en-US" sz="2800" b="1" u="sng" dirty="0" smtClean="0"/>
              <a:t>:</a:t>
            </a:r>
          </a:p>
          <a:p>
            <a:pPr>
              <a:buNone/>
            </a:pPr>
            <a:r>
              <a:rPr lang="en-US" sz="2000" dirty="0" smtClean="0"/>
              <a:t>                                    Routes  of CPEC starts from GAWADAR port in Baluchistan throughout the country to connect other sectors with it including </a:t>
            </a:r>
            <a:r>
              <a:rPr lang="en-US" sz="2000" dirty="0" err="1" smtClean="0"/>
              <a:t>karachi</a:t>
            </a:r>
            <a:r>
              <a:rPr lang="en-US" sz="2000" dirty="0" smtClean="0"/>
              <a:t> , Peshawar ,Lahore , Faisalabad , Multan , etc and </a:t>
            </a:r>
            <a:r>
              <a:rPr lang="en-US" sz="2000" dirty="0" err="1" smtClean="0"/>
              <a:t>karakoram</a:t>
            </a:r>
            <a:r>
              <a:rPr lang="en-US" sz="2000" dirty="0" smtClean="0"/>
              <a:t> highway from </a:t>
            </a:r>
            <a:r>
              <a:rPr lang="en-US" sz="2000" dirty="0" err="1" smtClean="0"/>
              <a:t>hasan</a:t>
            </a:r>
            <a:r>
              <a:rPr lang="en-US" sz="2000" dirty="0" smtClean="0"/>
              <a:t> </a:t>
            </a:r>
            <a:r>
              <a:rPr lang="en-US" sz="2000" dirty="0" err="1" smtClean="0"/>
              <a:t>abdaal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b="1" dirty="0" smtClean="0"/>
              <a:t>                                                                   </a:t>
            </a:r>
            <a:r>
              <a:rPr lang="en-US" sz="2000" b="1" u="sng" dirty="0" smtClean="0"/>
              <a:t>I</a:t>
            </a:r>
            <a:r>
              <a:rPr lang="en-US" sz="2000" dirty="0" smtClean="0"/>
              <a:t>t </a:t>
            </a:r>
            <a:r>
              <a:rPr lang="en-US" sz="2000" dirty="0" smtClean="0"/>
              <a:t>leads towards the </a:t>
            </a:r>
            <a:r>
              <a:rPr lang="en-US" sz="2000" dirty="0" err="1" smtClean="0"/>
              <a:t>chinese</a:t>
            </a:r>
            <a:r>
              <a:rPr lang="en-US" sz="2000" dirty="0" smtClean="0"/>
              <a:t> border travels up to southern Xinjiang in </a:t>
            </a:r>
            <a:r>
              <a:rPr lang="en-US" sz="2000" dirty="0" err="1" smtClean="0"/>
              <a:t>Kashgar</a:t>
            </a:r>
            <a:r>
              <a:rPr lang="en-US" sz="2000" dirty="0" smtClean="0"/>
              <a:t> and covers up to 3000 km.</a:t>
            </a:r>
          </a:p>
          <a:p>
            <a:endParaRPr lang="en-US" sz="2400" b="1" u="sng" dirty="0" smtClean="0"/>
          </a:p>
          <a:p>
            <a:endParaRPr lang="en-US" sz="2000" b="1" u="sng" dirty="0" smtClean="0"/>
          </a:p>
          <a:p>
            <a:endParaRPr lang="en-US" sz="2000" b="1" u="sng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76400"/>
            <a:ext cx="8229600" cy="4525963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sz="2000" dirty="0" smtClean="0"/>
              <a:t> </a:t>
            </a:r>
            <a:r>
              <a:rPr lang="en-US" sz="2400" b="1" u="sng" dirty="0" smtClean="0"/>
              <a:t>Importance  of Pakistan in CPEC:</a:t>
            </a:r>
          </a:p>
          <a:p>
            <a:r>
              <a:rPr lang="en-US" sz="2000" dirty="0" smtClean="0"/>
              <a:t>           Pakistan benefits from its strategic location and china is taking advantage of that . Around 80% of china’s trade and energy imports travel </a:t>
            </a:r>
          </a:p>
          <a:p>
            <a:pPr>
              <a:buNone/>
            </a:pPr>
            <a:r>
              <a:rPr lang="en-US" sz="2000" dirty="0" smtClean="0"/>
              <a:t>      through the pirate swarmed strait of Malacca and Indian Ocean , both </a:t>
            </a:r>
            <a:r>
              <a:rPr lang="en-US" sz="2000" dirty="0" err="1" smtClean="0"/>
              <a:t>petroled</a:t>
            </a:r>
            <a:r>
              <a:rPr lang="en-US" sz="2000" dirty="0" smtClean="0"/>
              <a:t> by the United States and Indian Navies.</a:t>
            </a:r>
          </a:p>
          <a:p>
            <a:r>
              <a:rPr lang="en-US" sz="2000" dirty="0" smtClean="0"/>
              <a:t>These possible checkpoint at Malacca straits are a security issue for china ,</a:t>
            </a:r>
          </a:p>
          <a:p>
            <a:pPr>
              <a:buNone/>
            </a:pPr>
            <a:r>
              <a:rPr lang="en-US" sz="2000" dirty="0"/>
              <a:t> </a:t>
            </a:r>
            <a:r>
              <a:rPr lang="en-US" sz="2000" dirty="0" smtClean="0"/>
              <a:t>      particularly regarding oil as 40% of China’s general consumption passes through the Malacca strait . Any conflict could block the China’s energy supply , as a result , supply ships would need to travel an extra 500 miles to avoid the Malacca strait, currently the fastest route from the Indian ocean to Pacific ocean . China is aware of this vulnerability and is looking to Pakistan to provide shorter and safer alternative .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Importance ( continued….)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229600" cy="525779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400" b="1" dirty="0" smtClean="0"/>
              <a:t>    Importance of </a:t>
            </a:r>
            <a:r>
              <a:rPr lang="en-US" sz="2400" b="1" dirty="0" err="1" smtClean="0"/>
              <a:t>Gawadar</a:t>
            </a:r>
            <a:r>
              <a:rPr lang="en-US" sz="2400" b="1" dirty="0" smtClean="0"/>
              <a:t> Port:</a:t>
            </a:r>
          </a:p>
          <a:p>
            <a:r>
              <a:rPr lang="en-US" sz="2000" dirty="0" smtClean="0"/>
              <a:t>In development of Pak – China link , Pakistan plays an important role by making </a:t>
            </a:r>
            <a:r>
              <a:rPr lang="en-US" sz="2000" dirty="0" err="1" smtClean="0"/>
              <a:t>Gawadar</a:t>
            </a:r>
            <a:r>
              <a:rPr lang="en-US" sz="2000" dirty="0" smtClean="0"/>
              <a:t> a fully functional port with support of China .</a:t>
            </a:r>
          </a:p>
          <a:p>
            <a:r>
              <a:rPr lang="en-US" sz="2000" dirty="0" err="1" smtClean="0"/>
              <a:t>Gawadar</a:t>
            </a:r>
            <a:r>
              <a:rPr lang="en-US" sz="2000" dirty="0" smtClean="0"/>
              <a:t> port is of great importance and it might be the economic hub for the region in upcoming times . </a:t>
            </a:r>
            <a:r>
              <a:rPr lang="en-US" sz="2000" dirty="0" err="1" smtClean="0"/>
              <a:t>Likeswise</a:t>
            </a:r>
            <a:r>
              <a:rPr lang="en-US" sz="2000" dirty="0" smtClean="0"/>
              <a:t>, it reduces the distance for china to import oil as we have already mentioned above.</a:t>
            </a:r>
          </a:p>
          <a:p>
            <a:pPr>
              <a:buNone/>
            </a:pPr>
            <a:r>
              <a:rPr lang="en-US" sz="2400" b="1" dirty="0"/>
              <a:t> </a:t>
            </a:r>
            <a:r>
              <a:rPr lang="en-US" sz="2400" b="1" dirty="0" smtClean="0"/>
              <a:t>     </a:t>
            </a:r>
            <a:r>
              <a:rPr lang="en-US" sz="2400" b="1" u="sng" dirty="0" smtClean="0"/>
              <a:t>Impact on Pakistan </a:t>
            </a:r>
            <a:r>
              <a:rPr lang="en-US" sz="2400" b="1" dirty="0" smtClean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 smtClean="0"/>
              <a:t>  Jobs :</a:t>
            </a:r>
          </a:p>
          <a:p>
            <a:pPr>
              <a:buNone/>
            </a:pPr>
            <a:r>
              <a:rPr lang="en-US" sz="2000" dirty="0" smtClean="0"/>
              <a:t>                This CPEC will create and make </a:t>
            </a:r>
            <a:r>
              <a:rPr lang="en-US" sz="2000" dirty="0" err="1" smtClean="0"/>
              <a:t>atleast</a:t>
            </a:r>
            <a:r>
              <a:rPr lang="en-US" sz="2000" dirty="0" smtClean="0"/>
              <a:t> and about 700,000 and it will come out as a spring board . </a:t>
            </a:r>
            <a:r>
              <a:rPr lang="en-US" sz="2000" dirty="0" err="1" smtClean="0"/>
              <a:t>Gawadar</a:t>
            </a:r>
            <a:r>
              <a:rPr lang="en-US" sz="2000" dirty="0" smtClean="0"/>
              <a:t> port </a:t>
            </a:r>
            <a:r>
              <a:rPr lang="en-US" sz="2000" dirty="0" err="1" smtClean="0"/>
              <a:t>wpuld</a:t>
            </a:r>
            <a:r>
              <a:rPr lang="en-US" sz="2000" dirty="0" smtClean="0"/>
              <a:t> open new job opportunities and help in development in </a:t>
            </a:r>
            <a:r>
              <a:rPr lang="en-US" sz="2000" dirty="0" err="1" smtClean="0"/>
              <a:t>balochistan</a:t>
            </a:r>
            <a:r>
              <a:rPr lang="en-US" sz="2000" dirty="0" smtClean="0"/>
              <a:t>.</a:t>
            </a:r>
          </a:p>
          <a:p>
            <a:pPr>
              <a:buNone/>
            </a:pPr>
            <a:r>
              <a:rPr lang="en-US" sz="2000" dirty="0"/>
              <a:t> </a:t>
            </a:r>
            <a:endParaRPr lang="en-US" sz="2000" dirty="0" smtClean="0"/>
          </a:p>
          <a:p>
            <a:pPr>
              <a:buNone/>
            </a:pPr>
            <a:r>
              <a:rPr lang="en-US" sz="2400" dirty="0" smtClean="0"/>
              <a:t>              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Importance ( continued….)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2000" dirty="0" smtClean="0"/>
              <a:t>     industries like that is hospitality and also health and education can be developed  in a better way .</a:t>
            </a:r>
          </a:p>
          <a:p>
            <a:pPr>
              <a:buNone/>
            </a:pPr>
            <a:endParaRPr lang="en-US" sz="2000" dirty="0" smtClean="0"/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Economic revival:</a:t>
            </a:r>
          </a:p>
          <a:p>
            <a:pPr>
              <a:buNone/>
            </a:pPr>
            <a:r>
              <a:rPr lang="en-US" sz="2000" dirty="0" smtClean="0"/>
              <a:t>             It can transform our country right from an agrarian economy to massive one logistic hub. </a:t>
            </a:r>
          </a:p>
          <a:p>
            <a:pPr>
              <a:buNone/>
            </a:pPr>
            <a:r>
              <a:rPr lang="en-US" sz="2000" dirty="0" smtClean="0"/>
              <a:t>               This CPEC project consists of many of the coal fired power projects and plants . These projects can for sure make contribute in solving our crisis . CPEC can bring an economic  revival for Pakistan . This is all about the importance of CPEC for Pakistan 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 smtClean="0"/>
              <a:t>  </a:t>
            </a:r>
            <a:r>
              <a:rPr lang="en-US" sz="2000" b="1" dirty="0" smtClean="0"/>
              <a:t>Transformative Impact :</a:t>
            </a:r>
          </a:p>
          <a:p>
            <a:pPr>
              <a:buNone/>
            </a:pPr>
            <a:r>
              <a:rPr lang="en-US" sz="2000" b="1" dirty="0" smtClean="0"/>
              <a:t>       </a:t>
            </a:r>
            <a:r>
              <a:rPr lang="en-US" sz="2000" dirty="0" smtClean="0"/>
              <a:t>   </a:t>
            </a:r>
            <a:r>
              <a:rPr lang="en-US" sz="2000" dirty="0" smtClean="0"/>
              <a:t>                 </a:t>
            </a:r>
            <a:r>
              <a:rPr lang="en-US" sz="2000" dirty="0" smtClean="0"/>
              <a:t>This CPEC is by far one of the China’s belt and  road initiative (BRI).</a:t>
            </a:r>
          </a:p>
          <a:p>
            <a:pPr>
              <a:buNone/>
            </a:pPr>
            <a:r>
              <a:rPr lang="en-US" sz="2000" dirty="0" smtClean="0"/>
              <a:t>        </a:t>
            </a:r>
            <a:r>
              <a:rPr lang="en-US" sz="2000" dirty="0" smtClean="0"/>
              <a:t>                        The </a:t>
            </a:r>
            <a:r>
              <a:rPr lang="en-US" sz="2000" dirty="0" smtClean="0"/>
              <a:t>mix of transportation and energy infrastructure projects at an estimated </a:t>
            </a:r>
            <a:r>
              <a:rPr lang="en-US" sz="2000" dirty="0" smtClean="0"/>
              <a:t>cost </a:t>
            </a:r>
            <a:r>
              <a:rPr lang="en-US" sz="2000" dirty="0" smtClean="0"/>
              <a:t>of $60 billion ,has been implemented with full dedication and support from the Chinese government since it was launched in 2015 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697401" y="3244334"/>
            <a:ext cx="1749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( continued….)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Importance ( continued….)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 smtClean="0"/>
              <a:t>In  recent years , CPEC has received more international attention and scrutiny than the BRI projects in any country and for a good reason – if it is completed as envision ,it can have significant consequences for China’s geo-political and economic interests . it can have an transformative impacts on Pakistan as well.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  Real estate industries:</a:t>
            </a:r>
          </a:p>
          <a:p>
            <a:pPr>
              <a:buNone/>
            </a:pPr>
            <a:r>
              <a:rPr lang="en-US" sz="2000" b="1" dirty="0" smtClean="0"/>
              <a:t>                                 </a:t>
            </a:r>
            <a:r>
              <a:rPr lang="en-US" sz="2000" dirty="0" smtClean="0"/>
              <a:t>The real estate industry is growing rapidly in Pakistan and providing livelihood to many people . With the ongoing projects of CPEC , the real estate industry will touch new heights of progress.</a:t>
            </a:r>
          </a:p>
          <a:p>
            <a:pPr>
              <a:buNone/>
            </a:pPr>
            <a:r>
              <a:rPr lang="en-US" sz="2000" dirty="0" smtClean="0"/>
              <a:t>                                                                                                            The reason behind this is that the CPEC will improve the </a:t>
            </a:r>
            <a:r>
              <a:rPr lang="en-US" sz="2000" dirty="0" err="1" smtClean="0"/>
              <a:t>infrastucture</a:t>
            </a:r>
            <a:r>
              <a:rPr lang="en-US" sz="2000" dirty="0" smtClean="0"/>
              <a:t> of the country and the real estate market links with that . Moreover </a:t>
            </a:r>
            <a:r>
              <a:rPr lang="en-US" sz="2000" u="sng" dirty="0" smtClean="0"/>
              <a:t>,</a:t>
            </a:r>
            <a:r>
              <a:rPr lang="en-US" sz="2000" b="1" u="sng" dirty="0" smtClean="0"/>
              <a:t>we see the importance of  CPEC in GAWADAR where several real estate projects already  initiated.</a:t>
            </a:r>
          </a:p>
          <a:p>
            <a:pPr>
              <a:buNone/>
            </a:pPr>
            <a:endParaRPr lang="en-US" sz="2000" b="1" u="sng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Importance ( continued….)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Ø"/>
            </a:pPr>
            <a:r>
              <a:rPr lang="en-US" sz="2000" u="sng" dirty="0" smtClean="0"/>
              <a:t> </a:t>
            </a:r>
            <a:r>
              <a:rPr lang="en-US" sz="2000" b="1" dirty="0" smtClean="0"/>
              <a:t>Solution of energy crisis</a:t>
            </a:r>
            <a:r>
              <a:rPr lang="en-US" sz="2400" b="1" dirty="0" smtClean="0"/>
              <a:t>:</a:t>
            </a:r>
          </a:p>
          <a:p>
            <a:pPr>
              <a:buNone/>
            </a:pPr>
            <a:r>
              <a:rPr lang="en-US" sz="2000" dirty="0" smtClean="0"/>
              <a:t>                                        This project consist of many of the coal fired power projects and plants  These projects can for sure make a contribution in solving our energy crisis . The economic position of Pakistan will for sure improve in a dramatic way upon the completion of this project. It can transform our country right from an agrarian economy to a massive one logistics hub . </a:t>
            </a:r>
          </a:p>
          <a:p>
            <a:pPr>
              <a:buFont typeface="Wingdings" pitchFamily="2" charset="2"/>
              <a:buChar char="Ø"/>
            </a:pPr>
            <a:r>
              <a:rPr lang="en-US" sz="2000" b="1" dirty="0" smtClean="0"/>
              <a:t>Tourism attraction </a:t>
            </a:r>
            <a:r>
              <a:rPr lang="en-US" sz="2400" b="1" dirty="0" smtClean="0"/>
              <a:t>:</a:t>
            </a:r>
          </a:p>
          <a:p>
            <a:pPr>
              <a:buNone/>
            </a:pPr>
            <a:r>
              <a:rPr lang="en-US" sz="2400" b="1" dirty="0" smtClean="0"/>
              <a:t>                               </a:t>
            </a:r>
            <a:r>
              <a:rPr lang="en-US" sz="2000" dirty="0" err="1" smtClean="0"/>
              <a:t>Gawadar</a:t>
            </a:r>
            <a:r>
              <a:rPr lang="en-US" sz="2000" dirty="0" smtClean="0"/>
              <a:t> port would connect three regions ,i.e. Central Asia , South Asia and Middle East . It will attract  foreign investment and tourism it would provide foreign reserves and free trade zones that would help in the economic prosperity of Baluchistan and Pakistan .Tourism trade , hotel industry and estate revenue will increase which will</a:t>
            </a:r>
            <a:endParaRPr lang="en-US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Importance ( continued….)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2400" b="1" dirty="0" smtClean="0"/>
              <a:t>   </a:t>
            </a:r>
          </a:p>
          <a:p>
            <a:pPr>
              <a:buNone/>
            </a:pPr>
            <a:r>
              <a:rPr lang="en-US" sz="2000" dirty="0" smtClean="0"/>
              <a:t>      strengthen economy of the country 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 smtClean="0"/>
              <a:t> Control of oil sea routes:</a:t>
            </a:r>
          </a:p>
          <a:p>
            <a:pPr>
              <a:buNone/>
            </a:pPr>
            <a:r>
              <a:rPr lang="en-US" sz="2400" b="1" dirty="0" smtClean="0"/>
              <a:t>                                     </a:t>
            </a:r>
            <a:r>
              <a:rPr lang="en-US" sz="2000" dirty="0" err="1" smtClean="0"/>
              <a:t>Gawadar</a:t>
            </a:r>
            <a:r>
              <a:rPr lang="en-US" sz="2000" dirty="0" smtClean="0"/>
              <a:t> will help Pakistan to monitor the sea lines of Communication ( SLOCs) originating from the Persian Gulf and the Strait of Hormuz. </a:t>
            </a:r>
            <a:r>
              <a:rPr lang="en-US" sz="2000" dirty="0" err="1" smtClean="0"/>
              <a:t>Gawadar</a:t>
            </a:r>
            <a:r>
              <a:rPr lang="en-US" sz="2000" dirty="0" smtClean="0"/>
              <a:t> will be able to control the oil sea routes and trade links among region such as South Asia , Africa, Central Asia ,Gulf and Middle East . </a:t>
            </a:r>
            <a:r>
              <a:rPr lang="en-US" sz="2000" dirty="0" err="1" smtClean="0"/>
              <a:t>Gwadar</a:t>
            </a:r>
            <a:r>
              <a:rPr lang="en-US" sz="2000" dirty="0" smtClean="0"/>
              <a:t> will boost up cooperation of Pakistan with other countries in oil and energy sector.</a:t>
            </a:r>
          </a:p>
          <a:p>
            <a:pPr>
              <a:buFont typeface="Wingdings" pitchFamily="2" charset="2"/>
              <a:buChar char="Ø"/>
            </a:pPr>
            <a:r>
              <a:rPr lang="en-US" sz="2400" b="1" dirty="0" smtClean="0"/>
              <a:t>Tax free investment :</a:t>
            </a:r>
          </a:p>
          <a:p>
            <a:pPr>
              <a:buNone/>
            </a:pPr>
            <a:r>
              <a:rPr lang="en-US" sz="2000" dirty="0" smtClean="0"/>
              <a:t>                                                </a:t>
            </a:r>
            <a:r>
              <a:rPr lang="en-US" sz="2000" dirty="0" err="1" smtClean="0"/>
              <a:t>Gawadar</a:t>
            </a:r>
            <a:r>
              <a:rPr lang="en-US" sz="2000" dirty="0" smtClean="0"/>
              <a:t> offers tax free investment and trade , thus attracting large number of foreign investors to open new development projects and economic plants 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 </a:t>
            </a:r>
            <a:r>
              <a:rPr lang="en-US" sz="2400" b="1" dirty="0" smtClean="0"/>
              <a:t>Access to other countries:</a:t>
            </a:r>
          </a:p>
          <a:p>
            <a:pPr>
              <a:buNone/>
            </a:pPr>
            <a:r>
              <a:rPr lang="en-US" sz="2400" b="1" dirty="0" smtClean="0"/>
              <a:t>                                                  </a:t>
            </a:r>
            <a:r>
              <a:rPr lang="en-US" sz="2400" dirty="0" err="1" smtClean="0"/>
              <a:t>Gawadar</a:t>
            </a:r>
            <a:r>
              <a:rPr lang="en-US" sz="2400" dirty="0" smtClean="0"/>
              <a:t> will provide would provide China an access to Afghanistan and Central Asia Republics(CARs).</a:t>
            </a:r>
          </a:p>
          <a:p>
            <a:pPr>
              <a:buNone/>
            </a:pPr>
            <a:r>
              <a:rPr lang="en-US" sz="2400" b="1" dirty="0" smtClean="0"/>
              <a:t>                                          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 smtClean="0"/>
              <a:t>CONCLUSIONS :</a:t>
            </a:r>
          </a:p>
          <a:p>
            <a:pPr>
              <a:buNone/>
            </a:pPr>
            <a:r>
              <a:rPr lang="en-US" sz="2000" dirty="0" smtClean="0"/>
              <a:t>                                      To conclude in the end , we can say that CPEC will enhance trade and cooperation in the region and </a:t>
            </a:r>
            <a:r>
              <a:rPr lang="en-US" sz="2000" dirty="0" err="1" smtClean="0"/>
              <a:t>Gawadar</a:t>
            </a:r>
            <a:r>
              <a:rPr lang="en-US" sz="2000" dirty="0" smtClean="0"/>
              <a:t> would play an important role in it , although several countries are still reluctant to invest inn the billion dollars project .</a:t>
            </a:r>
          </a:p>
          <a:p>
            <a:pPr>
              <a:buNone/>
            </a:pPr>
            <a:r>
              <a:rPr lang="en-US" sz="2000" dirty="0" smtClean="0"/>
              <a:t>                                                      In the last , the world will ultimately connect through the CPEC and it will be responsible for many things including progress and cooperation .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>
              <a:latin typeface="Arial Unicode MS" pitchFamily="34" charset="-128"/>
              <a:ea typeface="Arial Unicode MS" pitchFamily="34" charset="-128"/>
              <a:cs typeface="Arial Unicode MS" pitchFamily="34" charset="-128"/>
            </a:endParaRP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               </a:t>
            </a:r>
          </a:p>
          <a:p>
            <a:pPr>
              <a:buNone/>
            </a:pPr>
            <a:endParaRPr lang="en-US" sz="2000" dirty="0" smtClean="0"/>
          </a:p>
          <a:p>
            <a:pPr>
              <a:buNone/>
            </a:pPr>
            <a:endParaRPr lang="en-US" sz="2000" dirty="0"/>
          </a:p>
        </p:txBody>
      </p:sp>
      <p:pic>
        <p:nvPicPr>
          <p:cNvPr id="5" name="Content Placeholder 4" descr="aaaa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71600" y="4724400"/>
            <a:ext cx="6324600" cy="1981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                            THE END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latin typeface="Batang" pitchFamily="18" charset="-127"/>
                <a:ea typeface="Batang" pitchFamily="18" charset="-127"/>
              </a:rPr>
              <a:t>                  </a:t>
            </a:r>
            <a:endParaRPr lang="en-US" dirty="0">
              <a:latin typeface="Batang" pitchFamily="18" charset="-127"/>
              <a:ea typeface="Batang" pitchFamily="18" charset="-127"/>
            </a:endParaRPr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210</TotalTime>
  <Words>1070</Words>
  <Application>Microsoft Office PowerPoint</Application>
  <PresentationFormat>On-screen Show (4:3)</PresentationFormat>
  <Paragraphs>81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Oriel</vt:lpstr>
      <vt:lpstr>Importance of CPEC and Gawadar port</vt:lpstr>
      <vt:lpstr>introduction</vt:lpstr>
      <vt:lpstr>importance</vt:lpstr>
      <vt:lpstr>Importance ( continued….)</vt:lpstr>
      <vt:lpstr>Importance ( continued….)</vt:lpstr>
      <vt:lpstr>Importance ( continued….)</vt:lpstr>
      <vt:lpstr>Importance ( continued….)</vt:lpstr>
      <vt:lpstr>Importance ( continued….)</vt:lpstr>
      <vt:lpstr>conclusions</vt:lpstr>
      <vt:lpstr>Slide 10</vt:lpstr>
      <vt:lpstr>Slide 11</vt:lpstr>
    </vt:vector>
  </TitlesOfParts>
  <Company>CtrlSoft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Importance of CPEC and Gawadar port</dc:title>
  <dc:creator>honest</dc:creator>
  <cp:lastModifiedBy>honest</cp:lastModifiedBy>
  <cp:revision>23</cp:revision>
  <dcterms:created xsi:type="dcterms:W3CDTF">2022-01-29T11:24:31Z</dcterms:created>
  <dcterms:modified xsi:type="dcterms:W3CDTF">2022-01-30T15:44:48Z</dcterms:modified>
</cp:coreProperties>
</file>