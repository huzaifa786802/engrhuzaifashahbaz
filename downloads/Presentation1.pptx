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4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F4C5B-A3E1-4A3B-8F21-694D573518B5}" type="datetimeFigureOut">
              <a:rPr lang="en-US" smtClean="0"/>
              <a:t>20-Sep-24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E1BC2-488B-4D70-9F14-D108C1BB6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8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579E-FB22-E9CE-AB1F-EBD4D0946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2C4AD-0605-EC56-D121-BA8E16180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EA9B9-4053-F396-073C-4A16DE86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CD0B8-9500-4688-BC2C-6D77C998C693}" type="datetime1">
              <a:rPr lang="en-US" smtClean="0"/>
              <a:t>20-Sep-24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DA396-718F-3014-97E3-147F7E2FA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5D974-F966-05DA-7AA4-C2648137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3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914C-3236-391C-D948-B50DBFD6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2AEF6-CB1E-1486-8B07-75AE5948D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8948D-0080-E1A5-F4A5-702D93EB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9237-A27D-4533-8C29-07ACBB2820D2}" type="datetime1">
              <a:rPr lang="en-US" smtClean="0"/>
              <a:t>20-Sep-24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3A787-741A-B78F-8247-78E9CF0C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6B8F1-F479-1B07-A127-2577B8E8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4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DC10-0D39-6669-59BA-D62F064E5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49C47-05A8-28F1-6011-450D79ADA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11722-A91D-3CF6-0786-7A969033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82BA6-C341-4C1F-842E-3BDA3A7BF538}" type="datetime1">
              <a:rPr lang="en-US" smtClean="0"/>
              <a:t>20-Sep-24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0B64-BCBF-66E1-1B12-F062558F1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062AB-6870-B6DF-B516-AD9A8F263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1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51CA-9300-9464-6719-DF115DA3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746CA-26C5-DE5C-626F-CA6B844FB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F3149-0798-F30E-604A-A0C60C4B3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450D3-FDDD-BC07-E43F-92B5DC53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0978-DC6D-452B-A67D-5FB48163A862}" type="datetime1">
              <a:rPr lang="en-US" smtClean="0"/>
              <a:t>20-Sep-24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E3118-E413-94A3-9367-7446389D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10526-9376-DF47-71CB-F5C4ABD9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9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E45F-9ABD-4DC3-EA23-CF5F60AD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9AE27-B5FB-7DF9-F0F7-B5CC0B5AF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820E9-E666-18FB-8291-A80C0D0C7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966AF-BB62-E59C-DD18-A7B389E60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81876-CC15-A310-CE00-D29191B4C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23805-6DB8-38D8-9048-C94CC1D9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57A0-C59E-4030-A17B-F3E23D6DD1CD}" type="datetime1">
              <a:rPr lang="en-US" smtClean="0"/>
              <a:t>20-Sep-24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228F25-D870-DF0C-4445-AF048F91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97E02-6AD3-F881-DC66-FFD20D8C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1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B909-1D6F-6463-460C-A7095F73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F1417-BA7A-DA4A-0D6D-9A2F028F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23C1-1B8D-40CA-BD38-345645E13175}" type="datetime1">
              <a:rPr lang="en-US" smtClean="0"/>
              <a:t>20-Sep-24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6B850-A189-DC2C-73AC-A4601C76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631A6-1D05-C022-9B5D-D24692AD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0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7E3AE8-823F-1A25-338B-3BDBD53D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2D0A-7A9F-4D1E-B6FF-F7E9DFE0F602}" type="datetime1">
              <a:rPr lang="en-US" smtClean="0"/>
              <a:t>20-Sep-24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46B02-757A-FB87-34D1-508C6D6C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C0B8D-FF57-52CF-2658-41BA8204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3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8119-0006-0020-CBD9-EEDADE60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1690D-2D10-89D2-9F06-014DC14D8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30D0E-31FB-227D-8041-4252AEA76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88C-357E-4378-7A37-D69BEA6F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FB401-9CD0-487E-8F18-C61655BA897D}" type="datetime1">
              <a:rPr lang="en-US" smtClean="0"/>
              <a:t>20-Sep-24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1B892-DD7F-77C1-5BC1-3B97882F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F1D52-9689-BD36-02EA-DE2F347B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4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9BF9-A26B-E831-5BA1-85CC6649F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D0095-D026-9F37-AF3D-7C05B161D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22F8E-E102-4863-BD18-16313E741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57523-298A-03C6-A57A-D0A42662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A47F-C724-4334-A275-5D8364F5846E}" type="datetime1">
              <a:rPr lang="en-US" smtClean="0"/>
              <a:t>20-Sep-24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F322C-3899-37A4-22B0-B97FF009A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35AE2-E329-AE13-4FCB-5A26A1FD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8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3A8E-2A63-22E0-C2CF-D50E7092D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16860-A8ED-0F79-34CF-4D7F8C58B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FCB29-9B23-3203-DEFF-2204CB4D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EE46-6035-41C3-A8D7-567222821D82}" type="datetime1">
              <a:rPr lang="en-US" smtClean="0"/>
              <a:t>20-Sep-24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60AC-5ED0-97FA-C87E-F479F917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81C20-69C7-0FAF-E946-7E0214B5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84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B703F1-86EA-BF60-6228-F29988F41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F5186-E03E-EABB-9ED1-EDA85CFAA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1E19A-D8DB-06D1-F2E0-5F9405EC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61ACC-14FF-4134-AA59-3515B987E3E2}" type="datetime1">
              <a:rPr lang="en-US" smtClean="0"/>
              <a:t>20-Sep-24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B57DA-C3D0-CA77-8434-8D931952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F8CF7-A617-8886-74F8-E6BE9A61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3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08F07-1C2D-98A2-6A9E-1DB50B60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F5A77-7D1C-892A-76A0-B0FC6090D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34101-87F7-2941-9388-4866CA6E5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0AAA3-5336-45F6-8359-3A014D726F18}" type="datetime1">
              <a:rPr lang="en-US" smtClean="0"/>
              <a:t>20-Sep-24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A612E-D312-546E-4E7B-D11AB2AE9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BB37C-658A-3C4A-66E7-DE4778F45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3E232-71BE-46ED-AEA2-77F4E4AE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3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759D28-052F-451E-BF16-33FAEC1DA33A}"/>
              </a:ext>
            </a:extLst>
          </p:cNvPr>
          <p:cNvSpPr/>
          <p:nvPr/>
        </p:nvSpPr>
        <p:spPr>
          <a:xfrm>
            <a:off x="1131856" y="4221700"/>
            <a:ext cx="1000408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prstClr val="black"/>
                </a:solidFill>
                <a:latin typeface="Arial Narrow" pitchFamily="34" charset="0"/>
                <a:cs typeface="Arial" pitchFamily="34" charset="0"/>
              </a:rPr>
              <a:t>Courses	:	</a:t>
            </a:r>
            <a:r>
              <a:rPr lang="en-GB" sz="3200" b="1" dirty="0">
                <a:solidFill>
                  <a:srgbClr val="C00000"/>
                </a:solidFill>
              </a:rPr>
              <a:t>Internal Combustion Engines (ME 439)</a:t>
            </a:r>
          </a:p>
          <a:p>
            <a:r>
              <a:rPr lang="en-GB" sz="3200" b="1" dirty="0">
                <a:solidFill>
                  <a:srgbClr val="C00000"/>
                </a:solidFill>
              </a:rPr>
              <a:t>		:	Automotive Technology (ME 412)</a:t>
            </a:r>
          </a:p>
          <a:p>
            <a:r>
              <a:rPr lang="en-GB" sz="3200" b="1" dirty="0">
                <a:solidFill>
                  <a:srgbClr val="C00000"/>
                </a:solidFill>
              </a:rPr>
              <a:t>		:	Heat and Mass Transfers (</a:t>
            </a:r>
            <a:r>
              <a:rPr lang="en-GB" sz="3200" b="1">
                <a:solidFill>
                  <a:srgbClr val="C00000"/>
                </a:solidFill>
              </a:rPr>
              <a:t>ME 331)</a:t>
            </a:r>
            <a:endParaRPr lang="de-DE" sz="3200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44970-C5C2-41B8-9238-B21A59F39BFF}"/>
              </a:ext>
            </a:extLst>
          </p:cNvPr>
          <p:cNvSpPr/>
          <p:nvPr/>
        </p:nvSpPr>
        <p:spPr>
          <a:xfrm>
            <a:off x="2682900" y="779045"/>
            <a:ext cx="6059672" cy="29804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4400" b="1" dirty="0">
                <a:solidFill>
                  <a:schemeClr val="accent3"/>
                </a:solidFill>
                <a:latin typeface="Arial Narrow" pitchFamily="34" charset="0"/>
                <a:cs typeface="Arial" pitchFamily="34" charset="0"/>
              </a:rPr>
              <a:t>Engr  Shahbaz Ghani, </a:t>
            </a:r>
          </a:p>
          <a:p>
            <a:pPr algn="ctr">
              <a:lnSpc>
                <a:spcPct val="150000"/>
              </a:lnSpc>
            </a:pPr>
            <a:r>
              <a:rPr lang="en-GB" sz="2800" b="1" dirty="0">
                <a:solidFill>
                  <a:prstClr val="black"/>
                </a:solidFill>
                <a:latin typeface="Arial Narrow" pitchFamily="34" charset="0"/>
                <a:cs typeface="Arial" pitchFamily="34" charset="0"/>
              </a:rPr>
              <a:t>BS Mechanical Engineering (</a:t>
            </a:r>
            <a:r>
              <a:rPr lang="en-GB" sz="2800" b="1" dirty="0" err="1">
                <a:solidFill>
                  <a:prstClr val="black"/>
                </a:solidFill>
                <a:latin typeface="Arial Narrow" pitchFamily="34" charset="0"/>
                <a:cs typeface="Arial" pitchFamily="34" charset="0"/>
              </a:rPr>
              <a:t>CoEME</a:t>
            </a:r>
            <a:r>
              <a:rPr lang="en-GB" sz="2800" b="1" dirty="0">
                <a:solidFill>
                  <a:prstClr val="black"/>
                </a:solidFill>
                <a:latin typeface="Arial Narrow" pitchFamily="34" charset="0"/>
                <a:cs typeface="Arial" pitchFamily="34" charset="0"/>
              </a:rPr>
              <a:t>), </a:t>
            </a:r>
          </a:p>
          <a:p>
            <a:pPr algn="ctr">
              <a:lnSpc>
                <a:spcPct val="150000"/>
              </a:lnSpc>
            </a:pPr>
            <a:r>
              <a:rPr lang="en-GB" sz="2800" b="1" dirty="0">
                <a:solidFill>
                  <a:prstClr val="black"/>
                </a:solidFill>
                <a:latin typeface="Arial Narrow" pitchFamily="34" charset="0"/>
                <a:cs typeface="Arial" pitchFamily="34" charset="0"/>
              </a:rPr>
              <a:t>MS Vehicle Engineering (BIT)</a:t>
            </a:r>
          </a:p>
          <a:p>
            <a:pPr algn="ctr">
              <a:lnSpc>
                <a:spcPct val="150000"/>
              </a:lnSpc>
            </a:pPr>
            <a:r>
              <a:rPr lang="en-GB" sz="2800" b="1" dirty="0">
                <a:solidFill>
                  <a:prstClr val="black"/>
                </a:solidFill>
                <a:latin typeface="Arial Narrow" pitchFamily="34" charset="0"/>
                <a:cs typeface="Arial" pitchFamily="34" charset="0"/>
              </a:rPr>
              <a:t>E-mail : shahbazghani@ceme.nust.edu.pk</a:t>
            </a:r>
            <a:endParaRPr lang="de-DE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94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shahbaz ghani</dc:creator>
  <cp:lastModifiedBy>shahbaz ghani</cp:lastModifiedBy>
  <cp:revision>1</cp:revision>
  <dcterms:created xsi:type="dcterms:W3CDTF">2024-09-20T07:34:59Z</dcterms:created>
  <dcterms:modified xsi:type="dcterms:W3CDTF">2024-09-20T07:44:13Z</dcterms:modified>
</cp:coreProperties>
</file>