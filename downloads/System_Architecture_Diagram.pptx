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System Architecture Diagram - IoT-Based AQI Meter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Sensors (MQ-135, MQ-5, PMS5003)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ESP32 Microcontroller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Wi-Fi / MQTT Protocols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Cloud Platforms (Firebase, ThingSpeak, AWS IoT)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Mobile App (Android Studio)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3657600"/>
            <a:ext cx="201168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Data Visualization (Grafana, Dashboard)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